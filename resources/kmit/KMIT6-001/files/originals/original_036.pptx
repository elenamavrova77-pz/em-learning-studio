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76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Картина 2">
            <a:extLst>
              <a:ext uri="{FF2B5EF4-FFF2-40B4-BE49-F238E27FC236}">
                <a16:creationId xmlns:a16="http://schemas.microsoft.com/office/drawing/2014/main" id="{E036A72E-6FB7-FA2A-F10E-1E01878D6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2743200"/>
            <a:ext cx="25146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По избор</PresentationFormat>
  <Paragraphs>0</Paragraphs>
  <Slides>13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Елена Г. Маврова-Ненкова</dc:creator>
  <cp:lastModifiedBy>Elena Nenkova</cp:lastModifiedBy>
  <cp:revision>2</cp:revision>
  <dcterms:created xsi:type="dcterms:W3CDTF">2006-08-16T00:00:00Z</dcterms:created>
  <dcterms:modified xsi:type="dcterms:W3CDTF">2026-08-04T11:12:31Z</dcterms:modified>
</cp:coreProperties>
</file>