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4" r:id="rId1"/>
  </p:sldMasterIdLst>
  <p:sldIdLst>
    <p:sldId id="256" r:id="rId2"/>
    <p:sldId id="258" r:id="rId3"/>
    <p:sldId id="267" r:id="rId4"/>
    <p:sldId id="259" r:id="rId5"/>
    <p:sldId id="260" r:id="rId6"/>
    <p:sldId id="261" r:id="rId7"/>
    <p:sldId id="265" r:id="rId8"/>
    <p:sldId id="268" r:id="rId9"/>
    <p:sldId id="269" r:id="rId10"/>
  </p:sldIdLst>
  <p:sldSz cx="12192000" cy="6858000"/>
  <p:notesSz cx="6858000" cy="9144000"/>
  <p:custDataLst>
    <p:tags r:id="rId11"/>
  </p:custDataLst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Franklin Gothic Book" panose="020B0503020102020204" pitchFamily="34" charset="0"/>
        <a:ea typeface="Franklin Gothic Book" panose="020B0503020102020204" pitchFamily="34" charset="0"/>
        <a:cs typeface="Franklin Gothic Book" panose="020B05030201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ен стил 2 -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Среден стил 2 -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2838BEF-8BB2-4498-84A7-C5851F593DF1}" styleName="Среден стил 4 - Акцент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574" autoAdjust="0"/>
  </p:normalViewPr>
  <p:slideViewPr>
    <p:cSldViewPr>
      <p:cViewPr varScale="1">
        <p:scale>
          <a:sx n="78" d="100"/>
          <a:sy n="78" d="100"/>
        </p:scale>
        <p:origin x="778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>
        <p:scale>
          <a:sx n="10" d="100"/>
          <a:sy n="10" d="100"/>
        </p:scale>
        <p:origin x="-102" y="-26"/>
      </p:cViewPr>
      <p:guideLst>
        <p:guide orient="horz" pos="2160"/>
        <p:guide pos="288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Заглавен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6">
            <a:extLst>
              <a:ext uri="{FF2B5EF4-FFF2-40B4-BE49-F238E27FC236}">
                <a16:creationId xmlns:a16="http://schemas.microsoft.com/office/drawing/2014/main" id="{95C59457-CF9E-ED99-6480-0959CBA09598}"/>
              </a:ext>
            </a:extLst>
          </p:cNvPr>
          <p:cNvGrpSpPr>
            <a:grpSpLocks/>
          </p:cNvGrpSpPr>
          <p:nvPr/>
        </p:nvGrpSpPr>
        <p:grpSpPr bwMode="auto">
          <a:xfrm>
            <a:off x="752475" y="744538"/>
            <a:ext cx="10674350" cy="5349875"/>
            <a:chOff x="752858" y="744469"/>
            <a:chExt cx="10674117" cy="5349671"/>
          </a:xfrm>
        </p:grpSpPr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B44A01A-B338-4FB9-7C8A-9FF48CA60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>
                <a:gd name="T0" fmla="*/ 939679503 w 10000"/>
                <a:gd name="T1" fmla="*/ 0 h 10000"/>
                <a:gd name="T2" fmla="*/ 1072571015 w 10000"/>
                <a:gd name="T3" fmla="*/ 0 h 10000"/>
                <a:gd name="T4" fmla="*/ 1072571015 w 10000"/>
                <a:gd name="T5" fmla="*/ 1943476645 h 10000"/>
                <a:gd name="T6" fmla="*/ 0 w 10000"/>
                <a:gd name="T7" fmla="*/ 1943476645 h 10000"/>
                <a:gd name="T8" fmla="*/ 0 w 10000"/>
                <a:gd name="T9" fmla="*/ 1773616720 h 10000"/>
                <a:gd name="T10" fmla="*/ 939679503 w 10000"/>
                <a:gd name="T11" fmla="*/ 1773811135 h 10000"/>
                <a:gd name="T12" fmla="*/ 939679503 w 10000"/>
                <a:gd name="T13" fmla="*/ 0 h 100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91EDC88-1CB5-1DBB-466C-66DC83090810}"/>
                </a:ext>
              </a:extLst>
            </p:cNvPr>
            <p:cNvSpPr>
              <a:spLocks/>
            </p:cNvSpPr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>
                <a:gd name="T0" fmla="*/ 939894015 w 10002"/>
                <a:gd name="T1" fmla="*/ 0 h 10000"/>
                <a:gd name="T2" fmla="*/ 1072785528 w 10002"/>
                <a:gd name="T3" fmla="*/ 0 h 10000"/>
                <a:gd name="T4" fmla="*/ 1072785528 w 10002"/>
                <a:gd name="T5" fmla="*/ 1943476645 h 10000"/>
                <a:gd name="T6" fmla="*/ 214513 w 10002"/>
                <a:gd name="T7" fmla="*/ 1943476645 h 10000"/>
                <a:gd name="T8" fmla="*/ 0 w 10002"/>
                <a:gd name="T9" fmla="*/ 1773422306 h 10000"/>
                <a:gd name="T10" fmla="*/ 939894015 w 10002"/>
                <a:gd name="T11" fmla="*/ 1774005549 h 10000"/>
                <a:gd name="T12" fmla="*/ 939894015 w 10002"/>
                <a:gd name="T13" fmla="*/ 0 h 100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0" algn="ctr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bg-BG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bg-BG"/>
              <a:t>Щракнете, за да редактирате стила на подзаглавието в образеца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F87CC2CB-E11C-8D0D-B07B-42DE9D27990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52475" y="6453188"/>
            <a:ext cx="1608138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2A76BC-D97D-4B07-885A-982AFAEF57DE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DC14E20-B9CD-593A-3327-3834F62709C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84450" y="6453188"/>
            <a:ext cx="7023100" cy="404812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0318F3-D38D-12FF-BDD7-C393B413827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831388" y="6453188"/>
            <a:ext cx="1597025" cy="404812"/>
          </a:xfrm>
        </p:spPr>
        <p:txBody>
          <a:bodyPr/>
          <a:lstStyle>
            <a:lvl1pPr>
              <a:defRPr/>
            </a:lvl1pPr>
          </a:lstStyle>
          <a:p>
            <a:fld id="{9160E26B-38FE-427E-8A06-4104D2A3C9AB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29873362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лавие и съдъ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71600" y="2286000"/>
            <a:ext cx="9601200" cy="3581400"/>
          </a:xfrm>
        </p:spPr>
        <p:txBody>
          <a:bodyPr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4DCB944-CBA9-0B9E-7B74-B8FE1CF268A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33CD788-9D2F-4FAB-82EB-4115E30F3802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D518213-938D-9274-C47D-AA4E50686B0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96036C-2312-450F-9178-4F18F2F86D7F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A8F307D-13DB-DC31-ADAA-AA7F55E988AA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700647571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лавка на секц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6">
            <a:extLst>
              <a:ext uri="{FF2B5EF4-FFF2-40B4-BE49-F238E27FC236}">
                <a16:creationId xmlns:a16="http://schemas.microsoft.com/office/drawing/2014/main" id="{C5E00895-3E35-7A4C-7655-6133F6735B79}"/>
              </a:ext>
            </a:extLst>
          </p:cNvPr>
          <p:cNvSpPr>
            <a:spLocks/>
          </p:cNvSpPr>
          <p:nvPr/>
        </p:nvSpPr>
        <p:spPr bwMode="auto">
          <a:xfrm>
            <a:off x="8151813" y="1685925"/>
            <a:ext cx="3275012" cy="4408488"/>
          </a:xfrm>
          <a:custGeom>
            <a:avLst/>
            <a:gdLst>
              <a:gd name="T0" fmla="*/ 2147483647 w 4125"/>
              <a:gd name="T1" fmla="*/ 0 h 5554"/>
              <a:gd name="T2" fmla="*/ 2147483647 w 4125"/>
              <a:gd name="T3" fmla="*/ 0 h 5554"/>
              <a:gd name="T4" fmla="*/ 2147483647 w 4125"/>
              <a:gd name="T5" fmla="*/ 2147483647 h 5554"/>
              <a:gd name="T6" fmla="*/ 0 w 4125"/>
              <a:gd name="T7" fmla="*/ 2147483647 h 5554"/>
              <a:gd name="T8" fmla="*/ 0 w 4125"/>
              <a:gd name="T9" fmla="*/ 2147483647 h 5554"/>
              <a:gd name="T10" fmla="*/ 2147483647 w 4125"/>
              <a:gd name="T11" fmla="*/ 2147483647 h 5554"/>
              <a:gd name="T12" fmla="*/ 2147483647 w 4125"/>
              <a:gd name="T13" fmla="*/ 0 h 5554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ct val="0"/>
              </a:spcBef>
              <a:spcAft>
                <a:spcPct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6F3A4C6-D72C-9709-6B0E-7FA2F8B6F4D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38188" y="6453188"/>
            <a:ext cx="1622425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D3B292-19AB-46C5-B76E-09C910D8D62B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8A5E926-1950-6C94-7727-B260C6D61B1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584450" y="6453188"/>
            <a:ext cx="7023100" cy="404812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82FE028-8ED4-E79D-09BF-6147705233C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831388" y="6453188"/>
            <a:ext cx="1597025" cy="404812"/>
          </a:xfrm>
        </p:spPr>
        <p:txBody>
          <a:bodyPr/>
          <a:lstStyle>
            <a:lvl1pPr>
              <a:defRPr/>
            </a:lvl1pPr>
          </a:lstStyle>
          <a:p>
            <a:fld id="{BBE1B7A5-0EB2-4871-A75B-8E570F3DF4D2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54145290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е съдържани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Slide Number Placeholder 6">
            <a:extLst>
              <a:ext uri="{FF2B5EF4-FFF2-40B4-BE49-F238E27FC236}">
                <a16:creationId xmlns:a16="http://schemas.microsoft.com/office/drawing/2014/main" id="{B930D1B2-9248-50B6-8C3E-63FAC821C42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3F2F0AF-D7B0-461C-AF4A-2344E7EC68BA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3801D00-B410-1133-1893-CD24919492DE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D46BF3-2E5A-4F95-BDB6-A47908B29021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A7C045BE-9808-AEB9-9915-D7F3BD25668F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065867804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ct val="0"/>
              </a:spcBef>
              <a:spcAft>
                <a:spcPct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4B88B81B-02CF-11F2-CDCF-FEF5947340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D54C5-A864-40D8-80BB-2D21D48B63F6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083BEF3-3E99-62BD-86C8-7B630138FA2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41E8045-7274-3691-B9E9-0C16761332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D567A1-FE1F-45C6-B1DA-73402DB37530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4564252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Само заглав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44ECBE0-20C7-AE6B-4302-37717A22265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4991428-DCE7-4872-84AA-145B0B4C7B99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84FCBD58-937E-8969-01EF-D55EA3CEB87F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2BD38F-B6B7-4EF6-8C28-2D7F04B43F11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DB72AD83-DEF8-F5FD-ADB1-E632114F0934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90990585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разе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39E1E39B-95F1-A04A-648A-AFA624B08AF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AEFD1D53-2748-4FCA-AF46-B46F72B916D9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623545FA-1098-1105-1C1A-879B45AD23B6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7E6406-4604-42CB-949B-1AC56A218194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F3C47562-9970-BE00-AB0D-70C50CA535B3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3763511982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Съдържание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A2AB09A-51C8-7E35-92B4-01DAF4FAB8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303838" cy="6858000"/>
          </a:xfrm>
          <a:prstGeom prst="rect">
            <a:avLst/>
          </a:prstGeom>
          <a:solidFill>
            <a:srgbClr val="8C8D86"/>
          </a:solidFill>
          <a:ln>
            <a:noFill/>
          </a:ln>
          <a:extLst>
            <a:ext uri="{91240B29-F687-4F45-9708-019B960494DF}">
              <a14:hiddenLine xmlns:a14="http://schemas.microsoft.com/office/drawing/2010/main" w="34925" algn="in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9pPr>
          </a:lstStyle>
          <a:p>
            <a:pPr eaLnBrk="1" hangingPunct="1">
              <a:defRPr/>
            </a:pPr>
            <a:endParaRPr lang="bg-BG" altLang="bg-BG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A39B4440-0277-73B5-432F-95473D6308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0"/>
            <a:ext cx="228600" cy="6858000"/>
          </a:xfrm>
          <a:prstGeom prst="rect">
            <a:avLst/>
          </a:prstGeom>
          <a:solidFill>
            <a:srgbClr val="191B0E"/>
          </a:solidFill>
          <a:ln>
            <a:noFill/>
          </a:ln>
          <a:extLst>
            <a:ext uri="{91240B29-F687-4F45-9708-019B960494DF}">
              <a14:hiddenLine xmlns:a14="http://schemas.microsoft.com/office/drawing/2010/main" w="34925" algn="in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9pPr>
          </a:lstStyle>
          <a:p>
            <a:pPr eaLnBrk="1" hangingPunct="1">
              <a:defRPr/>
            </a:pPr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ct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DC6B084-12E5-79A6-5A26-681D7E70BF9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23900" y="6453188"/>
            <a:ext cx="1204913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B969B93-873F-4F5B-AC83-2E644E86A8AD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8285AB0D-1CF0-56FE-C5EA-A205D3B123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206625" y="6453188"/>
            <a:ext cx="2373313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7C9887A5-731B-B684-AE4B-AD61D75FB2B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883775" y="6453188"/>
            <a:ext cx="1597025" cy="404812"/>
          </a:xfrm>
        </p:spPr>
        <p:txBody>
          <a:bodyPr/>
          <a:lstStyle>
            <a:lvl1pPr>
              <a:defRPr/>
            </a:lvl1pPr>
          </a:lstStyle>
          <a:p>
            <a:fld id="{A537872D-27AE-43A2-BDAA-3515E2FE29DA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858037042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Картина с на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CE77C314-C1E8-FB99-219A-F5DE81DD3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5303838" cy="6858000"/>
          </a:xfrm>
          <a:prstGeom prst="rect">
            <a:avLst/>
          </a:prstGeom>
          <a:solidFill>
            <a:srgbClr val="8C8D86"/>
          </a:solidFill>
          <a:ln>
            <a:noFill/>
          </a:ln>
          <a:extLst>
            <a:ext uri="{91240B29-F687-4F45-9708-019B960494DF}">
              <a14:hiddenLine xmlns:a14="http://schemas.microsoft.com/office/drawing/2010/main" w="34925" algn="in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9pPr>
          </a:lstStyle>
          <a:p>
            <a:pPr eaLnBrk="1" hangingPunct="1">
              <a:defRPr/>
            </a:pPr>
            <a:endParaRPr lang="bg-BG" altLang="bg-BG"/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AC51D9B-159C-4A44-34B1-003B2E7F54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0"/>
            <a:ext cx="228600" cy="6858000"/>
          </a:xfrm>
          <a:prstGeom prst="rect">
            <a:avLst/>
          </a:prstGeom>
          <a:solidFill>
            <a:srgbClr val="191B0E"/>
          </a:solidFill>
          <a:ln>
            <a:noFill/>
          </a:ln>
          <a:extLst>
            <a:ext uri="{91240B29-F687-4F45-9708-019B960494DF}">
              <a14:hiddenLine xmlns:a14="http://schemas.microsoft.com/office/drawing/2010/main" w="34925" algn="in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9pPr>
          </a:lstStyle>
          <a:p>
            <a:pPr eaLnBrk="1" hangingPunct="1">
              <a:defRPr/>
            </a:pPr>
            <a:endParaRPr lang="bg-BG" altLang="bg-BG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bg-BG" noProof="0"/>
              <a:t>Щракнете върху иконата, за да добавите картина</a:t>
            </a:r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ct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bg-BG"/>
              <a:t>Редактиране на стиловете на текста в образеца</a:t>
            </a:r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51FA7532-A45D-790B-8F84-D8C0A80AE98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723900" y="6453188"/>
            <a:ext cx="1204913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1A7C7-CC62-4599-A73D-353CE4126C80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20ABB27D-8E48-7C0F-F95F-0B16A0AF5DA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2206625" y="6453188"/>
            <a:ext cx="2373313" cy="4048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9" name="Slide Number Placeholder 6">
            <a:extLst>
              <a:ext uri="{FF2B5EF4-FFF2-40B4-BE49-F238E27FC236}">
                <a16:creationId xmlns:a16="http://schemas.microsoft.com/office/drawing/2014/main" id="{8615571A-7921-679E-993A-28593FA20C8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9883775" y="6453188"/>
            <a:ext cx="1597025" cy="404812"/>
          </a:xfrm>
        </p:spPr>
        <p:txBody>
          <a:bodyPr/>
          <a:lstStyle>
            <a:lvl1pPr>
              <a:defRPr/>
            </a:lvl1pPr>
          </a:lstStyle>
          <a:p>
            <a:fld id="{B7079D13-3AFD-481A-95EC-376AFAFCE8DB}" type="slidenum">
              <a:rPr lang="en-US" altLang="bg-BG"/>
              <a:pPr/>
              <a:t>‹#›</a:t>
            </a:fld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120066220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лавие и вертикален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ACFDB17-AFFF-C58B-A586-F4735EE2826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0D1557AC-C0B5-49BF-923F-FA380A662E8F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0DA6206-1E90-4442-EB04-DAF9A5F1FD9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71A6D-1615-48B3-A43C-38CAC4300254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5A3DF92-9AC6-A412-F544-A479B6D1A139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1100259903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но заглавие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bg-BG"/>
              <a:t>Редакт. стил загл. образец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bg-BG"/>
              <a:t>Редактиране на стиловете на текста в образеца</a:t>
            </a:r>
          </a:p>
          <a:p>
            <a:pPr lvl="1"/>
            <a:r>
              <a:rPr lang="bg-BG"/>
              <a:t>Второ ниво</a:t>
            </a:r>
          </a:p>
          <a:p>
            <a:pPr lvl="2"/>
            <a:r>
              <a:rPr lang="bg-BG"/>
              <a:t>Трето ниво</a:t>
            </a:r>
          </a:p>
          <a:p>
            <a:pPr lvl="3"/>
            <a:r>
              <a:rPr lang="bg-BG"/>
              <a:t>Четвърто ниво</a:t>
            </a:r>
          </a:p>
          <a:p>
            <a:pPr lvl="4"/>
            <a:r>
              <a:rPr lang="bg-BG"/>
              <a:t>Пето ниво</a:t>
            </a: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E57BE93-D501-BD5F-3120-2DB4D36A0F0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9DA489D-F74E-4F9F-B0BF-18AFED6F8F04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CD27686-F289-B8F3-7678-DE2A889BC0E8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E6A17F8-D09D-4DD6-8CDE-5347BD088205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6546F9-3C5D-98F5-8C37-0AB8BEFA2087}"/>
              </a:ext>
            </a:extLst>
          </p:cNvPr>
          <p:cNvSpPr>
            <a:spLocks noGrp="1" noChangeArrowheads="1"/>
          </p:cNvSpPr>
          <p:nvPr>
            <p:ph type="ftr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bg-BG"/>
          </a:p>
        </p:txBody>
      </p:sp>
    </p:spTree>
    <p:extLst>
      <p:ext uri="{BB962C8B-B14F-4D97-AF65-F5344CB8AC3E}">
        <p14:creationId xmlns:p14="http://schemas.microsoft.com/office/powerpoint/2010/main" val="689866542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662AF133-653B-ED76-EBF1-82C8F77A1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371600" y="685800"/>
            <a:ext cx="9601200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/>
              <a:t>Редакт. стил загл. образец</a:t>
            </a:r>
            <a:endParaRPr lang="en-US" altLang="bg-BG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765F883C-26C6-F0AB-DABA-908A44B248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371600" y="2286000"/>
            <a:ext cx="9601200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bg-BG" altLang="bg-BG"/>
              <a:t>Редактиране на стиловете на текста в образеца</a:t>
            </a:r>
          </a:p>
          <a:p>
            <a:pPr lvl="1"/>
            <a:r>
              <a:rPr lang="bg-BG" altLang="bg-BG"/>
              <a:t>Второ ниво</a:t>
            </a:r>
          </a:p>
          <a:p>
            <a:pPr lvl="2"/>
            <a:r>
              <a:rPr lang="bg-BG" altLang="bg-BG"/>
              <a:t>Трето ниво</a:t>
            </a:r>
          </a:p>
          <a:p>
            <a:pPr lvl="3"/>
            <a:r>
              <a:rPr lang="bg-BG" altLang="bg-BG"/>
              <a:t>Четвърто ниво</a:t>
            </a:r>
          </a:p>
          <a:p>
            <a:pPr lvl="4"/>
            <a:r>
              <a:rPr lang="bg-BG" altLang="bg-BG"/>
              <a:t>Пето ниво</a:t>
            </a:r>
            <a:endParaRPr lang="en-US" altLang="bg-BG"/>
          </a:p>
        </p:txBody>
      </p:sp>
      <p:sp>
        <p:nvSpPr>
          <p:cNvPr id="1028" name="Date Placeholder 3">
            <a:extLst>
              <a:ext uri="{FF2B5EF4-FFF2-40B4-BE49-F238E27FC236}">
                <a16:creationId xmlns:a16="http://schemas.microsoft.com/office/drawing/2014/main" id="{05530CE9-60CE-64DF-6C65-5B6B84FC4CCE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1390650" y="6453188"/>
            <a:ext cx="1204913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</a:lstStyle>
          <a:p>
            <a:pPr>
              <a:defRPr/>
            </a:pPr>
            <a:fld id="{3ED7EF2C-9CF1-43A9-92C8-E4465BA4CAD3}" type="datetime1">
              <a:rPr lang="en-US" altLang="bg-BG"/>
              <a:pPr>
                <a:defRPr/>
              </a:pPr>
              <a:t>7/24/2026</a:t>
            </a:fld>
            <a:endParaRPr lang="en-US" altLang="bg-BG"/>
          </a:p>
        </p:txBody>
      </p:sp>
      <p:sp>
        <p:nvSpPr>
          <p:cNvPr id="1029" name="Footer Placeholder 4">
            <a:extLst>
              <a:ext uri="{FF2B5EF4-FFF2-40B4-BE49-F238E27FC236}">
                <a16:creationId xmlns:a16="http://schemas.microsoft.com/office/drawing/2014/main" id="{A6B09666-B503-59AA-7EA2-EEB7E7CFA1D3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2894013" y="6453188"/>
            <a:ext cx="6280150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chemeClr val="tx2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</a:lstStyle>
          <a:p>
            <a:pPr>
              <a:defRPr/>
            </a:pPr>
            <a:endParaRPr lang="en-US" altLang="bg-BG"/>
          </a:p>
        </p:txBody>
      </p:sp>
      <p:sp>
        <p:nvSpPr>
          <p:cNvPr id="1030" name="Slide Number Placeholder 5">
            <a:extLst>
              <a:ext uri="{FF2B5EF4-FFF2-40B4-BE49-F238E27FC236}">
                <a16:creationId xmlns:a16="http://schemas.microsoft.com/office/drawing/2014/main" id="{AB65C07D-FB71-BECA-2EF1-695B9DCC84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472613" y="6453188"/>
            <a:ext cx="1597025" cy="40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flat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04366730-0D1F-41BA-BF2C-0B413B3ACD6F}" type="slidenum">
              <a:rPr lang="en-US" altLang="bg-BG"/>
              <a:pPr/>
              <a:t>‹#›</a:t>
            </a:fld>
            <a:endParaRPr lang="en-US" altLang="bg-BG"/>
          </a:p>
        </p:txBody>
      </p:sp>
      <p:sp>
        <p:nvSpPr>
          <p:cNvPr id="1031" name="Rectangle 8">
            <a:extLst>
              <a:ext uri="{FF2B5EF4-FFF2-40B4-BE49-F238E27FC236}">
                <a16:creationId xmlns:a16="http://schemas.microsoft.com/office/drawing/2014/main" id="{7B39A57B-C957-6784-139A-BE8ECDA5F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838" y="0"/>
            <a:ext cx="228600" cy="6858000"/>
          </a:xfrm>
          <a:prstGeom prst="rect">
            <a:avLst/>
          </a:prstGeom>
          <a:solidFill>
            <a:srgbClr val="191B0E"/>
          </a:solidFill>
          <a:ln>
            <a:noFill/>
          </a:ln>
          <a:extLst>
            <a:ext uri="{91240B29-F687-4F45-9708-019B960494DF}">
              <a14:hiddenLine xmlns:a14="http://schemas.microsoft.com/office/drawing/2010/main" w="34925" algn="in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charset="-52"/>
                <a:ea typeface="Franklin Gothic Book" charset="-52"/>
                <a:cs typeface="Franklin Gothic Book" charset="-52"/>
              </a:defRPr>
            </a:lvl9pPr>
          </a:lstStyle>
          <a:p>
            <a:pPr eaLnBrk="1" hangingPunct="1">
              <a:defRPr/>
            </a:pPr>
            <a:endParaRPr lang="bg-BG" altLang="bg-BG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0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ransition>
    <p:strips/>
  </p:transition>
  <p:txStyles>
    <p:titleStyle>
      <a:lvl1pPr algn="l" rtl="0" eaLnBrk="0" fontAlgn="base" hangingPunct="0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1pPr>
      <a:lvl2pPr algn="l" rtl="0" eaLnBrk="0" fontAlgn="base" hangingPunct="0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2pPr>
      <a:lvl3pPr algn="l" rtl="0" eaLnBrk="0" fontAlgn="base" hangingPunct="0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3pPr>
      <a:lvl4pPr algn="l" rtl="0" eaLnBrk="0" fontAlgn="base" hangingPunct="0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4pPr>
      <a:lvl5pPr algn="l" rtl="0" eaLnBrk="0" fontAlgn="base" hangingPunct="0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5pPr>
      <a:lvl6pPr marL="457200" algn="l" rtl="0" fontAlgn="base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6pPr>
      <a:lvl7pPr marL="914400" algn="l" rtl="0" fontAlgn="base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7pPr>
      <a:lvl8pPr marL="1371600" algn="l" rtl="0" fontAlgn="base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8pPr>
      <a:lvl9pPr marL="1828800" algn="l" rtl="0" fontAlgn="base">
        <a:lnSpc>
          <a:spcPct val="89000"/>
        </a:lnSpc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Book" charset="-52"/>
          <a:cs typeface="Arial" charset="0"/>
        </a:defRPr>
      </a:lvl9pPr>
    </p:titleStyle>
    <p:bodyStyle>
      <a:lvl1pPr marL="382588" indent="-382588" algn="l" rtl="0" eaLnBrk="0" fontAlgn="base" hangingPunct="0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>
          <a:solidFill>
            <a:schemeClr val="tx2"/>
          </a:solidFill>
          <a:latin typeface="Franklin Gothic Book" charset="-52"/>
          <a:cs typeface="Arial" charset="0"/>
        </a:defRPr>
      </a:lvl1pPr>
      <a:lvl2pPr marL="914400" indent="-382588" algn="l" rtl="0" eaLnBrk="0" fontAlgn="base" hangingPunct="0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>
          <a:solidFill>
            <a:schemeClr val="tx2"/>
          </a:solidFill>
          <a:latin typeface="Franklin Gothic Book" charset="-52"/>
          <a:cs typeface="Arial" charset="0"/>
        </a:defRPr>
      </a:lvl2pPr>
      <a:lvl3pPr marL="1371600" indent="-382588" algn="l" rtl="0" eaLnBrk="0" fontAlgn="base" hangingPunct="0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i="1">
          <a:solidFill>
            <a:schemeClr val="tx2"/>
          </a:solidFill>
          <a:latin typeface="Franklin Gothic Book" charset="-52"/>
          <a:cs typeface="Arial" charset="0"/>
        </a:defRPr>
      </a:lvl3pPr>
      <a:lvl4pPr marL="1828800" indent="-382588" algn="l" rtl="0" eaLnBrk="0" fontAlgn="base" hangingPunct="0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i="1">
          <a:solidFill>
            <a:schemeClr val="tx2"/>
          </a:solidFill>
          <a:latin typeface="Franklin Gothic Book" charset="-52"/>
          <a:cs typeface="Arial" charset="0"/>
        </a:defRPr>
      </a:lvl4pPr>
      <a:lvl5pPr marL="2286000" indent="-382588" algn="l" rtl="0" eaLnBrk="0" fontAlgn="base" hangingPunct="0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i="1">
          <a:solidFill>
            <a:schemeClr val="tx2"/>
          </a:solidFill>
          <a:latin typeface="Franklin Gothic Book" charset="-52"/>
          <a:cs typeface="Arial" charset="0"/>
        </a:defRPr>
      </a:lvl5pPr>
      <a:lvl6pPr marL="2743200" indent="-382588" algn="l" rtl="0" fontAlgn="base">
        <a:lnSpc>
          <a:spcPct val="94000"/>
        </a:lnSpc>
        <a:spcBef>
          <a:spcPts val="500"/>
        </a:spcBef>
        <a:spcAft>
          <a:spcPts val="200"/>
        </a:spcAft>
        <a:buFont typeface="Franklin Gothic Book" charset="-52"/>
        <a:buChar char="■"/>
        <a:defRPr sz="1600" i="1">
          <a:solidFill>
            <a:schemeClr val="tx2"/>
          </a:solidFill>
          <a:latin typeface="Franklin Gothic Book" charset="-52"/>
          <a:cs typeface="Arial" charset="0"/>
        </a:defRPr>
      </a:lvl6pPr>
      <a:lvl7pPr marL="3200400" indent="-382588" algn="l" rtl="0" fontAlgn="base">
        <a:lnSpc>
          <a:spcPct val="94000"/>
        </a:lnSpc>
        <a:spcBef>
          <a:spcPts val="500"/>
        </a:spcBef>
        <a:spcAft>
          <a:spcPts val="200"/>
        </a:spcAft>
        <a:buFont typeface="Franklin Gothic Book" charset="-52"/>
        <a:buChar char="■"/>
        <a:defRPr sz="1600" i="1">
          <a:solidFill>
            <a:schemeClr val="tx2"/>
          </a:solidFill>
          <a:latin typeface="Franklin Gothic Book" charset="-52"/>
          <a:cs typeface="Arial" charset="0"/>
        </a:defRPr>
      </a:lvl7pPr>
      <a:lvl8pPr marL="3657600" indent="-382588" algn="l" rtl="0" fontAlgn="base">
        <a:lnSpc>
          <a:spcPct val="94000"/>
        </a:lnSpc>
        <a:spcBef>
          <a:spcPts val="500"/>
        </a:spcBef>
        <a:spcAft>
          <a:spcPts val="200"/>
        </a:spcAft>
        <a:buFont typeface="Franklin Gothic Book" charset="-52"/>
        <a:buChar char="■"/>
        <a:defRPr sz="1600" i="1">
          <a:solidFill>
            <a:schemeClr val="tx2"/>
          </a:solidFill>
          <a:latin typeface="Franklin Gothic Book" charset="-52"/>
          <a:cs typeface="Arial" charset="0"/>
        </a:defRPr>
      </a:lvl8pPr>
      <a:lvl9pPr marL="4114800" indent="-382588" algn="l" rtl="0" fontAlgn="base">
        <a:lnSpc>
          <a:spcPct val="94000"/>
        </a:lnSpc>
        <a:spcBef>
          <a:spcPts val="500"/>
        </a:spcBef>
        <a:spcAft>
          <a:spcPts val="200"/>
        </a:spcAft>
        <a:buFont typeface="Franklin Gothic Book" charset="-52"/>
        <a:buChar char="■"/>
        <a:defRPr sz="1600" i="1">
          <a:solidFill>
            <a:schemeClr val="tx2"/>
          </a:solidFill>
          <a:latin typeface="Franklin Gothic Book" charset="-52"/>
          <a:cs typeface="Arial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C1310859-4D78-A403-CCC0-11B2FA71B4F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2135188" y="3387725"/>
            <a:ext cx="8281987" cy="2159000"/>
          </a:xfrm>
        </p:spPr>
        <p:txBody>
          <a:bodyPr/>
          <a:lstStyle/>
          <a:p>
            <a:pPr eaLnBrk="1" hangingPunct="1">
              <a:defRPr/>
            </a:pPr>
            <a:r>
              <a:rPr lang="ru-RU" altLang="bg-BG" sz="4400" b="1" cap="none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Носители на информация и </a:t>
            </a:r>
            <a:r>
              <a:rPr lang="ru-RU" altLang="bg-BG" sz="4400" b="1" cap="none" dirty="0" err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файлови</a:t>
            </a:r>
            <a:r>
              <a:rPr lang="ru-RU" altLang="bg-BG" sz="4400" b="1" cap="none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</a:t>
            </a:r>
            <a:r>
              <a:rPr lang="ru-RU" altLang="bg-BG" sz="4400" b="1" cap="none" dirty="0" err="1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формати</a:t>
            </a:r>
            <a:endParaRPr lang="en-US" altLang="bg-BG" sz="4400" b="1" cap="none" dirty="0">
              <a:solidFill>
                <a:srgbClr val="CC330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pic>
        <p:nvPicPr>
          <p:cNvPr id="13315" name="Картина 2">
            <a:extLst>
              <a:ext uri="{FF2B5EF4-FFF2-40B4-BE49-F238E27FC236}">
                <a16:creationId xmlns:a16="http://schemas.microsoft.com/office/drawing/2014/main" id="{155E2D3A-0771-D1BC-C078-0247FFD0C1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1950" y="692150"/>
            <a:ext cx="8785225" cy="3775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sp>
        <p:nvSpPr>
          <p:cNvPr id="13316" name="Текстово поле 1">
            <a:extLst>
              <a:ext uri="{FF2B5EF4-FFF2-40B4-BE49-F238E27FC236}">
                <a16:creationId xmlns:a16="http://schemas.microsoft.com/office/drawing/2014/main" id="{CD1B425B-6C44-BC03-FD97-807C0AB0A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5050" y="6286500"/>
            <a:ext cx="54006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Franklin Gothic Book" panose="020B0503020102020204" pitchFamily="34" charset="0"/>
                <a:ea typeface="Franklin Gothic Book" panose="020B0503020102020204" pitchFamily="34" charset="0"/>
                <a:cs typeface="Franklin Gothic Book" panose="020B0503020102020204" pitchFamily="34" charset="0"/>
              </a:defRPr>
            </a:lvl9pPr>
          </a:lstStyle>
          <a:p>
            <a:pPr algn="ctr" eaLnBrk="1" hangingPunct="1"/>
            <a:r>
              <a:rPr lang="bg-BG" altLang="bg-BG" dirty="0"/>
              <a:t>КМИТ, 6 клас, Елена Маврова-Ненкова</a:t>
            </a:r>
          </a:p>
        </p:txBody>
      </p:sp>
    </p:spTree>
  </p:cSld>
  <p:clrMapOvr>
    <a:masterClrMapping/>
  </p:clrMapOvr>
  <p:transition>
    <p:strips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0">
            <a:extLst>
              <a:ext uri="{FF2B5EF4-FFF2-40B4-BE49-F238E27FC236}">
                <a16:creationId xmlns:a16="http://schemas.microsoft.com/office/drawing/2014/main" id="{B9D339EF-09D5-5128-7D74-0ABE760B3F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2488" y="4402138"/>
            <a:ext cx="4268787" cy="2420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Title 1">
            <a:extLst>
              <a:ext uri="{FF2B5EF4-FFF2-40B4-BE49-F238E27FC236}">
                <a16:creationId xmlns:a16="http://schemas.microsoft.com/office/drawing/2014/main" id="{26908E07-E2B1-1D0B-913F-FCCFBF5E9A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135188" y="333375"/>
            <a:ext cx="8229600" cy="1143000"/>
          </a:xfrm>
        </p:spPr>
        <p:txBody>
          <a:bodyPr/>
          <a:lstStyle/>
          <a:p>
            <a:pPr marL="53975" eaLnBrk="1" hangingPunct="1">
              <a:defRPr/>
            </a:pPr>
            <a:r>
              <a:rPr lang="bg-BG" alt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 Носители на информация</a:t>
            </a:r>
            <a:br>
              <a:rPr lang="bg-BG" altLang="bg-BG" sz="40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br>
              <a:rPr lang="bg-BG" altLang="bg-BG" sz="4000" b="1" dirty="0">
                <a:solidFill>
                  <a:srgbClr val="CC33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r>
              <a:rPr lang="bg-BG" altLang="bg-BG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</a:t>
            </a:r>
            <a:r>
              <a:rPr lang="bg-BG" altLang="bg-BG" sz="4000" b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</a:t>
            </a:r>
            <a:r>
              <a:rPr lang="bg-BG" altLang="bg-BG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Магнитни носители</a:t>
            </a:r>
            <a:br>
              <a:rPr lang="bg-BG" altLang="bg-BG" sz="4000" dirty="0">
                <a:solidFill>
                  <a:schemeClr val="tx1"/>
                </a:solidFill>
              </a:rPr>
            </a:br>
            <a:endParaRPr lang="en-US" altLang="bg-BG" sz="4000" dirty="0">
              <a:solidFill>
                <a:schemeClr val="tx1"/>
              </a:solidFill>
            </a:endParaRPr>
          </a:p>
        </p:txBody>
      </p:sp>
      <p:sp>
        <p:nvSpPr>
          <p:cNvPr id="13315" name="Content Placeholder 4">
            <a:extLst>
              <a:ext uri="{FF2B5EF4-FFF2-40B4-BE49-F238E27FC236}">
                <a16:creationId xmlns:a16="http://schemas.microsoft.com/office/drawing/2014/main" id="{551D0E91-83C7-0345-780D-06141B999D9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279650" y="2327275"/>
            <a:ext cx="9432925" cy="4151313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а) Дискета</a:t>
            </a:r>
            <a:endParaRPr lang="ru-RU" altLang="bg-BG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Times New Roman" pitchFamily="18" charset="0"/>
              <a:buChar char="₋"/>
              <a:defRPr/>
            </a:pPr>
            <a:r>
              <a:rPr lang="ru-RU" altLang="bg-BG" sz="2800" dirty="0" err="1"/>
              <a:t>Гъвкав</a:t>
            </a:r>
            <a:r>
              <a:rPr lang="ru-RU" altLang="bg-BG" sz="2800" dirty="0"/>
              <a:t> диск, </a:t>
            </a:r>
            <a:r>
              <a:rPr lang="ru-RU" altLang="bg-BG" sz="2800" dirty="0" err="1"/>
              <a:t>направен</a:t>
            </a:r>
            <a:r>
              <a:rPr lang="ru-RU" altLang="bg-BG" sz="2800" dirty="0"/>
              <a:t> от </a:t>
            </a:r>
            <a:r>
              <a:rPr lang="ru-RU" altLang="bg-BG" sz="2800" dirty="0" err="1"/>
              <a:t>специална</a:t>
            </a:r>
            <a:r>
              <a:rPr lang="ru-RU" altLang="bg-BG" sz="2800" dirty="0"/>
              <a:t> </a:t>
            </a:r>
            <a:r>
              <a:rPr lang="ru-RU" altLang="bg-BG" sz="2800" dirty="0" err="1"/>
              <a:t>пластмаса</a:t>
            </a:r>
            <a:r>
              <a:rPr lang="ru-RU" altLang="bg-BG" sz="2800" dirty="0"/>
              <a:t>.</a:t>
            </a:r>
            <a:endParaRPr lang="en-US" altLang="bg-BG" sz="2800" dirty="0"/>
          </a:p>
          <a:p>
            <a:pPr eaLnBrk="1" hangingPunct="1">
              <a:buFont typeface="Times New Roman" pitchFamily="18" charset="0"/>
              <a:buChar char="₋"/>
              <a:defRPr/>
            </a:pPr>
            <a:r>
              <a:rPr lang="bg-BG" altLang="bg-BG" sz="2800" dirty="0"/>
              <a:t>Дискетите са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преносими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носители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на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информация</a:t>
            </a:r>
            <a:r>
              <a:rPr lang="en-US" altLang="bg-BG" sz="2800" dirty="0"/>
              <a:t>, </a:t>
            </a:r>
            <a:r>
              <a:rPr lang="en-US" altLang="bg-BG" sz="2800" dirty="0" err="1"/>
              <a:t>удобни</a:t>
            </a:r>
            <a:r>
              <a:rPr lang="en-US" altLang="bg-BG" sz="2800" dirty="0"/>
              <a:t>, </a:t>
            </a:r>
            <a:r>
              <a:rPr lang="en-US" altLang="bg-BG" sz="2800" dirty="0" err="1"/>
              <a:t>но</a:t>
            </a:r>
            <a:r>
              <a:rPr lang="en-US" altLang="bg-BG" sz="2800" dirty="0"/>
              <a:t> с </a:t>
            </a:r>
            <a:r>
              <a:rPr lang="en-US" altLang="bg-BG" sz="2800" dirty="0" err="1"/>
              <a:t>малък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капацитет</a:t>
            </a:r>
            <a:r>
              <a:rPr lang="en-US" altLang="bg-BG" sz="2800" dirty="0"/>
              <a:t> (1.44МВ) и </a:t>
            </a:r>
            <a:r>
              <a:rPr lang="en-US" altLang="bg-BG" sz="2800" dirty="0" err="1"/>
              <a:t>постепенно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отпадащи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от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употреба</a:t>
            </a:r>
            <a:r>
              <a:rPr lang="bg-BG" altLang="bg-BG" sz="2800" dirty="0"/>
              <a:t>.</a:t>
            </a:r>
            <a:endParaRPr lang="en-US" altLang="bg-BG" sz="2800" dirty="0"/>
          </a:p>
        </p:txBody>
      </p:sp>
      <p:pic>
        <p:nvPicPr>
          <p:cNvPr id="14341" name="Picture 9">
            <a:extLst>
              <a:ext uri="{FF2B5EF4-FFF2-40B4-BE49-F238E27FC236}">
                <a16:creationId xmlns:a16="http://schemas.microsoft.com/office/drawing/2014/main" id="{8DF80AAA-625A-9F00-3E8B-336ACB62F8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188" y="4311650"/>
            <a:ext cx="2162175" cy="2114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Content Placeholder 5" descr="index.jpg">
            <a:extLst>
              <a:ext uri="{FF2B5EF4-FFF2-40B4-BE49-F238E27FC236}">
                <a16:creationId xmlns:a16="http://schemas.microsoft.com/office/drawing/2014/main" id="{F469F331-31EC-6932-CCFE-DCB1D3EBAA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3700" y="3265488"/>
            <a:ext cx="3489325" cy="3489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Content Placeholder 2">
            <a:extLst>
              <a:ext uri="{FF2B5EF4-FFF2-40B4-BE49-F238E27FC236}">
                <a16:creationId xmlns:a16="http://schemas.microsoft.com/office/drawing/2014/main" id="{1531B0CA-4025-EBD7-BF73-7EF0330F66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1225" y="981075"/>
            <a:ext cx="10625138" cy="4214813"/>
          </a:xfrm>
        </p:spPr>
        <p:txBody>
          <a:bodyPr/>
          <a:lstStyle/>
          <a:p>
            <a:pPr eaLnBrk="1" hangingPunct="1">
              <a:buFont typeface="Arial" charset="0"/>
              <a:buNone/>
              <a:defRPr/>
            </a:pPr>
            <a:r>
              <a:rPr lang="bg-BG" altLang="bg-BG" sz="2800" b="1" dirty="0">
                <a:solidFill>
                  <a:srgbClr val="002060"/>
                </a:solidFill>
              </a:rPr>
              <a:t>б) </a:t>
            </a: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Т</a:t>
            </a:r>
            <a:r>
              <a:rPr lang="en-US" alt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върд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диск</a:t>
            </a:r>
            <a:endParaRPr lang="bg-BG" altLang="bg-BG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buFont typeface="Times New Roman" pitchFamily="18" charset="0"/>
              <a:buChar char="₋"/>
              <a:defRPr/>
            </a:pPr>
            <a:r>
              <a:rPr lang="en-US" altLang="bg-BG" sz="2800" b="1" dirty="0" err="1"/>
              <a:t>Твърдият</a:t>
            </a:r>
            <a:r>
              <a:rPr lang="en-US" altLang="bg-BG" sz="2800" b="1" dirty="0"/>
              <a:t> </a:t>
            </a:r>
            <a:r>
              <a:rPr lang="en-US" altLang="bg-BG" sz="2800" b="1" dirty="0" err="1"/>
              <a:t>диск</a:t>
            </a:r>
            <a:r>
              <a:rPr lang="en-US" altLang="bg-BG" sz="2800" b="1" dirty="0"/>
              <a:t> (HDD – Hard disk drive)</a:t>
            </a:r>
            <a:r>
              <a:rPr lang="bg-BG" altLang="bg-BG" sz="2800" b="1" dirty="0"/>
              <a:t> </a:t>
            </a:r>
            <a:r>
              <a:rPr lang="bg-BG" altLang="bg-BG" sz="2800" dirty="0"/>
              <a:t>- висока скорост, голям обем, много надежден и високи цени.</a:t>
            </a:r>
            <a:r>
              <a:rPr lang="en-US" altLang="bg-BG" sz="2800" dirty="0"/>
              <a:t> </a:t>
            </a:r>
            <a:endParaRPr lang="bg-BG" altLang="bg-BG" sz="2800" dirty="0"/>
          </a:p>
          <a:p>
            <a:pPr eaLnBrk="1" hangingPunct="1">
              <a:buFont typeface="Times New Roman" pitchFamily="18" charset="0"/>
              <a:buChar char="₋"/>
              <a:defRPr/>
            </a:pPr>
            <a:r>
              <a:rPr lang="en-US" altLang="bg-BG" sz="2800" dirty="0" err="1"/>
              <a:t>Капацитетът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му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се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измерва</a:t>
            </a:r>
            <a:r>
              <a:rPr lang="en-US" altLang="bg-BG" sz="2800" dirty="0"/>
              <a:t> в GB, </a:t>
            </a:r>
            <a:r>
              <a:rPr lang="en-US" altLang="bg-BG" sz="2800" dirty="0" err="1"/>
              <a:t>като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нормално</a:t>
            </a:r>
            <a:r>
              <a:rPr lang="en-US" altLang="bg-BG" sz="2800" dirty="0"/>
              <a:t> е </a:t>
            </a:r>
            <a:r>
              <a:rPr lang="en-US" altLang="bg-BG" sz="2800" dirty="0" err="1"/>
              <a:t>да</a:t>
            </a:r>
            <a:r>
              <a:rPr lang="en-US" altLang="bg-BG" sz="2800" dirty="0"/>
              <a:t> е </a:t>
            </a:r>
            <a:r>
              <a:rPr lang="en-US" altLang="bg-BG" sz="2800" dirty="0" err="1"/>
              <a:t>между</a:t>
            </a:r>
            <a:r>
              <a:rPr lang="en-US" altLang="bg-BG" sz="2800" dirty="0"/>
              <a:t> </a:t>
            </a:r>
            <a:r>
              <a:rPr lang="bg-BG" altLang="bg-BG" sz="2800" dirty="0"/>
              <a:t>100</a:t>
            </a:r>
            <a:r>
              <a:rPr lang="en-US" altLang="bg-BG" sz="2800" dirty="0"/>
              <a:t> и</a:t>
            </a:r>
            <a:r>
              <a:rPr lang="bg-BG" altLang="bg-BG" sz="2800" dirty="0"/>
              <a:t> 500</a:t>
            </a:r>
            <a:r>
              <a:rPr lang="en-US" altLang="bg-BG" sz="2800" dirty="0"/>
              <a:t> GB</a:t>
            </a:r>
            <a:r>
              <a:rPr lang="bg-BG" altLang="bg-BG" sz="2800" dirty="0"/>
              <a:t>, а дори и 1 ТВ </a:t>
            </a:r>
            <a:r>
              <a:rPr lang="en-US" altLang="bg-BG" sz="2800" dirty="0"/>
              <a:t>в </a:t>
            </a:r>
            <a:r>
              <a:rPr lang="en-US" altLang="bg-BG" sz="2800" dirty="0" err="1"/>
              <a:t>един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съвременен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компютър</a:t>
            </a:r>
            <a:r>
              <a:rPr lang="en-US" altLang="bg-BG" sz="2800" dirty="0"/>
              <a:t>. </a:t>
            </a:r>
            <a:br>
              <a:rPr lang="en-US" altLang="bg-BG" sz="2800" dirty="0"/>
            </a:br>
            <a:endParaRPr lang="en-US" altLang="bg-BG" sz="2800" dirty="0"/>
          </a:p>
        </p:txBody>
      </p:sp>
      <p:pic>
        <p:nvPicPr>
          <p:cNvPr id="14340" name="Картина 3">
            <a:extLst>
              <a:ext uri="{FF2B5EF4-FFF2-40B4-BE49-F238E27FC236}">
                <a16:creationId xmlns:a16="http://schemas.microsoft.com/office/drawing/2014/main" id="{46CBC708-5B2B-D5E3-119A-BDC3944DF1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525" y="6527800"/>
            <a:ext cx="316547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4341" name="Картина 4">
            <a:extLst>
              <a:ext uri="{FF2B5EF4-FFF2-40B4-BE49-F238E27FC236}">
                <a16:creationId xmlns:a16="http://schemas.microsoft.com/office/drawing/2014/main" id="{AB71FF2A-DEB0-6AB8-CCFC-8DB7C5972E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8763" y="6535738"/>
            <a:ext cx="31654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4342" name="Картина 5">
            <a:extLst>
              <a:ext uri="{FF2B5EF4-FFF2-40B4-BE49-F238E27FC236}">
                <a16:creationId xmlns:a16="http://schemas.microsoft.com/office/drawing/2014/main" id="{15C09855-84FB-2977-9AF2-6C466A5E89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700" y="6527800"/>
            <a:ext cx="316547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4343" name="Картина 6">
            <a:extLst>
              <a:ext uri="{FF2B5EF4-FFF2-40B4-BE49-F238E27FC236}">
                <a16:creationId xmlns:a16="http://schemas.microsoft.com/office/drawing/2014/main" id="{CE54C4A5-B81C-D011-3170-C250D5C539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525" y="6535738"/>
            <a:ext cx="31654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5368" name="Picture 8">
            <a:extLst>
              <a:ext uri="{FF2B5EF4-FFF2-40B4-BE49-F238E27FC236}">
                <a16:creationId xmlns:a16="http://schemas.microsoft.com/office/drawing/2014/main" id="{AF988793-1602-3A1B-F057-09D5B68496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450" y="3498850"/>
            <a:ext cx="4032250" cy="302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4.375E-06 4.44444E-06 L -0.7293 0.00092">
                                      <p:cBhvr>
                                        <p:cTn id="6" dur="5000" fill="hold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75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434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434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6250"/>
                            </p:stCondLst>
                            <p:childTnLst>
                              <p:par>
                                <p:cTn id="12" presetID="2" presetClass="exit" presetSubtype="4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43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750"/>
                            </p:stCondLst>
                            <p:childTnLst>
                              <p:par>
                                <p:cTn id="17" presetID="42" presetClass="path" presetSubtype="0" accel="50000" decel="50000" fill="hold" nodeType="afterEffect">
                                  <p:stCondLst>
                                    <p:cond delay="7750"/>
                                  </p:stCondLst>
                                  <p:childTnLst>
                                    <p:animMotion origin="layout" path="M 5E-06 -2.96296E-06 L -0.7293 0.00093">
                                      <p:cBhvr>
                                        <p:cTn id="18" dur="5000" fill="hold"/>
                                        <p:tgtEl>
                                          <p:spTgt spid="143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2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434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24" presetID="10" presetClass="exit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43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06 4.44444E-06 L -0.7293 0.00092">
                                      <p:cBhvr>
                                        <p:cTn id="29" dur="5000" fill="hold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95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434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434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0"/>
                            </p:stCondLst>
                            <p:childTnLst>
                              <p:par>
                                <p:cTn id="35" presetID="2" presetClass="exit" presetSubtype="4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43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75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7750"/>
                                  </p:stCondLst>
                                  <p:childTnLst>
                                    <p:animMotion origin="layout" path="M 4.58333E-06 -4.44444E-06 L -0.7293 0.00093">
                                      <p:cBhvr>
                                        <p:cTn id="41" dur="5000" fill="hold"/>
                                        <p:tgtEl>
                                          <p:spTgt spid="143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250"/>
                            </p:stCondLst>
                            <p:childTnLst>
                              <p:par>
                                <p:cTn id="4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434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75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4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10">
            <a:extLst>
              <a:ext uri="{FF2B5EF4-FFF2-40B4-BE49-F238E27FC236}">
                <a16:creationId xmlns:a16="http://schemas.microsoft.com/office/drawing/2014/main" id="{11648B95-444D-F550-C7B7-03ECF3CC6D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48525" y="3359150"/>
            <a:ext cx="3000375" cy="304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87" name="Picture 9">
            <a:extLst>
              <a:ext uri="{FF2B5EF4-FFF2-40B4-BE49-F238E27FC236}">
                <a16:creationId xmlns:a16="http://schemas.microsoft.com/office/drawing/2014/main" id="{F2516A8F-489C-48C1-342B-7C28B730C0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1088" y="3709988"/>
            <a:ext cx="3849687" cy="288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2" name="Title 1">
            <a:extLst>
              <a:ext uri="{FF2B5EF4-FFF2-40B4-BE49-F238E27FC236}">
                <a16:creationId xmlns:a16="http://schemas.microsoft.com/office/drawing/2014/main" id="{25227DC5-9895-43CE-13E9-209FE7C637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31950" y="549275"/>
            <a:ext cx="8229600" cy="1143000"/>
          </a:xfrm>
        </p:spPr>
        <p:txBody>
          <a:bodyPr/>
          <a:lstStyle/>
          <a:p>
            <a:pPr marL="53975" eaLnBrk="1" hangingPunct="1">
              <a:defRPr/>
            </a:pPr>
            <a:r>
              <a:rPr lang="en-US" altLang="bg-BG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</a:t>
            </a:r>
            <a:r>
              <a:rPr lang="bg-BG" altLang="bg-BG" sz="4000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2. Оптични дискове </a:t>
            </a:r>
            <a:br>
              <a:rPr lang="bg-BG" altLang="bg-BG" dirty="0"/>
            </a:br>
            <a:endParaRPr lang="en-US" altLang="bg-BG" dirty="0"/>
          </a:p>
        </p:txBody>
      </p:sp>
      <p:sp>
        <p:nvSpPr>
          <p:cNvPr id="15363" name="Content Placeholder 4">
            <a:extLst>
              <a:ext uri="{FF2B5EF4-FFF2-40B4-BE49-F238E27FC236}">
                <a16:creationId xmlns:a16="http://schemas.microsoft.com/office/drawing/2014/main" id="{E941D20D-DF66-5AA4-D2F1-4CB15D8932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631950" y="1552575"/>
            <a:ext cx="10225088" cy="3571875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Franklin Gothic Book" charset="-52"/>
              <a:buNone/>
              <a:defRPr/>
            </a:pP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а) 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CD</a:t>
            </a: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и 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DVD</a:t>
            </a:r>
            <a:endParaRPr lang="bg-BG" altLang="bg-BG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 New Roman" pitchFamily="18" charset="0"/>
              <a:buChar char="₋"/>
              <a:defRPr/>
            </a:pPr>
            <a:r>
              <a:rPr lang="bg-BG" altLang="bg-BG" sz="2800" dirty="0"/>
              <a:t>Оптичните дискове са за еднократен запис (</a:t>
            </a:r>
            <a:r>
              <a:rPr lang="en-US" altLang="bg-BG" sz="2800" dirty="0"/>
              <a:t>CD-R</a:t>
            </a:r>
            <a:r>
              <a:rPr lang="bg-BG" altLang="bg-BG" sz="2800" dirty="0"/>
              <a:t>) и за многократен запис (</a:t>
            </a:r>
            <a:r>
              <a:rPr lang="en-US" altLang="bg-BG" sz="2800" dirty="0"/>
              <a:t>CD-RW</a:t>
            </a:r>
            <a:r>
              <a:rPr lang="bg-BG" altLang="bg-BG" sz="2800" dirty="0"/>
              <a:t>). Аналогично – </a:t>
            </a:r>
            <a:r>
              <a:rPr lang="en-US" altLang="bg-BG" sz="2800" dirty="0"/>
              <a:t>DVD-R </a:t>
            </a:r>
            <a:r>
              <a:rPr lang="bg-BG" altLang="bg-BG" sz="2800" dirty="0"/>
              <a:t>и </a:t>
            </a:r>
            <a:r>
              <a:rPr lang="en-US" altLang="bg-BG" sz="2800" dirty="0"/>
              <a:t>DVD-RW</a:t>
            </a:r>
            <a:endParaRPr lang="bg-BG" altLang="bg-BG" sz="2800" dirty="0"/>
          </a:p>
          <a:p>
            <a:pPr eaLnBrk="1" hangingPunct="1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Times New Roman" pitchFamily="18" charset="0"/>
              <a:buChar char="₋"/>
              <a:defRPr/>
            </a:pPr>
            <a:r>
              <a:rPr lang="bg-BG" altLang="bg-BG" sz="2800" dirty="0"/>
              <a:t>Капацитетът на </a:t>
            </a:r>
            <a:r>
              <a:rPr lang="en-US" altLang="bg-BG" sz="2800" dirty="0"/>
              <a:t>CD </a:t>
            </a:r>
            <a:r>
              <a:rPr lang="bg-BG" altLang="bg-BG" sz="2800" dirty="0"/>
              <a:t>е 700-800 МВ, а на </a:t>
            </a:r>
            <a:r>
              <a:rPr lang="en-US" altLang="bg-BG" sz="2800" dirty="0"/>
              <a:t>DVD</a:t>
            </a:r>
            <a:r>
              <a:rPr lang="bg-BG" altLang="bg-BG" sz="2800" dirty="0"/>
              <a:t> – няколко пъти повече – стандартно 4.7 </a:t>
            </a:r>
            <a:r>
              <a:rPr lang="en-US" altLang="bg-BG" sz="2800" dirty="0"/>
              <a:t>GB</a:t>
            </a:r>
            <a:endParaRPr lang="bg-BG" altLang="bg-BG" sz="2800" dirty="0"/>
          </a:p>
          <a:p>
            <a:pPr eaLnBrk="1" hangingPunct="1">
              <a:spcBef>
                <a:spcPct val="0"/>
              </a:spcBef>
              <a:spcAft>
                <a:spcPct val="0"/>
              </a:spcAft>
              <a:buFont typeface="Wingdings 2"/>
              <a:buChar char=""/>
              <a:defRPr/>
            </a:pPr>
            <a:endParaRPr lang="en-US" altLang="bg-BG" dirty="0"/>
          </a:p>
        </p:txBody>
      </p:sp>
      <p:pic>
        <p:nvPicPr>
          <p:cNvPr id="16390" name="Picture 3" descr="C:\Users\yani\Documents\служебна\5\pc компоненти\CD.jpg">
            <a:extLst>
              <a:ext uri="{FF2B5EF4-FFF2-40B4-BE49-F238E27FC236}">
                <a16:creationId xmlns:a16="http://schemas.microsoft.com/office/drawing/2014/main" id="{0D8D9087-E1F6-76E1-5AA0-0C28FA297B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3838" y="4149725"/>
            <a:ext cx="2500312" cy="2484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5365" name="Картина 4">
            <a:extLst>
              <a:ext uri="{FF2B5EF4-FFF2-40B4-BE49-F238E27FC236}">
                <a16:creationId xmlns:a16="http://schemas.microsoft.com/office/drawing/2014/main" id="{652DF5F7-F72D-1832-F752-767414208A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525" y="6527800"/>
            <a:ext cx="316547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5366" name="Картина 5">
            <a:extLst>
              <a:ext uri="{FF2B5EF4-FFF2-40B4-BE49-F238E27FC236}">
                <a16:creationId xmlns:a16="http://schemas.microsoft.com/office/drawing/2014/main" id="{BCB8604D-E0A7-1A40-6944-345CE95272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8763" y="6535738"/>
            <a:ext cx="31654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5367" name="Картина 6">
            <a:extLst>
              <a:ext uri="{FF2B5EF4-FFF2-40B4-BE49-F238E27FC236}">
                <a16:creationId xmlns:a16="http://schemas.microsoft.com/office/drawing/2014/main" id="{FB46F08A-5029-C82B-48FE-0138A001D1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6700" y="6527800"/>
            <a:ext cx="3165475" cy="481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  <p:pic>
        <p:nvPicPr>
          <p:cNvPr id="15368" name="Картина 7">
            <a:extLst>
              <a:ext uri="{FF2B5EF4-FFF2-40B4-BE49-F238E27FC236}">
                <a16:creationId xmlns:a16="http://schemas.microsoft.com/office/drawing/2014/main" id="{9E447FA7-65A4-7DE5-30B6-032DEA615B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33525" y="6535738"/>
            <a:ext cx="3165475" cy="481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4.375E-06 4.44444E-06 L -0.7293 0.00092">
                                      <p:cBhvr>
                                        <p:cTn id="6" dur="5000" fill="hold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750"/>
                            </p:stCondLst>
                            <p:childTnLst>
                              <p:par>
                                <p:cTn id="8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 tmFilter="0, 0; .2, .5; .8, .5; 1, 0"/>
                                        <p:tgtEl>
                                          <p:spTgt spid="1536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250" autoRev="1" fill="hold"/>
                                        <p:tgtEl>
                                          <p:spTgt spid="1536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6250"/>
                            </p:stCondLst>
                            <p:childTnLst>
                              <p:par>
                                <p:cTn id="12" presetID="2" presetClass="exit" presetSubtype="4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53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3750"/>
                            </p:stCondLst>
                            <p:childTnLst>
                              <p:par>
                                <p:cTn id="17" presetID="42" presetClass="path" presetSubtype="0" accel="50000" decel="50000" fill="hold" nodeType="afterEffect">
                                  <p:stCondLst>
                                    <p:cond delay="7750"/>
                                  </p:stCondLst>
                                  <p:childTnLst>
                                    <p:animMotion origin="layout" path="M 5E-06 -2.96296E-06 L -0.7293 0.00093">
                                      <p:cBhvr>
                                        <p:cTn id="18" dur="5000" fill="hold"/>
                                        <p:tgtEl>
                                          <p:spTgt spid="153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2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 tmFilter="0, 0; .2, .5; .8, .5; 1, 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2" dur="250" autoRev="1" fill="hold"/>
                                        <p:tgtEl>
                                          <p:spTgt spid="1536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7000"/>
                            </p:stCondLst>
                            <p:childTnLst>
                              <p:par>
                                <p:cTn id="24" presetID="10" presetClass="exit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153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4500"/>
                            </p:stCondLst>
                            <p:childTnLst>
                              <p:par>
                                <p:cTn id="28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95833E-06 4.44444E-06 L -0.7293 0.00092">
                                      <p:cBhvr>
                                        <p:cTn id="29" dur="5000" fill="hold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39500"/>
                            </p:stCondLst>
                            <p:childTnLst>
                              <p:par>
                                <p:cTn id="31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2" dur="500" tmFilter="0, 0; .2, .5; .8, .5; 1, 0"/>
                                        <p:tgtEl>
                                          <p:spTgt spid="1536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3" dur="250" autoRev="1" fill="hold"/>
                                        <p:tgtEl>
                                          <p:spTgt spid="1536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40000"/>
                            </p:stCondLst>
                            <p:childTnLst>
                              <p:par>
                                <p:cTn id="35" presetID="2" presetClass="exit" presetSubtype="4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6" dur="500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153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47500"/>
                            </p:stCondLst>
                            <p:childTnLst>
                              <p:par>
                                <p:cTn id="40" presetID="42" presetClass="path" presetSubtype="0" accel="50000" decel="50000" fill="hold" nodeType="afterEffect">
                                  <p:stCondLst>
                                    <p:cond delay="7750"/>
                                  </p:stCondLst>
                                  <p:childTnLst>
                                    <p:animMotion origin="layout" path="M 4.58333E-06 -4.44444E-06 L -0.7293 0.00093">
                                      <p:cBhvr>
                                        <p:cTn id="41" dur="5000" fill="hold"/>
                                        <p:tgtEl>
                                          <p:spTgt spid="153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60250"/>
                            </p:stCondLst>
                            <p:childTnLst>
                              <p:par>
                                <p:cTn id="43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4" dur="500" tmFilter="0, 0; .2, .5; .8, .5; 1, 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5" dur="250" autoRev="1" fill="hold"/>
                                        <p:tgtEl>
                                          <p:spTgt spid="1536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60750"/>
                            </p:stCondLst>
                            <p:childTnLst>
                              <p:par>
                                <p:cTn id="47" presetID="10" presetClass="exit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536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ABC098E7-B178-74B4-CE3E-806CB14BBD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16050" y="404813"/>
            <a:ext cx="8229600" cy="1500187"/>
          </a:xfrm>
        </p:spPr>
        <p:txBody>
          <a:bodyPr/>
          <a:lstStyle/>
          <a:p>
            <a:pPr marL="53975" eaLnBrk="1" hangingPunct="1">
              <a:defRPr/>
            </a:pPr>
            <a:r>
              <a:rPr lang="en-US" altLang="bg-BG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1.</a:t>
            </a:r>
            <a:r>
              <a:rPr lang="bg-BG" altLang="bg-BG" sz="40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3. Електронни</a:t>
            </a:r>
            <a:endParaRPr lang="en-US" altLang="bg-BG" sz="4000" b="1" dirty="0">
              <a:solidFill>
                <a:srgbClr val="00206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16388" name="Rectangle 6">
            <a:extLst>
              <a:ext uri="{FF2B5EF4-FFF2-40B4-BE49-F238E27FC236}">
                <a16:creationId xmlns:a16="http://schemas.microsoft.com/office/drawing/2014/main" id="{585BEA58-110E-0CAC-A934-33B7CFB8B8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58925" y="1484313"/>
            <a:ext cx="9832975" cy="2305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5pPr>
            <a:lvl6pPr marL="2514600" indent="-228600" defTabSz="457200" eaLnBrk="0" fontAlgn="base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6pPr>
            <a:lvl7pPr marL="2971800" indent="-228600" defTabSz="457200" eaLnBrk="0" fontAlgn="base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7pPr>
            <a:lvl8pPr marL="3429000" indent="-228600" defTabSz="457200" eaLnBrk="0" fontAlgn="base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8pPr>
            <a:lvl9pPr marL="3886200" indent="-228600" defTabSz="457200" eaLnBrk="0" fontAlgn="base" hangingPunct="0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i="1">
                <a:solidFill>
                  <a:schemeClr val="tx2"/>
                </a:solidFill>
                <a:latin typeface="Franklin Gothic Book" panose="020B05030201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bg-BG" altLang="bg-BG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а) </a:t>
            </a:r>
            <a:r>
              <a:rPr lang="en-US" altLang="bg-BG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Flash-</a:t>
            </a:r>
            <a:r>
              <a:rPr lang="bg-BG" altLang="bg-BG" sz="2800" b="1">
                <a:solidFill>
                  <a:srgbClr val="00206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памет</a:t>
            </a:r>
            <a:endParaRPr lang="ru-RU" altLang="bg-BG" sz="2800" b="1">
              <a:solidFill>
                <a:srgbClr val="002060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ea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ru-RU" altLang="bg-BG" sz="2800" b="1">
                <a:solidFill>
                  <a:schemeClr val="tx1"/>
                </a:solidFill>
              </a:rPr>
              <a:t>Флаш-памет</a:t>
            </a:r>
            <a:r>
              <a:rPr lang="ru-RU" altLang="bg-BG" sz="2800">
                <a:solidFill>
                  <a:schemeClr val="tx1"/>
                </a:solidFill>
              </a:rPr>
              <a:t> е вид енергонезависима компютърна памет. Реализира се върху полупроводникови чипове . Те са евтини, с висока скорост, надеждни и сравнително голям обем – от 2 </a:t>
            </a:r>
            <a:r>
              <a:rPr lang="en-US" altLang="bg-BG" sz="2800">
                <a:solidFill>
                  <a:schemeClr val="tx1"/>
                </a:solidFill>
              </a:rPr>
              <a:t>GB</a:t>
            </a:r>
            <a:r>
              <a:rPr lang="ru-RU" altLang="bg-BG" sz="2800">
                <a:solidFill>
                  <a:schemeClr val="tx1"/>
                </a:solidFill>
              </a:rPr>
              <a:t> до 32</a:t>
            </a:r>
            <a:r>
              <a:rPr lang="en-US" altLang="bg-BG" sz="2800">
                <a:solidFill>
                  <a:schemeClr val="tx1"/>
                </a:solidFill>
              </a:rPr>
              <a:t> GB</a:t>
            </a:r>
          </a:p>
        </p:txBody>
      </p:sp>
      <p:pic>
        <p:nvPicPr>
          <p:cNvPr id="17412" name="Picture 6">
            <a:extLst>
              <a:ext uri="{FF2B5EF4-FFF2-40B4-BE49-F238E27FC236}">
                <a16:creationId xmlns:a16="http://schemas.microsoft.com/office/drawing/2014/main" id="{9A7DA05B-594F-3B97-3A5A-6DC3935D38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3975" y="3573463"/>
            <a:ext cx="5648325" cy="273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F2D58762-BCDA-D912-89A1-0BE9DE97F2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7125" y="604838"/>
            <a:ext cx="10872788" cy="1143000"/>
          </a:xfrm>
        </p:spPr>
        <p:txBody>
          <a:bodyPr/>
          <a:lstStyle/>
          <a:p>
            <a:pPr marL="53975" eaLnBrk="1" hangingPunct="1">
              <a:defRPr/>
            </a:pPr>
            <a:r>
              <a:rPr lang="en-US" alt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2</a:t>
            </a:r>
            <a:r>
              <a:rPr lang="bg-BG" alt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Устройства за достъп до носители на информация</a:t>
            </a:r>
            <a:br>
              <a:rPr lang="bg-BG" alt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</a:br>
            <a:br>
              <a:rPr lang="bg-BG" altLang="bg-BG" sz="4000" dirty="0"/>
            </a:br>
            <a:br>
              <a:rPr lang="bg-BG" altLang="bg-BG" sz="32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br>
              <a:rPr lang="bg-BG" altLang="bg-BG" sz="4000" dirty="0"/>
            </a:br>
            <a:endParaRPr lang="en-US" altLang="bg-BG" sz="4000" dirty="0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E43E2F55-3AA8-B8AD-9EA3-43A5D4B6494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11225" y="2133600"/>
            <a:ext cx="6913563" cy="4535488"/>
          </a:xfrm>
        </p:spPr>
        <p:txBody>
          <a:bodyPr/>
          <a:lstStyle/>
          <a:p>
            <a:pPr marL="0" indent="0" eaLnBrk="1" hangingPunct="1">
              <a:buFont typeface="Franklin Gothic Book" charset="-52"/>
              <a:buNone/>
              <a:defRPr/>
            </a:pP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а) Ф</a:t>
            </a:r>
            <a:r>
              <a:rPr lang="en-US" alt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лопи-дисково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устройство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altLang="bg-BG" sz="2800" dirty="0"/>
              <a:t>(</a:t>
            </a:r>
            <a:r>
              <a:rPr lang="en-US" altLang="bg-BG" sz="2800" b="1" dirty="0"/>
              <a:t>FDD- Floppy Disk Drive</a:t>
            </a:r>
            <a:r>
              <a:rPr lang="en-US" altLang="bg-BG" sz="2800" dirty="0"/>
              <a:t>) е </a:t>
            </a:r>
            <a:r>
              <a:rPr lang="en-US" altLang="bg-BG" sz="2800" dirty="0" err="1"/>
              <a:t>устройството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за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работа</a:t>
            </a:r>
            <a:r>
              <a:rPr lang="en-US" altLang="bg-BG" sz="2800" dirty="0"/>
              <a:t> с </a:t>
            </a:r>
            <a:r>
              <a:rPr lang="en-US" altLang="bg-BG" sz="2800" dirty="0" err="1"/>
              <a:t>дискети</a:t>
            </a:r>
            <a:r>
              <a:rPr lang="en-US" altLang="bg-BG" sz="2800" dirty="0"/>
              <a:t>;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Franklin Gothic Book" charset="-52"/>
              <a:buNone/>
              <a:defRPr/>
            </a:pP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б) 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DVD </a:t>
            </a:r>
            <a:r>
              <a:rPr lang="en-US" altLang="bg-BG" sz="2800" b="1" dirty="0" err="1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устройство</a:t>
            </a:r>
            <a:b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bg-BG" altLang="bg-BG" sz="2800" dirty="0"/>
              <a:t>Това са у</a:t>
            </a:r>
            <a:r>
              <a:rPr lang="en-US" altLang="bg-BG" sz="2800" dirty="0" err="1"/>
              <a:t>стройствата</a:t>
            </a:r>
            <a:r>
              <a:rPr lang="en-US" altLang="bg-BG" sz="2800" dirty="0"/>
              <a:t> </a:t>
            </a:r>
            <a:r>
              <a:rPr lang="bg-BG" altLang="bg-BG" sz="2800" dirty="0"/>
              <a:t>за </a:t>
            </a:r>
            <a:r>
              <a:rPr lang="en-US" altLang="bg-BG" sz="2800" dirty="0"/>
              <a:t>CD </a:t>
            </a:r>
            <a:r>
              <a:rPr lang="bg-BG" altLang="bg-BG" sz="2800" dirty="0"/>
              <a:t>и </a:t>
            </a:r>
            <a:r>
              <a:rPr lang="en-US" altLang="bg-BG" sz="2800" dirty="0"/>
              <a:t>DVD</a:t>
            </a:r>
            <a:r>
              <a:rPr lang="bg-BG" altLang="bg-BG" sz="2800" dirty="0"/>
              <a:t>. М</a:t>
            </a:r>
            <a:r>
              <a:rPr lang="en-US" altLang="bg-BG" sz="2800" dirty="0" err="1"/>
              <a:t>огат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да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са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само</a:t>
            </a:r>
            <a:r>
              <a:rPr lang="en-US" altLang="bg-BG" sz="2800" dirty="0"/>
              <a:t> </a:t>
            </a:r>
            <a:r>
              <a:rPr lang="en-US" altLang="bg-BG" sz="2800" dirty="0" err="1"/>
              <a:t>четящи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или</a:t>
            </a:r>
            <a:r>
              <a:rPr lang="en-US" altLang="bg-BG" sz="2800" dirty="0"/>
              <a:t> и </a:t>
            </a:r>
            <a:r>
              <a:rPr lang="en-US" altLang="bg-BG" sz="2800" dirty="0" err="1"/>
              <a:t>позволяващи</a:t>
            </a:r>
            <a:r>
              <a:rPr lang="en-US" altLang="bg-BG" sz="2800" dirty="0"/>
              <a:t> </a:t>
            </a:r>
            <a:r>
              <a:rPr lang="en-US" altLang="bg-BG" sz="2800" dirty="0" err="1"/>
              <a:t>запис</a:t>
            </a:r>
            <a:r>
              <a:rPr lang="en-US" altLang="bg-BG" sz="2800" dirty="0"/>
              <a:t>;</a:t>
            </a: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Franklin Gothic Book" charset="-52"/>
              <a:buNone/>
              <a:defRPr/>
            </a:pP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в) </a:t>
            </a:r>
            <a:r>
              <a:rPr lang="en-US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USB-</a:t>
            </a:r>
            <a:r>
              <a:rPr lang="bg-BG" altLang="bg-BG" sz="2800" b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устройство</a:t>
            </a:r>
            <a:endParaRPr lang="en-US" altLang="bg-BG" sz="2800" b="1" dirty="0"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0" indent="0" eaLnBrk="1" hangingPunct="1">
              <a:spcBef>
                <a:spcPts val="0"/>
              </a:spcBef>
              <a:spcAft>
                <a:spcPts val="0"/>
              </a:spcAft>
              <a:buFont typeface="Franklin Gothic Book" charset="-52"/>
              <a:buNone/>
              <a:defRPr/>
            </a:pPr>
            <a:r>
              <a:rPr lang="bg-BG" altLang="bg-BG" sz="2800" dirty="0">
                <a:solidFill>
                  <a:schemeClr val="tx1"/>
                </a:solidFill>
              </a:rPr>
              <a:t>Това са устройствата в които се поставя </a:t>
            </a:r>
            <a:r>
              <a:rPr lang="en-US" altLang="bg-BG" sz="2800" dirty="0">
                <a:solidFill>
                  <a:schemeClr val="tx1"/>
                </a:solidFill>
              </a:rPr>
              <a:t>flash-</a:t>
            </a:r>
            <a:r>
              <a:rPr lang="bg-BG" altLang="bg-BG" sz="2800" dirty="0">
                <a:solidFill>
                  <a:schemeClr val="tx1"/>
                </a:solidFill>
              </a:rPr>
              <a:t>паметта.</a:t>
            </a:r>
          </a:p>
          <a:p>
            <a:pPr marL="0" indent="0" eaLnBrk="1" hangingPunct="1">
              <a:buFont typeface="Franklin Gothic Book" charset="-52"/>
              <a:buNone/>
              <a:defRPr/>
            </a:pPr>
            <a:endParaRPr lang="en-US" altLang="bg-BG" sz="2800" dirty="0"/>
          </a:p>
        </p:txBody>
      </p:sp>
      <p:pic>
        <p:nvPicPr>
          <p:cNvPr id="18436" name="Content Placeholder 7" descr="floppy_2.jpg">
            <a:extLst>
              <a:ext uri="{FF2B5EF4-FFF2-40B4-BE49-F238E27FC236}">
                <a16:creationId xmlns:a16="http://schemas.microsoft.com/office/drawing/2014/main" id="{1249568D-7B93-70A7-137B-ADF135470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0188" y="1052513"/>
            <a:ext cx="2879725" cy="244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6">
            <a:extLst>
              <a:ext uri="{FF2B5EF4-FFF2-40B4-BE49-F238E27FC236}">
                <a16:creationId xmlns:a16="http://schemas.microsoft.com/office/drawing/2014/main" id="{A8DCEA18-7C06-BC67-F866-3B9B2FE459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16800" y="3167063"/>
            <a:ext cx="3121025" cy="2047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8438" name="Picture 7">
            <a:extLst>
              <a:ext uri="{FF2B5EF4-FFF2-40B4-BE49-F238E27FC236}">
                <a16:creationId xmlns:a16="http://schemas.microsoft.com/office/drawing/2014/main" id="{05446A28-DF39-6FCA-B8C3-EB74F91BF5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9113" y="4797425"/>
            <a:ext cx="2590800" cy="20605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>
    <p:strips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AEC07CC7-8092-83C3-FE73-0AED1F8CD2D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7488" y="404813"/>
            <a:ext cx="8766175" cy="1143000"/>
          </a:xfrm>
        </p:spPr>
        <p:txBody>
          <a:bodyPr/>
          <a:lstStyle/>
          <a:p>
            <a:pPr marL="53975" eaLnBrk="1" hangingPunct="1">
              <a:defRPr/>
            </a:pPr>
            <a:r>
              <a:rPr lang="en-US" alt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bg-BG" altLang="bg-BG" sz="4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Файлови формати</a:t>
            </a:r>
            <a:br>
              <a:rPr lang="bg-BG" altLang="bg-BG" dirty="0"/>
            </a:br>
            <a:endParaRPr lang="en-US" altLang="bg-BG" dirty="0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53D91811-00E8-B2D8-284A-6958B6B603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558925" y="1341438"/>
            <a:ext cx="9410700" cy="4953000"/>
          </a:xfrm>
        </p:spPr>
        <p:txBody>
          <a:bodyPr/>
          <a:lstStyle/>
          <a:p>
            <a:pPr marL="0" indent="0" algn="ctr" eaLnBrk="1" hangingPunct="1">
              <a:buFont typeface="Franklin Gothic Book" charset="-52"/>
              <a:buNone/>
              <a:defRPr/>
            </a:pPr>
            <a:r>
              <a:rPr lang="bg-BG" altLang="bg-BG" sz="2800" dirty="0">
                <a:solidFill>
                  <a:schemeClr val="tx1"/>
                </a:solidFill>
              </a:rPr>
              <a:t>Файловете съхраняват различен по вид информация и се различават един от друг не само по името си, но и по разширението, което показва форматът на файла.</a:t>
            </a:r>
          </a:p>
          <a:p>
            <a:pPr marL="0" indent="0" algn="ctr" eaLnBrk="1" hangingPunct="1">
              <a:buFont typeface="Franklin Gothic Book" charset="-52"/>
              <a:buNone/>
              <a:defRPr/>
            </a:pPr>
            <a:r>
              <a:rPr lang="bg-BG" altLang="bg-BG" sz="28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Файлов формат </a:t>
            </a:r>
            <a:r>
              <a:rPr lang="bg-BG" altLang="bg-BG" sz="2800" dirty="0">
                <a:solidFill>
                  <a:schemeClr val="tx1"/>
                </a:solidFill>
              </a:rPr>
              <a:t>е начинът, по който информацията се кодира за съхраняване във файл.</a:t>
            </a:r>
          </a:p>
        </p:txBody>
      </p:sp>
      <p:pic>
        <p:nvPicPr>
          <p:cNvPr id="19460" name="Picture 5">
            <a:extLst>
              <a:ext uri="{FF2B5EF4-FFF2-40B4-BE49-F238E27FC236}">
                <a16:creationId xmlns:a16="http://schemas.microsoft.com/office/drawing/2014/main" id="{C65F3FFA-C933-0C06-E6F6-92DE61071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813" y="4044950"/>
            <a:ext cx="2979737" cy="222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6">
            <a:extLst>
              <a:ext uri="{FF2B5EF4-FFF2-40B4-BE49-F238E27FC236}">
                <a16:creationId xmlns:a16="http://schemas.microsoft.com/office/drawing/2014/main" id="{A9C5DAF5-5EB0-71B4-07E8-6617F4B32B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6725" y="3860800"/>
            <a:ext cx="3311525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strip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4DCCBBA-6DE2-6DA1-5F64-AD42465083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87488" y="404813"/>
            <a:ext cx="8766175" cy="1143000"/>
          </a:xfrm>
        </p:spPr>
        <p:txBody>
          <a:bodyPr/>
          <a:lstStyle/>
          <a:p>
            <a:pPr marL="53975" eaLnBrk="1" hangingPunct="1">
              <a:defRPr/>
            </a:pPr>
            <a:r>
              <a:rPr lang="en-US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3</a:t>
            </a:r>
            <a:r>
              <a:rPr lang="bg-BG" altLang="bg-BG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 Файлови формати</a:t>
            </a:r>
            <a:br>
              <a:rPr lang="bg-BG" altLang="bg-BG" dirty="0"/>
            </a:br>
            <a:endParaRPr lang="en-US" altLang="bg-BG" dirty="0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A84BB2B-B893-A981-AE94-F6FA770B59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1127125" y="1571625"/>
            <a:ext cx="10418763" cy="4953000"/>
          </a:xfrm>
        </p:spPr>
        <p:txBody>
          <a:bodyPr/>
          <a:lstStyle/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text.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docx</a:t>
            </a:r>
            <a:r>
              <a:rPr lang="bg-BG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; </a:t>
            </a:r>
            <a:r>
              <a:rPr lang="bg-BG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text.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txt;</a:t>
            </a:r>
            <a:r>
              <a:rPr lang="bg-BG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00B05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text.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rtf;</a:t>
            </a:r>
            <a:r>
              <a:rPr lang="en-US" altLang="bg-BG" sz="2800">
                <a:solidFill>
                  <a:srgbClr val="00B05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bg-BG" altLang="bg-BG" sz="2800">
                <a:solidFill>
                  <a:srgbClr val="00B05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text.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pdf 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–</a:t>
            </a:r>
            <a:r>
              <a:rPr lang="bg-BG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текстов файл</a:t>
            </a:r>
            <a:endParaRPr lang="en-US" altLang="bg-BG" sz="2800"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table.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xlsx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–</a:t>
            </a:r>
            <a:r>
              <a:rPr lang="bg-BG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табличен файл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/MS Excel/</a:t>
            </a:r>
            <a:endParaRPr lang="en-US" altLang="bg-BG" sz="2800">
              <a:solidFill>
                <a:srgbClr val="FF0000"/>
              </a:solidFill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Kartinka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bmp;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Kartinka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gif;</a:t>
            </a:r>
            <a:r>
              <a:rPr lang="en-US" altLang="bg-BG" sz="2800">
                <a:solidFill>
                  <a:srgbClr val="00B05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Kartinka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jpg, 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Kartinka.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png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–</a:t>
            </a:r>
            <a:r>
              <a:rPr lang="bg-BG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графичен файл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</a:p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Presentaion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pptx,</a:t>
            </a: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Presentaion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pps 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– </a:t>
            </a:r>
            <a:r>
              <a:rPr lang="bg-BG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презентационен файл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/MS Power Point/</a:t>
            </a:r>
            <a:endParaRPr lang="bg-BG" altLang="bg-BG" sz="2800"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solidFill>
                  <a:srgbClr val="00206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Setup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.exe</a:t>
            </a:r>
            <a:r>
              <a:rPr lang="bg-BG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bg-BG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– служебен /команден/ файл</a:t>
            </a:r>
            <a:endParaRPr lang="en-US" altLang="bg-BG" sz="2800">
              <a:latin typeface="Franklin Gothic Book" panose="020B0503020102020204" pitchFamily="34" charset="0"/>
              <a:cs typeface="Arial" panose="020B0604020202020204" pitchFamily="34" charset="0"/>
            </a:endParaRPr>
          </a:p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Sound.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wav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Sound.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mp3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Sound.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raw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Sound.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ram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 – </a:t>
            </a:r>
            <a:r>
              <a:rPr lang="bg-BG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аудиоформати</a:t>
            </a:r>
          </a:p>
          <a:p>
            <a:pPr eaLnBrk="1" hangingPunct="1">
              <a:buFont typeface="Times New Roman" panose="02020603050405020304" pitchFamily="18" charset="0"/>
              <a:buChar char="₋"/>
            </a:pP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Film.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avi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Film.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wmv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Film.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mkv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Film.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mov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Film.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mpg</a:t>
            </a:r>
            <a:r>
              <a:rPr lang="en-US" altLang="bg-BG" sz="2800">
                <a:latin typeface="Franklin Gothic Book" panose="020B0503020102020204" pitchFamily="34" charset="0"/>
                <a:cs typeface="Arial" panose="020B0604020202020204" pitchFamily="34" charset="0"/>
              </a:rPr>
              <a:t>, Film.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mp4</a:t>
            </a:r>
            <a:r>
              <a:rPr lang="bg-BG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 </a:t>
            </a:r>
            <a:r>
              <a:rPr lang="en-US" altLang="bg-BG" sz="2800">
                <a:solidFill>
                  <a:srgbClr val="FF0000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- </a:t>
            </a:r>
            <a:r>
              <a:rPr lang="bg-BG" altLang="bg-BG" sz="2800">
                <a:solidFill>
                  <a:schemeClr val="tx1"/>
                </a:solidFill>
                <a:latin typeface="Franklin Gothic Book" panose="020B0503020102020204" pitchFamily="34" charset="0"/>
                <a:cs typeface="Arial" panose="020B0604020202020204" pitchFamily="34" charset="0"/>
              </a:rPr>
              <a:t>видеоформати</a:t>
            </a:r>
          </a:p>
        </p:txBody>
      </p:sp>
    </p:spTree>
  </p:cSld>
  <p:clrMapOvr>
    <a:masterClrMapping/>
  </p:clrMapOvr>
  <p:transition>
    <p:strip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7" name="Picture 3">
            <a:extLst>
              <a:ext uri="{FF2B5EF4-FFF2-40B4-BE49-F238E27FC236}">
                <a16:creationId xmlns:a16="http://schemas.microsoft.com/office/drawing/2014/main" id="{BC5939BF-FEEB-34DD-E7A1-81F33984E0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400" y="188640"/>
            <a:ext cx="2160240" cy="1791643"/>
          </a:xfrm>
          <a:prstGeom prst="rect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Заглавие 1">
            <a:extLst>
              <a:ext uri="{FF2B5EF4-FFF2-40B4-BE49-F238E27FC236}">
                <a16:creationId xmlns:a16="http://schemas.microsoft.com/office/drawing/2014/main" id="{C4D8B876-F332-152B-B474-63C0A4D80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47850" y="523875"/>
            <a:ext cx="9601200" cy="1485900"/>
          </a:xfrm>
        </p:spPr>
        <p:txBody>
          <a:bodyPr/>
          <a:lstStyle/>
          <a:p>
            <a:pPr algn="ctr" eaLnBrk="1" hangingPunct="1">
              <a:defRPr/>
            </a:pPr>
            <a:r>
              <a:rPr lang="bg-BG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Разлики между графичните формати</a:t>
            </a:r>
          </a:p>
        </p:txBody>
      </p:sp>
      <p:pic>
        <p:nvPicPr>
          <p:cNvPr id="21508" name="Контейнер за съдържание 3">
            <a:extLst>
              <a:ext uri="{FF2B5EF4-FFF2-40B4-BE49-F238E27FC236}">
                <a16:creationId xmlns:a16="http://schemas.microsoft.com/office/drawing/2014/main" id="{7903891A-1422-9DDE-80F1-11919174FD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558925" y="1484313"/>
            <a:ext cx="10009188" cy="5157787"/>
          </a:xfrm>
        </p:spPr>
      </p:pic>
    </p:spTree>
  </p:cSld>
  <p:clrMapOvr>
    <a:masterClrMapping/>
  </p:clrMapOvr>
  <p:transition spd="slow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18.09.12"/>
  <p:tag name="AS_TITLE" val="Aspose.Slides for .NET 2.0"/>
  <p:tag name="AS_VERSION" val="18.9"/>
</p:tagLst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Arial"/>
        <a:cs typeface="Arial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Arial"/>
        <a:cs typeface="Arial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ppt/theme/themeOverride1.xml><?xml version="1.0" encoding="utf-8"?>
<a:themeOverride xmlns:a="http://schemas.openxmlformats.org/drawingml/2006/main">
  <a:clrScheme name="Crop">
    <a:dk1>
      <a:sysClr val="windowText" lastClr="000000"/>
    </a:dk1>
    <a:lt1>
      <a:sysClr val="window" lastClr="FFFFFF"/>
    </a:lt1>
    <a:dk2>
      <a:srgbClr val="191B0E"/>
    </a:dk2>
    <a:lt2>
      <a:srgbClr val="EFEDE3"/>
    </a:lt2>
    <a:accent1>
      <a:srgbClr val="8C8D86"/>
    </a:accent1>
    <a:accent2>
      <a:srgbClr val="E6C069"/>
    </a:accent2>
    <a:accent3>
      <a:srgbClr val="897B61"/>
    </a:accent3>
    <a:accent4>
      <a:srgbClr val="8DAB8E"/>
    </a:accent4>
    <a:accent5>
      <a:srgbClr val="77A2BB"/>
    </a:accent5>
    <a:accent6>
      <a:srgbClr val="E28394"/>
    </a:accent6>
    <a:hlink>
      <a:srgbClr val="77A2BB"/>
    </a:hlink>
    <a:folHlink>
      <a:srgbClr val="957A99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Изрязване</Template>
  <TotalTime>344</TotalTime>
  <Words>445</Words>
  <Application>Microsoft Office PowerPoint</Application>
  <PresentationFormat>Широк екран</PresentationFormat>
  <Paragraphs>33</Paragraphs>
  <Slides>9</Slides>
  <Notes>0</Notes>
  <HiddenSlides>0</HiddenSlides>
  <MMClips>0</MMClips>
  <ScaleCrop>false</ScaleCrop>
  <HeadingPairs>
    <vt:vector size="6" baseType="variant">
      <vt:variant>
        <vt:lpstr>Използвани шрифтове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Заглавия на слайдовете</vt:lpstr>
      </vt:variant>
      <vt:variant>
        <vt:i4>9</vt:i4>
      </vt:variant>
    </vt:vector>
  </HeadingPairs>
  <TitlesOfParts>
    <vt:vector size="15" baseType="lpstr">
      <vt:lpstr>Franklin Gothic Book</vt:lpstr>
      <vt:lpstr>Arial</vt:lpstr>
      <vt:lpstr>Calibri</vt:lpstr>
      <vt:lpstr>Times New Roman</vt:lpstr>
      <vt:lpstr>Wingdings 2</vt:lpstr>
      <vt:lpstr>Crop</vt:lpstr>
      <vt:lpstr>Носители на информация и файлови формати</vt:lpstr>
      <vt:lpstr>1. Носители на информация  1.1. Магнитни носители </vt:lpstr>
      <vt:lpstr>Презентация на PowerPoint</vt:lpstr>
      <vt:lpstr>1.2. Оптични дискове  </vt:lpstr>
      <vt:lpstr>1.3. Електронни</vt:lpstr>
      <vt:lpstr>2. Устройства за достъп до носители на информация    </vt:lpstr>
      <vt:lpstr>3. Файлови формати </vt:lpstr>
      <vt:lpstr>3. Файлови формати </vt:lpstr>
      <vt:lpstr>Разлики между графичните формати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Носители на информация и файлови формати</dc:title>
  <dc:creator>Елена Г. Маврова-Ненкова</dc:creator>
  <cp:lastModifiedBy>Elena Nenkova</cp:lastModifiedBy>
  <cp:revision>41</cp:revision>
  <cp:lastPrinted>1601-01-01T00:00:00Z</cp:lastPrinted>
  <dcterms:created xsi:type="dcterms:W3CDTF">2011-10-26T05:52:34Z</dcterms:created>
  <dcterms:modified xsi:type="dcterms:W3CDTF">2026-07-24T14:56:24Z</dcterms:modified>
</cp:coreProperties>
</file>