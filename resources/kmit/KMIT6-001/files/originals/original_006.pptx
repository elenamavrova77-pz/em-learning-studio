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CCCEED61-3469-7118-23D6-257EC685B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0" y="40386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По избор</PresentationFormat>
  <Paragraphs>0</Paragraphs>
  <Slides>13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2026-07-25T08:26:15Z</dcterms:modified>
</cp:coreProperties>
</file>