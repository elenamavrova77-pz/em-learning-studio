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9" d="100"/>
          <a:sy n="59" d="100"/>
        </p:scale>
        <p:origin x="768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b="4751"/>
          <a:stretch>
            <a:fillRect/>
          </a:stretch>
        </p:blipFill>
        <p:spPr>
          <a:xfrm>
            <a:off x="0" y="38100"/>
            <a:ext cx="16256000" cy="9105900"/>
          </a:xfrm>
          <a:prstGeom prst="rect">
            <a:avLst/>
          </a:prstGeom>
        </p:spPr>
      </p:pic>
      <p:sp>
        <p:nvSpPr>
          <p:cNvPr id="3" name="Текстово поле 3">
            <a:extLst>
              <a:ext uri="{FF2B5EF4-FFF2-40B4-BE49-F238E27FC236}">
                <a16:creationId xmlns:a16="http://schemas.microsoft.com/office/drawing/2014/main" id="{3A4A4856-F201-31F5-414D-4274A07B1E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2800" y="6781800"/>
            <a:ext cx="4800600" cy="369332"/>
          </a:xfrm>
          <a:prstGeom prst="rect">
            <a:avLst/>
          </a:prstGeom>
          <a:solidFill>
            <a:schemeClr val="accent6">
              <a:lumMod val="50000"/>
            </a:schemeClr>
          </a:solidFill>
          <a:ln/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bg-BG" altLang="bg-BG" sz="18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КМИТ, 6 клас, Елена Маврова-Ненкова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7</Words>
  <Application>Microsoft Office PowerPoint</Application>
  <PresentationFormat>По избор</PresentationFormat>
  <Paragraphs>1</Paragraphs>
  <Slides>8</Slides>
  <Notes>0</Notes>
  <HiddenSlides>0</HiddenSlides>
  <MMClips>0</MMClips>
  <ScaleCrop>false</ScaleCrop>
  <HeadingPairs>
    <vt:vector size="6" baseType="variant">
      <vt:variant>
        <vt:lpstr>Използвани шрифтове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Заглавия на слайдовете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Елена Г. Маврова-Ненкова</dc:creator>
  <cp:lastModifiedBy>Elena Nenkova</cp:lastModifiedBy>
  <cp:revision>2</cp:revision>
  <dcterms:created xsi:type="dcterms:W3CDTF">2006-08-16T00:00:00Z</dcterms:created>
  <dcterms:modified xsi:type="dcterms:W3CDTF">2026-07-25T12:13:18Z</dcterms:modified>
</cp:coreProperties>
</file>