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76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Текстово поле 3">
            <a:extLst>
              <a:ext uri="{FF2B5EF4-FFF2-40B4-BE49-F238E27FC236}">
                <a16:creationId xmlns:a16="http://schemas.microsoft.com/office/drawing/2014/main" id="{149D4C41-4C0D-96D2-C6C9-4AAD3E21E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7772400"/>
            <a:ext cx="4800600" cy="369332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bg-BG" altLang="bg-BG" sz="1800" dirty="0">
                <a:solidFill>
                  <a:schemeClr val="bg1"/>
                </a:solidFill>
              </a:rPr>
              <a:t>КМИТ, 6 клас, Елена Маврова-Ненкова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По избор</PresentationFormat>
  <Paragraphs>1</Paragraphs>
  <Slides>13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Елена Г. Маврова-Ненкова</dc:creator>
  <cp:lastModifiedBy>Elena Nenkova</cp:lastModifiedBy>
  <cp:revision>2</cp:revision>
  <dcterms:created xsi:type="dcterms:W3CDTF">2006-08-16T00:00:00Z</dcterms:created>
  <dcterms:modified xsi:type="dcterms:W3CDTF">2026-07-25T12:45:17Z</dcterms:modified>
</cp:coreProperties>
</file>