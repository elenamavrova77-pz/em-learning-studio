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76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Текстово поле 2">
            <a:extLst>
              <a:ext uri="{FF2B5EF4-FFF2-40B4-BE49-F238E27FC236}">
                <a16:creationId xmlns:a16="http://schemas.microsoft.com/office/drawing/2014/main" id="{FD80DC24-C3E3-884E-4947-39D29DFB6E44}"/>
              </a:ext>
            </a:extLst>
          </p:cNvPr>
          <p:cNvSpPr txBox="1"/>
          <p:nvPr/>
        </p:nvSpPr>
        <p:spPr>
          <a:xfrm>
            <a:off x="203200" y="228600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defTabSz="912813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5613" algn="l" defTabSz="912813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2813" algn="l" defTabSz="912813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0013" algn="l" defTabSz="912813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7213" algn="l" defTabSz="912813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bg-BG" dirty="0">
                <a:latin typeface="Bookman Old Style" pitchFamily="18" charset="0"/>
                <a:cs typeface="Calibri" pitchFamily="34" charset="0"/>
              </a:rPr>
              <a:t>КМИТ, 6 клас, Маврова-Ненкова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</Words>
  <Application>Microsoft Office PowerPoint</Application>
  <PresentationFormat>По избор</PresentationFormat>
  <Paragraphs>1</Paragraphs>
  <Slides>15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15</vt:i4>
      </vt:variant>
    </vt:vector>
  </HeadingPairs>
  <TitlesOfParts>
    <vt:vector size="19" baseType="lpstr">
      <vt:lpstr>Arial</vt:lpstr>
      <vt:lpstr>Bookman Old Style</vt:lpstr>
      <vt:lpstr>Calibri</vt:lpstr>
      <vt:lpstr>Office Theme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Елена Г. Маврова-Ненкова</dc:creator>
  <cp:lastModifiedBy>Elena Nenkova</cp:lastModifiedBy>
  <cp:revision>2</cp:revision>
  <dcterms:created xsi:type="dcterms:W3CDTF">2006-08-16T00:00:00Z</dcterms:created>
  <dcterms:modified xsi:type="dcterms:W3CDTF">2026-07-27T10:45:38Z</dcterms:modified>
</cp:coreProperties>
</file>