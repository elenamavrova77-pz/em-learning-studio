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6" r:id="rId10"/>
    <p:sldId id="261" r:id="rId11"/>
  </p:sldIdLst>
  <p:sldSz cx="9144000" cy="6858000" type="screen4x3"/>
  <p:notesSz cx="6858000" cy="9144000"/>
  <p:defaultTextStyle>
    <a:defPPr>
      <a:defRPr lang="bg-BG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94B512-D6C8-4B91-AC91-BA5553089CE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bg-BG"/>
        </a:p>
      </dgm:t>
    </dgm:pt>
    <dgm:pt modelId="{5FABC4B9-EF5F-416F-81F2-577154947E9B}">
      <dgm:prSet phldrT="[Текст]"/>
      <dgm:spPr/>
      <dgm:t>
        <a:bodyPr/>
        <a:lstStyle/>
        <a:p>
          <a:r>
            <a:rPr lang="bg-BG" b="1" dirty="0">
              <a:solidFill>
                <a:schemeClr val="accent4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СИСТЕМЕН</a:t>
          </a:r>
        </a:p>
      </dgm:t>
    </dgm:pt>
    <dgm:pt modelId="{8A6D4716-984A-4835-BB2E-5C15BD3D0DCC}" type="parTrans" cxnId="{526C368A-C0BA-4110-98C5-339F98161F51}">
      <dgm:prSet/>
      <dgm:spPr/>
      <dgm:t>
        <a:bodyPr/>
        <a:lstStyle/>
        <a:p>
          <a:endParaRPr lang="bg-BG"/>
        </a:p>
      </dgm:t>
    </dgm:pt>
    <dgm:pt modelId="{6308B354-8761-46F8-92D9-AD6D4506B76A}" type="sibTrans" cxnId="{526C368A-C0BA-4110-98C5-339F98161F51}">
      <dgm:prSet/>
      <dgm:spPr/>
      <dgm:t>
        <a:bodyPr/>
        <a:lstStyle/>
        <a:p>
          <a:endParaRPr lang="bg-BG"/>
        </a:p>
      </dgm:t>
    </dgm:pt>
    <dgm:pt modelId="{436D7177-7019-4FAA-8076-F49CC2FF82AC}">
      <dgm:prSet phldrT="[Текст]"/>
      <dgm:spPr/>
      <dgm:t>
        <a:bodyPr/>
        <a:lstStyle/>
        <a:p>
          <a:r>
            <a:rPr lang="bg-BG" dirty="0"/>
            <a:t>Система от програми, която управлява хардуера и приложния софтуер.</a:t>
          </a:r>
        </a:p>
      </dgm:t>
    </dgm:pt>
    <dgm:pt modelId="{1A090546-9678-47B9-8F6A-72D08F654382}" type="parTrans" cxnId="{FFB762E0-E82B-4708-98B7-A25999ABFBAF}">
      <dgm:prSet/>
      <dgm:spPr/>
      <dgm:t>
        <a:bodyPr/>
        <a:lstStyle/>
        <a:p>
          <a:endParaRPr lang="bg-BG"/>
        </a:p>
      </dgm:t>
    </dgm:pt>
    <dgm:pt modelId="{B0D0BF36-B86B-4B4A-A586-766191A5A1CA}" type="sibTrans" cxnId="{FFB762E0-E82B-4708-98B7-A25999ABFBAF}">
      <dgm:prSet/>
      <dgm:spPr/>
      <dgm:t>
        <a:bodyPr/>
        <a:lstStyle/>
        <a:p>
          <a:endParaRPr lang="bg-BG"/>
        </a:p>
      </dgm:t>
    </dgm:pt>
    <dgm:pt modelId="{B2126585-8C2E-49CC-8E60-8BA5AFAA7D5F}">
      <dgm:prSet phldrT="[Текст]"/>
      <dgm:spPr/>
      <dgm:t>
        <a:bodyPr/>
        <a:lstStyle/>
        <a:p>
          <a:r>
            <a:rPr lang="bg-BG" b="1" dirty="0">
              <a:solidFill>
                <a:schemeClr val="accent4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ПРИЛОЖЕН</a:t>
          </a:r>
        </a:p>
      </dgm:t>
    </dgm:pt>
    <dgm:pt modelId="{7245D548-D55B-4221-84C2-67FA4845F2A8}" type="parTrans" cxnId="{4EE4F6D3-CD4C-4C57-A052-D0C2CE9FE74B}">
      <dgm:prSet/>
      <dgm:spPr/>
      <dgm:t>
        <a:bodyPr/>
        <a:lstStyle/>
        <a:p>
          <a:endParaRPr lang="bg-BG"/>
        </a:p>
      </dgm:t>
    </dgm:pt>
    <dgm:pt modelId="{7E938395-34AB-4BC3-88E1-06842561DAAD}" type="sibTrans" cxnId="{4EE4F6D3-CD4C-4C57-A052-D0C2CE9FE74B}">
      <dgm:prSet/>
      <dgm:spPr/>
      <dgm:t>
        <a:bodyPr/>
        <a:lstStyle/>
        <a:p>
          <a:endParaRPr lang="bg-BG"/>
        </a:p>
      </dgm:t>
    </dgm:pt>
    <dgm:pt modelId="{53DCA335-659D-44D8-B384-DC71F76BEACC}">
      <dgm:prSet phldrT="[Текст]"/>
      <dgm:spPr/>
      <dgm:t>
        <a:bodyPr/>
        <a:lstStyle/>
        <a:p>
          <a:r>
            <a:rPr lang="bg-BG" dirty="0"/>
            <a:t>Всички потребителски програми (графични, текстови, </a:t>
          </a:r>
          <a:r>
            <a:rPr lang="bg-BG" dirty="0" err="1"/>
            <a:t>аудиоредактори</a:t>
          </a:r>
          <a:r>
            <a:rPr lang="bg-BG" dirty="0"/>
            <a:t>, електронни таблици и др.)</a:t>
          </a:r>
        </a:p>
      </dgm:t>
    </dgm:pt>
    <dgm:pt modelId="{B2ADD793-E54A-41A3-B4FD-DE8A8A386E05}" type="parTrans" cxnId="{D9C46BB9-C50E-4C86-AA17-C6C5B24B97AB}">
      <dgm:prSet/>
      <dgm:spPr/>
      <dgm:t>
        <a:bodyPr/>
        <a:lstStyle/>
        <a:p>
          <a:endParaRPr lang="bg-BG"/>
        </a:p>
      </dgm:t>
    </dgm:pt>
    <dgm:pt modelId="{A09F6773-1444-40D1-A42A-7DC4E07FEC5A}" type="sibTrans" cxnId="{D9C46BB9-C50E-4C86-AA17-C6C5B24B97AB}">
      <dgm:prSet/>
      <dgm:spPr/>
      <dgm:t>
        <a:bodyPr/>
        <a:lstStyle/>
        <a:p>
          <a:endParaRPr lang="bg-BG"/>
        </a:p>
      </dgm:t>
    </dgm:pt>
    <dgm:pt modelId="{B8F5E443-B190-4CE8-96BA-DFB565AC5E81}" type="pres">
      <dgm:prSet presAssocID="{A594B512-D6C8-4B91-AC91-BA5553089CEB}" presName="Name0" presStyleCnt="0">
        <dgm:presLayoutVars>
          <dgm:dir/>
          <dgm:animLvl val="lvl"/>
          <dgm:resizeHandles val="exact"/>
        </dgm:presLayoutVars>
      </dgm:prSet>
      <dgm:spPr/>
    </dgm:pt>
    <dgm:pt modelId="{9B223869-EB47-4F6B-AA46-CCFFC3D11E1D}" type="pres">
      <dgm:prSet presAssocID="{5FABC4B9-EF5F-416F-81F2-577154947E9B}" presName="linNode" presStyleCnt="0"/>
      <dgm:spPr/>
    </dgm:pt>
    <dgm:pt modelId="{02C14AAA-9ED0-42CF-93C5-1A40D8FB2BA5}" type="pres">
      <dgm:prSet presAssocID="{5FABC4B9-EF5F-416F-81F2-577154947E9B}" presName="parentText" presStyleLbl="node1" presStyleIdx="0" presStyleCnt="2" custLinFactNeighborX="2452" custLinFactNeighborY="-2">
        <dgm:presLayoutVars>
          <dgm:chMax val="1"/>
          <dgm:bulletEnabled val="1"/>
        </dgm:presLayoutVars>
      </dgm:prSet>
      <dgm:spPr/>
    </dgm:pt>
    <dgm:pt modelId="{282E466F-F6DF-4850-837C-FAAC8B8C8454}" type="pres">
      <dgm:prSet presAssocID="{5FABC4B9-EF5F-416F-81F2-577154947E9B}" presName="descendantText" presStyleLbl="alignAccFollowNode1" presStyleIdx="0" presStyleCnt="2">
        <dgm:presLayoutVars>
          <dgm:bulletEnabled val="1"/>
        </dgm:presLayoutVars>
      </dgm:prSet>
      <dgm:spPr/>
    </dgm:pt>
    <dgm:pt modelId="{C2AF2618-5D60-46B9-8320-CB796EE958D5}" type="pres">
      <dgm:prSet presAssocID="{6308B354-8761-46F8-92D9-AD6D4506B76A}" presName="sp" presStyleCnt="0"/>
      <dgm:spPr/>
    </dgm:pt>
    <dgm:pt modelId="{C0120E96-B383-4A15-8AB9-960DC62FE5BA}" type="pres">
      <dgm:prSet presAssocID="{B2126585-8C2E-49CC-8E60-8BA5AFAA7D5F}" presName="linNode" presStyleCnt="0"/>
      <dgm:spPr/>
    </dgm:pt>
    <dgm:pt modelId="{E2EC974A-3A27-41C8-B937-E80F8A7815F7}" type="pres">
      <dgm:prSet presAssocID="{B2126585-8C2E-49CC-8E60-8BA5AFAA7D5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1D57BF8-0D88-42C3-B13C-D5F5EC09495F}" type="pres">
      <dgm:prSet presAssocID="{B2126585-8C2E-49CC-8E60-8BA5AFAA7D5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48CA984-26C5-48BB-8B3F-2EBD5FD161B5}" type="presOf" srcId="{53DCA335-659D-44D8-B384-DC71F76BEACC}" destId="{A1D57BF8-0D88-42C3-B13C-D5F5EC09495F}" srcOrd="0" destOrd="0" presId="urn:microsoft.com/office/officeart/2005/8/layout/vList5"/>
    <dgm:cxn modelId="{526C368A-C0BA-4110-98C5-339F98161F51}" srcId="{A594B512-D6C8-4B91-AC91-BA5553089CEB}" destId="{5FABC4B9-EF5F-416F-81F2-577154947E9B}" srcOrd="0" destOrd="0" parTransId="{8A6D4716-984A-4835-BB2E-5C15BD3D0DCC}" sibTransId="{6308B354-8761-46F8-92D9-AD6D4506B76A}"/>
    <dgm:cxn modelId="{96224793-EBCF-4770-A3CF-2CED6912D8CA}" type="presOf" srcId="{5FABC4B9-EF5F-416F-81F2-577154947E9B}" destId="{02C14AAA-9ED0-42CF-93C5-1A40D8FB2BA5}" srcOrd="0" destOrd="0" presId="urn:microsoft.com/office/officeart/2005/8/layout/vList5"/>
    <dgm:cxn modelId="{502FFD9D-D86C-494E-A6C4-B0241864AA0B}" type="presOf" srcId="{A594B512-D6C8-4B91-AC91-BA5553089CEB}" destId="{B8F5E443-B190-4CE8-96BA-DFB565AC5E81}" srcOrd="0" destOrd="0" presId="urn:microsoft.com/office/officeart/2005/8/layout/vList5"/>
    <dgm:cxn modelId="{D9C46BB9-C50E-4C86-AA17-C6C5B24B97AB}" srcId="{B2126585-8C2E-49CC-8E60-8BA5AFAA7D5F}" destId="{53DCA335-659D-44D8-B384-DC71F76BEACC}" srcOrd="0" destOrd="0" parTransId="{B2ADD793-E54A-41A3-B4FD-DE8A8A386E05}" sibTransId="{A09F6773-1444-40D1-A42A-7DC4E07FEC5A}"/>
    <dgm:cxn modelId="{4EE4F6D3-CD4C-4C57-A052-D0C2CE9FE74B}" srcId="{A594B512-D6C8-4B91-AC91-BA5553089CEB}" destId="{B2126585-8C2E-49CC-8E60-8BA5AFAA7D5F}" srcOrd="1" destOrd="0" parTransId="{7245D548-D55B-4221-84C2-67FA4845F2A8}" sibTransId="{7E938395-34AB-4BC3-88E1-06842561DAAD}"/>
    <dgm:cxn modelId="{FFB762E0-E82B-4708-98B7-A25999ABFBAF}" srcId="{5FABC4B9-EF5F-416F-81F2-577154947E9B}" destId="{436D7177-7019-4FAA-8076-F49CC2FF82AC}" srcOrd="0" destOrd="0" parTransId="{1A090546-9678-47B9-8F6A-72D08F654382}" sibTransId="{B0D0BF36-B86B-4B4A-A586-766191A5A1CA}"/>
    <dgm:cxn modelId="{034EDBE3-09D1-466E-AB4F-9932BBD8D49C}" type="presOf" srcId="{B2126585-8C2E-49CC-8E60-8BA5AFAA7D5F}" destId="{E2EC974A-3A27-41C8-B937-E80F8A7815F7}" srcOrd="0" destOrd="0" presId="urn:microsoft.com/office/officeart/2005/8/layout/vList5"/>
    <dgm:cxn modelId="{657F04EE-9E92-4CA5-8D45-2C912B65AFAC}" type="presOf" srcId="{436D7177-7019-4FAA-8076-F49CC2FF82AC}" destId="{282E466F-F6DF-4850-837C-FAAC8B8C8454}" srcOrd="0" destOrd="0" presId="urn:microsoft.com/office/officeart/2005/8/layout/vList5"/>
    <dgm:cxn modelId="{831A0CD7-B6A4-4EF0-840C-F3635EA14C55}" type="presParOf" srcId="{B8F5E443-B190-4CE8-96BA-DFB565AC5E81}" destId="{9B223869-EB47-4F6B-AA46-CCFFC3D11E1D}" srcOrd="0" destOrd="0" presId="urn:microsoft.com/office/officeart/2005/8/layout/vList5"/>
    <dgm:cxn modelId="{A5EBE500-5BAA-491E-9ADB-D1C36A855C08}" type="presParOf" srcId="{9B223869-EB47-4F6B-AA46-CCFFC3D11E1D}" destId="{02C14AAA-9ED0-42CF-93C5-1A40D8FB2BA5}" srcOrd="0" destOrd="0" presId="urn:microsoft.com/office/officeart/2005/8/layout/vList5"/>
    <dgm:cxn modelId="{159B8BAD-508F-48CD-9A08-676867FA0159}" type="presParOf" srcId="{9B223869-EB47-4F6B-AA46-CCFFC3D11E1D}" destId="{282E466F-F6DF-4850-837C-FAAC8B8C8454}" srcOrd="1" destOrd="0" presId="urn:microsoft.com/office/officeart/2005/8/layout/vList5"/>
    <dgm:cxn modelId="{9D275B48-FF3E-44E1-A020-EE5DE2F6F522}" type="presParOf" srcId="{B8F5E443-B190-4CE8-96BA-DFB565AC5E81}" destId="{C2AF2618-5D60-46B9-8320-CB796EE958D5}" srcOrd="1" destOrd="0" presId="urn:microsoft.com/office/officeart/2005/8/layout/vList5"/>
    <dgm:cxn modelId="{2AFC2068-A7FE-4781-B1CE-12AC69FC7823}" type="presParOf" srcId="{B8F5E443-B190-4CE8-96BA-DFB565AC5E81}" destId="{C0120E96-B383-4A15-8AB9-960DC62FE5BA}" srcOrd="2" destOrd="0" presId="urn:microsoft.com/office/officeart/2005/8/layout/vList5"/>
    <dgm:cxn modelId="{3BBC5A5A-366E-472A-AB5D-FC9E3D9E94A3}" type="presParOf" srcId="{C0120E96-B383-4A15-8AB9-960DC62FE5BA}" destId="{E2EC974A-3A27-41C8-B937-E80F8A7815F7}" srcOrd="0" destOrd="0" presId="urn:microsoft.com/office/officeart/2005/8/layout/vList5"/>
    <dgm:cxn modelId="{FB54B958-C03F-40D6-A899-D0AFBDC2D89B}" type="presParOf" srcId="{C0120E96-B383-4A15-8AB9-960DC62FE5BA}" destId="{A1D57BF8-0D88-42C3-B13C-D5F5EC0949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049F5D-E891-4E00-B01D-D05CB6157CA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2C4ED341-9ABF-401A-A3C9-EF2AF5EED25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клас</a:t>
          </a:r>
        </a:p>
      </dgm:t>
    </dgm:pt>
    <dgm:pt modelId="{E4EB2C0F-81D0-474B-9A75-A72098115175}" type="parTrans" cxnId="{00794460-2F8F-4CB9-A36B-597A14A59D62}">
      <dgm:prSet/>
      <dgm:spPr/>
    </dgm:pt>
    <dgm:pt modelId="{8078AB3C-DA7F-4443-A9C3-89298108D042}" type="sibTrans" cxnId="{00794460-2F8F-4CB9-A36B-597A14A59D62}">
      <dgm:prSet/>
      <dgm:spPr/>
    </dgm:pt>
    <dgm:pt modelId="{1CAF9788-F204-4002-9A6B-F672C5AD094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а клас</a:t>
          </a:r>
        </a:p>
      </dgm:t>
    </dgm:pt>
    <dgm:pt modelId="{CB7FFB55-778E-467A-8F87-79F7B81ABC92}" type="parTrans" cxnId="{8230A184-2ABE-41FC-8447-8B574DFDFDA7}">
      <dgm:prSet/>
      <dgm:spPr/>
    </dgm:pt>
    <dgm:pt modelId="{01F0CB69-71AA-4545-86BF-2A15C1F224F5}" type="sibTrans" cxnId="{8230A184-2ABE-41FC-8447-8B574DFDFDA7}">
      <dgm:prSet/>
      <dgm:spPr/>
    </dgm:pt>
    <dgm:pt modelId="{288BBB08-8C5C-46A7-BC65-38EE6874856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Елеонора</a:t>
          </a:r>
        </a:p>
      </dgm:t>
    </dgm:pt>
    <dgm:pt modelId="{6FB378C8-3766-4625-BABF-0F0A95C894E0}" type="parTrans" cxnId="{70255ED5-C59A-4512-8C52-FD50CDAE0940}">
      <dgm:prSet/>
      <dgm:spPr/>
    </dgm:pt>
    <dgm:pt modelId="{CFD8B316-9D09-44DB-B78A-C336D13F506A}" type="sibTrans" cxnId="{70255ED5-C59A-4512-8C52-FD50CDAE0940}">
      <dgm:prSet/>
      <dgm:spPr/>
    </dgm:pt>
    <dgm:pt modelId="{A03F1C86-420A-4D14-AFFD-94F54C18DBC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Димитър</a:t>
          </a:r>
        </a:p>
      </dgm:t>
    </dgm:pt>
    <dgm:pt modelId="{587A782D-6BFE-442F-A580-A1DF44EBBAA4}" type="parTrans" cxnId="{6054483F-9850-4D19-A5E1-9447189200FC}">
      <dgm:prSet/>
      <dgm:spPr/>
    </dgm:pt>
    <dgm:pt modelId="{F6D2BC60-8E7D-445E-B76A-FE377E857145}" type="sibTrans" cxnId="{6054483F-9850-4D19-A5E1-9447189200FC}">
      <dgm:prSet/>
      <dgm:spPr/>
    </dgm:pt>
    <dgm:pt modelId="{CF195CEE-2A58-4977-BBD6-C0776CBF82C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б клас</a:t>
          </a:r>
        </a:p>
      </dgm:t>
    </dgm:pt>
    <dgm:pt modelId="{53E2DC72-E834-40C4-A42C-6DB6DDF7722E}" type="parTrans" cxnId="{11B3DA79-BA83-49CB-8DF0-EADE087AE86C}">
      <dgm:prSet/>
      <dgm:spPr/>
    </dgm:pt>
    <dgm:pt modelId="{33934EA0-045B-402D-B379-5EC7620A5CFC}" type="sibTrans" cxnId="{11B3DA79-BA83-49CB-8DF0-EADE087AE86C}">
      <dgm:prSet/>
      <dgm:spPr/>
    </dgm:pt>
    <dgm:pt modelId="{02A7F344-F13A-4CEF-B951-89521F0FBB2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Иван</a:t>
          </a:r>
        </a:p>
      </dgm:t>
    </dgm:pt>
    <dgm:pt modelId="{AE60E236-419D-4071-B25E-8A3EA7076834}" type="parTrans" cxnId="{45FCFD69-B18D-41B9-8AF9-DC0F1910B737}">
      <dgm:prSet/>
      <dgm:spPr/>
    </dgm:pt>
    <dgm:pt modelId="{4814E0A0-5271-4622-BDF5-C49FF7537D58}" type="sibTrans" cxnId="{45FCFD69-B18D-41B9-8AF9-DC0F1910B737}">
      <dgm:prSet/>
      <dgm:spPr/>
    </dgm:pt>
    <dgm:pt modelId="{2579B35B-7E14-47A5-9571-F4E0E63F91C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Георги</a:t>
          </a:r>
        </a:p>
      </dgm:t>
    </dgm:pt>
    <dgm:pt modelId="{ADEAA999-8072-41F5-817C-C6458D4B1B57}" type="parTrans" cxnId="{A1ED2BFE-64C9-4B6A-A8E7-BC43137EFD27}">
      <dgm:prSet/>
      <dgm:spPr/>
    </dgm:pt>
    <dgm:pt modelId="{08C3E738-86B4-4063-827B-3B5ABE2B6576}" type="sibTrans" cxnId="{A1ED2BFE-64C9-4B6A-A8E7-BC43137EFD27}">
      <dgm:prSet/>
      <dgm:spPr/>
    </dgm:pt>
    <dgm:pt modelId="{3999B299-294E-4A19-9DEB-0EBE1E85B72E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Лидия</a:t>
          </a:r>
        </a:p>
      </dgm:t>
    </dgm:pt>
    <dgm:pt modelId="{779540C1-F812-43E7-900D-5D54E737420F}" type="parTrans" cxnId="{CE3D6F49-8673-486B-82C5-EA5437B670F7}">
      <dgm:prSet/>
      <dgm:spPr/>
    </dgm:pt>
    <dgm:pt modelId="{29B23F49-2C65-47B8-8F94-E44B557317C7}" type="sibTrans" cxnId="{CE3D6F49-8673-486B-82C5-EA5437B670F7}">
      <dgm:prSet/>
      <dgm:spPr/>
    </dgm:pt>
    <dgm:pt modelId="{DA60DD33-B6CB-47D5-82CB-A081B7CA0A08}" type="pres">
      <dgm:prSet presAssocID="{2D049F5D-E891-4E00-B01D-D05CB6157CA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67C4E2-D0DC-43EC-A479-27E1411910F6}" type="pres">
      <dgm:prSet presAssocID="{2C4ED341-9ABF-401A-A3C9-EF2AF5EED25F}" presName="hierRoot1" presStyleCnt="0">
        <dgm:presLayoutVars>
          <dgm:hierBranch/>
        </dgm:presLayoutVars>
      </dgm:prSet>
      <dgm:spPr/>
    </dgm:pt>
    <dgm:pt modelId="{0882E313-9BFA-4589-8141-97F88E4295E4}" type="pres">
      <dgm:prSet presAssocID="{2C4ED341-9ABF-401A-A3C9-EF2AF5EED25F}" presName="rootComposite1" presStyleCnt="0"/>
      <dgm:spPr/>
    </dgm:pt>
    <dgm:pt modelId="{737F38AD-E360-431A-A875-98FBC1D1B425}" type="pres">
      <dgm:prSet presAssocID="{2C4ED341-9ABF-401A-A3C9-EF2AF5EED25F}" presName="rootText1" presStyleLbl="node0" presStyleIdx="0" presStyleCnt="1">
        <dgm:presLayoutVars>
          <dgm:chPref val="3"/>
        </dgm:presLayoutVars>
      </dgm:prSet>
      <dgm:spPr/>
    </dgm:pt>
    <dgm:pt modelId="{3A87B44D-E0E7-4B4D-A285-799A5C416E19}" type="pres">
      <dgm:prSet presAssocID="{2C4ED341-9ABF-401A-A3C9-EF2AF5EED25F}" presName="rootConnector1" presStyleLbl="node1" presStyleIdx="0" presStyleCnt="0"/>
      <dgm:spPr/>
    </dgm:pt>
    <dgm:pt modelId="{2FD5A7EA-24D1-4B0E-AC72-AD0BC1963568}" type="pres">
      <dgm:prSet presAssocID="{2C4ED341-9ABF-401A-A3C9-EF2AF5EED25F}" presName="hierChild2" presStyleCnt="0"/>
      <dgm:spPr/>
    </dgm:pt>
    <dgm:pt modelId="{4C66D06C-744A-49EF-8F06-F9C361DF639F}" type="pres">
      <dgm:prSet presAssocID="{CB7FFB55-778E-467A-8F87-79F7B81ABC92}" presName="Name35" presStyleLbl="parChTrans1D2" presStyleIdx="0" presStyleCnt="2"/>
      <dgm:spPr/>
    </dgm:pt>
    <dgm:pt modelId="{F726092D-38A7-4F59-85D1-F3F3967E69E3}" type="pres">
      <dgm:prSet presAssocID="{1CAF9788-F204-4002-9A6B-F672C5AD0947}" presName="hierRoot2" presStyleCnt="0">
        <dgm:presLayoutVars>
          <dgm:hierBranch/>
        </dgm:presLayoutVars>
      </dgm:prSet>
      <dgm:spPr/>
    </dgm:pt>
    <dgm:pt modelId="{C3FB21C4-3401-4295-9C73-B3BBC7B4CA06}" type="pres">
      <dgm:prSet presAssocID="{1CAF9788-F204-4002-9A6B-F672C5AD0947}" presName="rootComposite" presStyleCnt="0"/>
      <dgm:spPr/>
    </dgm:pt>
    <dgm:pt modelId="{97888223-C07F-4AA9-9719-F64461EB1215}" type="pres">
      <dgm:prSet presAssocID="{1CAF9788-F204-4002-9A6B-F672C5AD0947}" presName="rootText" presStyleLbl="node2" presStyleIdx="0" presStyleCnt="2">
        <dgm:presLayoutVars>
          <dgm:chPref val="3"/>
        </dgm:presLayoutVars>
      </dgm:prSet>
      <dgm:spPr/>
    </dgm:pt>
    <dgm:pt modelId="{609AA415-479C-466E-A45B-2AD81FA80C6E}" type="pres">
      <dgm:prSet presAssocID="{1CAF9788-F204-4002-9A6B-F672C5AD0947}" presName="rootConnector" presStyleLbl="node2" presStyleIdx="0" presStyleCnt="2"/>
      <dgm:spPr/>
    </dgm:pt>
    <dgm:pt modelId="{CADA1C90-8BA1-4825-AB5B-332D4A32894A}" type="pres">
      <dgm:prSet presAssocID="{1CAF9788-F204-4002-9A6B-F672C5AD0947}" presName="hierChild4" presStyleCnt="0"/>
      <dgm:spPr/>
    </dgm:pt>
    <dgm:pt modelId="{EE6B9557-ED46-46FE-A719-F4717E67E2C4}" type="pres">
      <dgm:prSet presAssocID="{6FB378C8-3766-4625-BABF-0F0A95C894E0}" presName="Name35" presStyleLbl="parChTrans1D3" presStyleIdx="0" presStyleCnt="5"/>
      <dgm:spPr/>
    </dgm:pt>
    <dgm:pt modelId="{2CB8AC6E-0CCF-46C1-9629-982B9EF8CA56}" type="pres">
      <dgm:prSet presAssocID="{288BBB08-8C5C-46A7-BC65-38EE6874856A}" presName="hierRoot2" presStyleCnt="0">
        <dgm:presLayoutVars>
          <dgm:hierBranch val="r"/>
        </dgm:presLayoutVars>
      </dgm:prSet>
      <dgm:spPr/>
    </dgm:pt>
    <dgm:pt modelId="{FCF5BB8C-B18E-490E-88E7-4E97044A846C}" type="pres">
      <dgm:prSet presAssocID="{288BBB08-8C5C-46A7-BC65-38EE6874856A}" presName="rootComposite" presStyleCnt="0"/>
      <dgm:spPr/>
    </dgm:pt>
    <dgm:pt modelId="{4E25A6B6-03EA-4C15-88E6-58468205580C}" type="pres">
      <dgm:prSet presAssocID="{288BBB08-8C5C-46A7-BC65-38EE6874856A}" presName="rootText" presStyleLbl="node3" presStyleIdx="0" presStyleCnt="5">
        <dgm:presLayoutVars>
          <dgm:chPref val="3"/>
        </dgm:presLayoutVars>
      </dgm:prSet>
      <dgm:spPr/>
    </dgm:pt>
    <dgm:pt modelId="{A2021812-3DC4-4BC2-988E-05B05AF4F666}" type="pres">
      <dgm:prSet presAssocID="{288BBB08-8C5C-46A7-BC65-38EE6874856A}" presName="rootConnector" presStyleLbl="node3" presStyleIdx="0" presStyleCnt="5"/>
      <dgm:spPr/>
    </dgm:pt>
    <dgm:pt modelId="{98718ADD-960B-4E59-98BE-5B38058D10CD}" type="pres">
      <dgm:prSet presAssocID="{288BBB08-8C5C-46A7-BC65-38EE6874856A}" presName="hierChild4" presStyleCnt="0"/>
      <dgm:spPr/>
    </dgm:pt>
    <dgm:pt modelId="{C0683525-DDDE-4BD9-BB32-BC96FB78252C}" type="pres">
      <dgm:prSet presAssocID="{288BBB08-8C5C-46A7-BC65-38EE6874856A}" presName="hierChild5" presStyleCnt="0"/>
      <dgm:spPr/>
    </dgm:pt>
    <dgm:pt modelId="{76D08C8B-CBCF-45F3-A090-D62EA8614EBD}" type="pres">
      <dgm:prSet presAssocID="{587A782D-6BFE-442F-A580-A1DF44EBBAA4}" presName="Name35" presStyleLbl="parChTrans1D3" presStyleIdx="1" presStyleCnt="5"/>
      <dgm:spPr/>
    </dgm:pt>
    <dgm:pt modelId="{94FF9B49-E5D0-4E1C-8D41-7BAB25323885}" type="pres">
      <dgm:prSet presAssocID="{A03F1C86-420A-4D14-AFFD-94F54C18DBC7}" presName="hierRoot2" presStyleCnt="0">
        <dgm:presLayoutVars>
          <dgm:hierBranch val="r"/>
        </dgm:presLayoutVars>
      </dgm:prSet>
      <dgm:spPr/>
    </dgm:pt>
    <dgm:pt modelId="{9F4FD832-0A4C-4348-BF06-806EEFE8C6D4}" type="pres">
      <dgm:prSet presAssocID="{A03F1C86-420A-4D14-AFFD-94F54C18DBC7}" presName="rootComposite" presStyleCnt="0"/>
      <dgm:spPr/>
    </dgm:pt>
    <dgm:pt modelId="{5F2E1C53-8CFA-4779-9753-F3A1A4BED96A}" type="pres">
      <dgm:prSet presAssocID="{A03F1C86-420A-4D14-AFFD-94F54C18DBC7}" presName="rootText" presStyleLbl="node3" presStyleIdx="1" presStyleCnt="5">
        <dgm:presLayoutVars>
          <dgm:chPref val="3"/>
        </dgm:presLayoutVars>
      </dgm:prSet>
      <dgm:spPr/>
    </dgm:pt>
    <dgm:pt modelId="{82C316E4-B506-4569-BD52-D17B09731310}" type="pres">
      <dgm:prSet presAssocID="{A03F1C86-420A-4D14-AFFD-94F54C18DBC7}" presName="rootConnector" presStyleLbl="node3" presStyleIdx="1" presStyleCnt="5"/>
      <dgm:spPr/>
    </dgm:pt>
    <dgm:pt modelId="{A6FBA741-7869-4C92-A81C-99CD02EBEB66}" type="pres">
      <dgm:prSet presAssocID="{A03F1C86-420A-4D14-AFFD-94F54C18DBC7}" presName="hierChild4" presStyleCnt="0"/>
      <dgm:spPr/>
    </dgm:pt>
    <dgm:pt modelId="{61A73C23-3492-487B-B2CF-A26EAE0C9070}" type="pres">
      <dgm:prSet presAssocID="{A03F1C86-420A-4D14-AFFD-94F54C18DBC7}" presName="hierChild5" presStyleCnt="0"/>
      <dgm:spPr/>
    </dgm:pt>
    <dgm:pt modelId="{34132B69-3EB8-4A89-9F55-FEC0DE0AB1CB}" type="pres">
      <dgm:prSet presAssocID="{1CAF9788-F204-4002-9A6B-F672C5AD0947}" presName="hierChild5" presStyleCnt="0"/>
      <dgm:spPr/>
    </dgm:pt>
    <dgm:pt modelId="{CFDE5292-F294-4015-8378-B8B3A7F3AC4A}" type="pres">
      <dgm:prSet presAssocID="{53E2DC72-E834-40C4-A42C-6DB6DDF7722E}" presName="Name35" presStyleLbl="parChTrans1D2" presStyleIdx="1" presStyleCnt="2"/>
      <dgm:spPr/>
    </dgm:pt>
    <dgm:pt modelId="{509461AB-8378-4709-8CF9-A99CECA3E7AD}" type="pres">
      <dgm:prSet presAssocID="{CF195CEE-2A58-4977-BBD6-C0776CBF82C5}" presName="hierRoot2" presStyleCnt="0">
        <dgm:presLayoutVars>
          <dgm:hierBranch/>
        </dgm:presLayoutVars>
      </dgm:prSet>
      <dgm:spPr/>
    </dgm:pt>
    <dgm:pt modelId="{F7A63EB7-EBFE-4718-98A5-83B9D17FD184}" type="pres">
      <dgm:prSet presAssocID="{CF195CEE-2A58-4977-BBD6-C0776CBF82C5}" presName="rootComposite" presStyleCnt="0"/>
      <dgm:spPr/>
    </dgm:pt>
    <dgm:pt modelId="{529EE2E8-B40F-4EEE-8098-7EC8E52C956F}" type="pres">
      <dgm:prSet presAssocID="{CF195CEE-2A58-4977-BBD6-C0776CBF82C5}" presName="rootText" presStyleLbl="node2" presStyleIdx="1" presStyleCnt="2">
        <dgm:presLayoutVars>
          <dgm:chPref val="3"/>
        </dgm:presLayoutVars>
      </dgm:prSet>
      <dgm:spPr/>
    </dgm:pt>
    <dgm:pt modelId="{4DCB2F79-76B0-4405-B309-59D5D49E2042}" type="pres">
      <dgm:prSet presAssocID="{CF195CEE-2A58-4977-BBD6-C0776CBF82C5}" presName="rootConnector" presStyleLbl="node2" presStyleIdx="1" presStyleCnt="2"/>
      <dgm:spPr/>
    </dgm:pt>
    <dgm:pt modelId="{CD0E8E2E-AB3A-40C1-B5AD-4C506ECB9EDA}" type="pres">
      <dgm:prSet presAssocID="{CF195CEE-2A58-4977-BBD6-C0776CBF82C5}" presName="hierChild4" presStyleCnt="0"/>
      <dgm:spPr/>
    </dgm:pt>
    <dgm:pt modelId="{4AD69B0C-7B5F-4C72-BECE-A3BF8182385F}" type="pres">
      <dgm:prSet presAssocID="{AE60E236-419D-4071-B25E-8A3EA7076834}" presName="Name35" presStyleLbl="parChTrans1D3" presStyleIdx="2" presStyleCnt="5"/>
      <dgm:spPr/>
    </dgm:pt>
    <dgm:pt modelId="{795859C0-3217-4446-9122-214B06A9FCF7}" type="pres">
      <dgm:prSet presAssocID="{02A7F344-F13A-4CEF-B951-89521F0FBB23}" presName="hierRoot2" presStyleCnt="0">
        <dgm:presLayoutVars>
          <dgm:hierBranch val="r"/>
        </dgm:presLayoutVars>
      </dgm:prSet>
      <dgm:spPr/>
    </dgm:pt>
    <dgm:pt modelId="{6D68F541-4E5F-4DA8-8861-CAE35C1DF93F}" type="pres">
      <dgm:prSet presAssocID="{02A7F344-F13A-4CEF-B951-89521F0FBB23}" presName="rootComposite" presStyleCnt="0"/>
      <dgm:spPr/>
    </dgm:pt>
    <dgm:pt modelId="{B144B5B8-3F04-4AC2-8315-B352A9F48C23}" type="pres">
      <dgm:prSet presAssocID="{02A7F344-F13A-4CEF-B951-89521F0FBB23}" presName="rootText" presStyleLbl="node3" presStyleIdx="2" presStyleCnt="5">
        <dgm:presLayoutVars>
          <dgm:chPref val="3"/>
        </dgm:presLayoutVars>
      </dgm:prSet>
      <dgm:spPr/>
    </dgm:pt>
    <dgm:pt modelId="{BB51E2CF-2695-4A12-8FD0-79081C3C17EA}" type="pres">
      <dgm:prSet presAssocID="{02A7F344-F13A-4CEF-B951-89521F0FBB23}" presName="rootConnector" presStyleLbl="node3" presStyleIdx="2" presStyleCnt="5"/>
      <dgm:spPr/>
    </dgm:pt>
    <dgm:pt modelId="{89608F8F-0201-4881-87CE-F88F3DCBF020}" type="pres">
      <dgm:prSet presAssocID="{02A7F344-F13A-4CEF-B951-89521F0FBB23}" presName="hierChild4" presStyleCnt="0"/>
      <dgm:spPr/>
    </dgm:pt>
    <dgm:pt modelId="{69D9B64C-2AD6-47DC-8C78-4FB94AFE4E88}" type="pres">
      <dgm:prSet presAssocID="{02A7F344-F13A-4CEF-B951-89521F0FBB23}" presName="hierChild5" presStyleCnt="0"/>
      <dgm:spPr/>
    </dgm:pt>
    <dgm:pt modelId="{E74EAC22-1B0D-4B4F-8BE8-6CADA6571037}" type="pres">
      <dgm:prSet presAssocID="{ADEAA999-8072-41F5-817C-C6458D4B1B57}" presName="Name35" presStyleLbl="parChTrans1D3" presStyleIdx="3" presStyleCnt="5"/>
      <dgm:spPr/>
    </dgm:pt>
    <dgm:pt modelId="{6189643E-5050-42CD-BF86-ABEFC7D56674}" type="pres">
      <dgm:prSet presAssocID="{2579B35B-7E14-47A5-9571-F4E0E63F91CE}" presName="hierRoot2" presStyleCnt="0">
        <dgm:presLayoutVars>
          <dgm:hierBranch val="r"/>
        </dgm:presLayoutVars>
      </dgm:prSet>
      <dgm:spPr/>
    </dgm:pt>
    <dgm:pt modelId="{5EE82F28-A890-48B7-A2CA-56877DD45137}" type="pres">
      <dgm:prSet presAssocID="{2579B35B-7E14-47A5-9571-F4E0E63F91CE}" presName="rootComposite" presStyleCnt="0"/>
      <dgm:spPr/>
    </dgm:pt>
    <dgm:pt modelId="{5D038C3E-963D-4B89-A918-D46A4B0539BF}" type="pres">
      <dgm:prSet presAssocID="{2579B35B-7E14-47A5-9571-F4E0E63F91CE}" presName="rootText" presStyleLbl="node3" presStyleIdx="3" presStyleCnt="5">
        <dgm:presLayoutVars>
          <dgm:chPref val="3"/>
        </dgm:presLayoutVars>
      </dgm:prSet>
      <dgm:spPr/>
    </dgm:pt>
    <dgm:pt modelId="{379FBC66-C068-4C90-8DE1-C4D21B7EB4CD}" type="pres">
      <dgm:prSet presAssocID="{2579B35B-7E14-47A5-9571-F4E0E63F91CE}" presName="rootConnector" presStyleLbl="node3" presStyleIdx="3" presStyleCnt="5"/>
      <dgm:spPr/>
    </dgm:pt>
    <dgm:pt modelId="{C3E36387-D580-4632-9444-C67C3E4CBD30}" type="pres">
      <dgm:prSet presAssocID="{2579B35B-7E14-47A5-9571-F4E0E63F91CE}" presName="hierChild4" presStyleCnt="0"/>
      <dgm:spPr/>
    </dgm:pt>
    <dgm:pt modelId="{69F46DE5-5346-4E6C-ACC7-D4B4BFAE62DB}" type="pres">
      <dgm:prSet presAssocID="{2579B35B-7E14-47A5-9571-F4E0E63F91CE}" presName="hierChild5" presStyleCnt="0"/>
      <dgm:spPr/>
    </dgm:pt>
    <dgm:pt modelId="{3A8598BB-49B0-4BFA-AFA5-893214CF5464}" type="pres">
      <dgm:prSet presAssocID="{779540C1-F812-43E7-900D-5D54E737420F}" presName="Name35" presStyleLbl="parChTrans1D3" presStyleIdx="4" presStyleCnt="5"/>
      <dgm:spPr/>
    </dgm:pt>
    <dgm:pt modelId="{16395662-7618-472E-87EF-028663D9E7C5}" type="pres">
      <dgm:prSet presAssocID="{3999B299-294E-4A19-9DEB-0EBE1E85B72E}" presName="hierRoot2" presStyleCnt="0">
        <dgm:presLayoutVars>
          <dgm:hierBranch val="r"/>
        </dgm:presLayoutVars>
      </dgm:prSet>
      <dgm:spPr/>
    </dgm:pt>
    <dgm:pt modelId="{63C248D1-A0A9-40BB-B2A5-39FFD2222723}" type="pres">
      <dgm:prSet presAssocID="{3999B299-294E-4A19-9DEB-0EBE1E85B72E}" presName="rootComposite" presStyleCnt="0"/>
      <dgm:spPr/>
    </dgm:pt>
    <dgm:pt modelId="{847E77AE-8BF5-464F-A462-A640E4CCE76B}" type="pres">
      <dgm:prSet presAssocID="{3999B299-294E-4A19-9DEB-0EBE1E85B72E}" presName="rootText" presStyleLbl="node3" presStyleIdx="4" presStyleCnt="5">
        <dgm:presLayoutVars>
          <dgm:chPref val="3"/>
        </dgm:presLayoutVars>
      </dgm:prSet>
      <dgm:spPr/>
    </dgm:pt>
    <dgm:pt modelId="{07F7FBAC-30D6-4DF6-BE29-2554188A5B75}" type="pres">
      <dgm:prSet presAssocID="{3999B299-294E-4A19-9DEB-0EBE1E85B72E}" presName="rootConnector" presStyleLbl="node3" presStyleIdx="4" presStyleCnt="5"/>
      <dgm:spPr/>
    </dgm:pt>
    <dgm:pt modelId="{522F4B81-9B3C-4D49-9428-A8B9EB3DC859}" type="pres">
      <dgm:prSet presAssocID="{3999B299-294E-4A19-9DEB-0EBE1E85B72E}" presName="hierChild4" presStyleCnt="0"/>
      <dgm:spPr/>
    </dgm:pt>
    <dgm:pt modelId="{4E0BEB1A-CA99-48D2-A538-25BD4A6EB085}" type="pres">
      <dgm:prSet presAssocID="{3999B299-294E-4A19-9DEB-0EBE1E85B72E}" presName="hierChild5" presStyleCnt="0"/>
      <dgm:spPr/>
    </dgm:pt>
    <dgm:pt modelId="{80DAFE73-4312-48EB-AB19-407A4D37EF07}" type="pres">
      <dgm:prSet presAssocID="{CF195CEE-2A58-4977-BBD6-C0776CBF82C5}" presName="hierChild5" presStyleCnt="0"/>
      <dgm:spPr/>
    </dgm:pt>
    <dgm:pt modelId="{C3333F18-E3B4-4B2B-B127-730545CFD1B7}" type="pres">
      <dgm:prSet presAssocID="{2C4ED341-9ABF-401A-A3C9-EF2AF5EED25F}" presName="hierChild3" presStyleCnt="0"/>
      <dgm:spPr/>
    </dgm:pt>
  </dgm:ptLst>
  <dgm:cxnLst>
    <dgm:cxn modelId="{86D3BE03-461E-4A11-A0C8-C6B74BC05C1D}" type="presOf" srcId="{288BBB08-8C5C-46A7-BC65-38EE6874856A}" destId="{4E25A6B6-03EA-4C15-88E6-58468205580C}" srcOrd="0" destOrd="0" presId="urn:microsoft.com/office/officeart/2005/8/layout/orgChart1"/>
    <dgm:cxn modelId="{CDA1880C-DAEA-4236-9ADE-B6086730C447}" type="presOf" srcId="{ADEAA999-8072-41F5-817C-C6458D4B1B57}" destId="{E74EAC22-1B0D-4B4F-8BE8-6CADA6571037}" srcOrd="0" destOrd="0" presId="urn:microsoft.com/office/officeart/2005/8/layout/orgChart1"/>
    <dgm:cxn modelId="{DB153433-4374-4675-8D1A-60D6D7B8E6FC}" type="presOf" srcId="{6FB378C8-3766-4625-BABF-0F0A95C894E0}" destId="{EE6B9557-ED46-46FE-A719-F4717E67E2C4}" srcOrd="0" destOrd="0" presId="urn:microsoft.com/office/officeart/2005/8/layout/orgChart1"/>
    <dgm:cxn modelId="{98B83D36-54EE-4CBF-86CE-642D6029DD95}" type="presOf" srcId="{2C4ED341-9ABF-401A-A3C9-EF2AF5EED25F}" destId="{3A87B44D-E0E7-4B4D-A285-799A5C416E19}" srcOrd="1" destOrd="0" presId="urn:microsoft.com/office/officeart/2005/8/layout/orgChart1"/>
    <dgm:cxn modelId="{31AB3C39-957D-4D17-9CD1-C87E3B0CCC40}" type="presOf" srcId="{2D049F5D-E891-4E00-B01D-D05CB6157CA0}" destId="{DA60DD33-B6CB-47D5-82CB-A081B7CA0A08}" srcOrd="0" destOrd="0" presId="urn:microsoft.com/office/officeart/2005/8/layout/orgChart1"/>
    <dgm:cxn modelId="{FD397C3E-8719-4979-B40D-05EFA508547F}" type="presOf" srcId="{2C4ED341-9ABF-401A-A3C9-EF2AF5EED25F}" destId="{737F38AD-E360-431A-A875-98FBC1D1B425}" srcOrd="0" destOrd="0" presId="urn:microsoft.com/office/officeart/2005/8/layout/orgChart1"/>
    <dgm:cxn modelId="{6054483F-9850-4D19-A5E1-9447189200FC}" srcId="{1CAF9788-F204-4002-9A6B-F672C5AD0947}" destId="{A03F1C86-420A-4D14-AFFD-94F54C18DBC7}" srcOrd="1" destOrd="0" parTransId="{587A782D-6BFE-442F-A580-A1DF44EBBAA4}" sibTransId="{F6D2BC60-8E7D-445E-B76A-FE377E857145}"/>
    <dgm:cxn modelId="{25920B5B-6E70-492D-B640-2A13B3D0D99F}" type="presOf" srcId="{A03F1C86-420A-4D14-AFFD-94F54C18DBC7}" destId="{5F2E1C53-8CFA-4779-9753-F3A1A4BED96A}" srcOrd="0" destOrd="0" presId="urn:microsoft.com/office/officeart/2005/8/layout/orgChart1"/>
    <dgm:cxn modelId="{00794460-2F8F-4CB9-A36B-597A14A59D62}" srcId="{2D049F5D-E891-4E00-B01D-D05CB6157CA0}" destId="{2C4ED341-9ABF-401A-A3C9-EF2AF5EED25F}" srcOrd="0" destOrd="0" parTransId="{E4EB2C0F-81D0-474B-9A75-A72098115175}" sibTransId="{8078AB3C-DA7F-4443-A9C3-89298108D042}"/>
    <dgm:cxn modelId="{CE3D6F49-8673-486B-82C5-EA5437B670F7}" srcId="{CF195CEE-2A58-4977-BBD6-C0776CBF82C5}" destId="{3999B299-294E-4A19-9DEB-0EBE1E85B72E}" srcOrd="2" destOrd="0" parTransId="{779540C1-F812-43E7-900D-5D54E737420F}" sibTransId="{29B23F49-2C65-47B8-8F94-E44B557317C7}"/>
    <dgm:cxn modelId="{45FCFD69-B18D-41B9-8AF9-DC0F1910B737}" srcId="{CF195CEE-2A58-4977-BBD6-C0776CBF82C5}" destId="{02A7F344-F13A-4CEF-B951-89521F0FBB23}" srcOrd="0" destOrd="0" parTransId="{AE60E236-419D-4071-B25E-8A3EA7076834}" sibTransId="{4814E0A0-5271-4622-BDF5-C49FF7537D58}"/>
    <dgm:cxn modelId="{63134577-E30E-4C56-BA3A-4F05BC0FD045}" type="presOf" srcId="{02A7F344-F13A-4CEF-B951-89521F0FBB23}" destId="{B144B5B8-3F04-4AC2-8315-B352A9F48C23}" srcOrd="0" destOrd="0" presId="urn:microsoft.com/office/officeart/2005/8/layout/orgChart1"/>
    <dgm:cxn modelId="{11B3DA79-BA83-49CB-8DF0-EADE087AE86C}" srcId="{2C4ED341-9ABF-401A-A3C9-EF2AF5EED25F}" destId="{CF195CEE-2A58-4977-BBD6-C0776CBF82C5}" srcOrd="1" destOrd="0" parTransId="{53E2DC72-E834-40C4-A42C-6DB6DDF7722E}" sibTransId="{33934EA0-045B-402D-B379-5EC7620A5CFC}"/>
    <dgm:cxn modelId="{0F3D815A-0CDE-467B-AA22-0D3EC5A3D2F2}" type="presOf" srcId="{288BBB08-8C5C-46A7-BC65-38EE6874856A}" destId="{A2021812-3DC4-4BC2-988E-05B05AF4F666}" srcOrd="1" destOrd="0" presId="urn:microsoft.com/office/officeart/2005/8/layout/orgChart1"/>
    <dgm:cxn modelId="{A7309A7E-7BA1-4E6E-8ACC-7DF40CAE454E}" type="presOf" srcId="{587A782D-6BFE-442F-A580-A1DF44EBBAA4}" destId="{76D08C8B-CBCF-45F3-A090-D62EA8614EBD}" srcOrd="0" destOrd="0" presId="urn:microsoft.com/office/officeart/2005/8/layout/orgChart1"/>
    <dgm:cxn modelId="{F924AE83-44FD-4E2D-B3F3-3DC00C6F2A3F}" type="presOf" srcId="{AE60E236-419D-4071-B25E-8A3EA7076834}" destId="{4AD69B0C-7B5F-4C72-BECE-A3BF8182385F}" srcOrd="0" destOrd="0" presId="urn:microsoft.com/office/officeart/2005/8/layout/orgChart1"/>
    <dgm:cxn modelId="{8230A184-2ABE-41FC-8447-8B574DFDFDA7}" srcId="{2C4ED341-9ABF-401A-A3C9-EF2AF5EED25F}" destId="{1CAF9788-F204-4002-9A6B-F672C5AD0947}" srcOrd="0" destOrd="0" parTransId="{CB7FFB55-778E-467A-8F87-79F7B81ABC92}" sibTransId="{01F0CB69-71AA-4545-86BF-2A15C1F224F5}"/>
    <dgm:cxn modelId="{E7342793-B460-4D0F-B839-9477563D866A}" type="presOf" srcId="{2579B35B-7E14-47A5-9571-F4E0E63F91CE}" destId="{5D038C3E-963D-4B89-A918-D46A4B0539BF}" srcOrd="0" destOrd="0" presId="urn:microsoft.com/office/officeart/2005/8/layout/orgChart1"/>
    <dgm:cxn modelId="{50A058A0-9C6F-4F27-8C01-D99FB4697FDE}" type="presOf" srcId="{3999B299-294E-4A19-9DEB-0EBE1E85B72E}" destId="{07F7FBAC-30D6-4DF6-BE29-2554188A5B75}" srcOrd="1" destOrd="0" presId="urn:microsoft.com/office/officeart/2005/8/layout/orgChart1"/>
    <dgm:cxn modelId="{BBA3AEA2-F621-4F7B-8655-02EA961A7016}" type="presOf" srcId="{53E2DC72-E834-40C4-A42C-6DB6DDF7722E}" destId="{CFDE5292-F294-4015-8378-B8B3A7F3AC4A}" srcOrd="0" destOrd="0" presId="urn:microsoft.com/office/officeart/2005/8/layout/orgChart1"/>
    <dgm:cxn modelId="{C4CD5BA7-4B30-496F-A3E4-4F1A5DF83E1E}" type="presOf" srcId="{1CAF9788-F204-4002-9A6B-F672C5AD0947}" destId="{97888223-C07F-4AA9-9719-F64461EB1215}" srcOrd="0" destOrd="0" presId="urn:microsoft.com/office/officeart/2005/8/layout/orgChart1"/>
    <dgm:cxn modelId="{C53044AB-D199-44BB-9393-8FCD3DBECEBD}" type="presOf" srcId="{CF195CEE-2A58-4977-BBD6-C0776CBF82C5}" destId="{4DCB2F79-76B0-4405-B309-59D5D49E2042}" srcOrd="1" destOrd="0" presId="urn:microsoft.com/office/officeart/2005/8/layout/orgChart1"/>
    <dgm:cxn modelId="{CC911EB8-9C41-40C4-BFF8-27CBF114EA96}" type="presOf" srcId="{1CAF9788-F204-4002-9A6B-F672C5AD0947}" destId="{609AA415-479C-466E-A45B-2AD81FA80C6E}" srcOrd="1" destOrd="0" presId="urn:microsoft.com/office/officeart/2005/8/layout/orgChart1"/>
    <dgm:cxn modelId="{3BBF6DBE-F7E0-45C3-BC92-609BE7A58650}" type="presOf" srcId="{A03F1C86-420A-4D14-AFFD-94F54C18DBC7}" destId="{82C316E4-B506-4569-BD52-D17B09731310}" srcOrd="1" destOrd="0" presId="urn:microsoft.com/office/officeart/2005/8/layout/orgChart1"/>
    <dgm:cxn modelId="{406A93C1-4039-45A3-A67C-D5039B2AEB3C}" type="presOf" srcId="{3999B299-294E-4A19-9DEB-0EBE1E85B72E}" destId="{847E77AE-8BF5-464F-A462-A640E4CCE76B}" srcOrd="0" destOrd="0" presId="urn:microsoft.com/office/officeart/2005/8/layout/orgChart1"/>
    <dgm:cxn modelId="{5CD496D2-9D7E-4E92-9E3E-1DE3AA4322C1}" type="presOf" srcId="{779540C1-F812-43E7-900D-5D54E737420F}" destId="{3A8598BB-49B0-4BFA-AFA5-893214CF5464}" srcOrd="0" destOrd="0" presId="urn:microsoft.com/office/officeart/2005/8/layout/orgChart1"/>
    <dgm:cxn modelId="{70255ED5-C59A-4512-8C52-FD50CDAE0940}" srcId="{1CAF9788-F204-4002-9A6B-F672C5AD0947}" destId="{288BBB08-8C5C-46A7-BC65-38EE6874856A}" srcOrd="0" destOrd="0" parTransId="{6FB378C8-3766-4625-BABF-0F0A95C894E0}" sibTransId="{CFD8B316-9D09-44DB-B78A-C336D13F506A}"/>
    <dgm:cxn modelId="{82B1D6DB-F191-46AE-A203-1D0E18E68368}" type="presOf" srcId="{02A7F344-F13A-4CEF-B951-89521F0FBB23}" destId="{BB51E2CF-2695-4A12-8FD0-79081C3C17EA}" srcOrd="1" destOrd="0" presId="urn:microsoft.com/office/officeart/2005/8/layout/orgChart1"/>
    <dgm:cxn modelId="{FB72A0DF-B3D1-4ED1-A9FD-5B72396B4D08}" type="presOf" srcId="{CF195CEE-2A58-4977-BBD6-C0776CBF82C5}" destId="{529EE2E8-B40F-4EEE-8098-7EC8E52C956F}" srcOrd="0" destOrd="0" presId="urn:microsoft.com/office/officeart/2005/8/layout/orgChart1"/>
    <dgm:cxn modelId="{445BB7F1-318B-4A1F-B57C-3B8FD97FD85D}" type="presOf" srcId="{2579B35B-7E14-47A5-9571-F4E0E63F91CE}" destId="{379FBC66-C068-4C90-8DE1-C4D21B7EB4CD}" srcOrd="1" destOrd="0" presId="urn:microsoft.com/office/officeart/2005/8/layout/orgChart1"/>
    <dgm:cxn modelId="{55C2D6F8-42C8-42C1-A4D4-94F9C08840E8}" type="presOf" srcId="{CB7FFB55-778E-467A-8F87-79F7B81ABC92}" destId="{4C66D06C-744A-49EF-8F06-F9C361DF639F}" srcOrd="0" destOrd="0" presId="urn:microsoft.com/office/officeart/2005/8/layout/orgChart1"/>
    <dgm:cxn modelId="{A1ED2BFE-64C9-4B6A-A8E7-BC43137EFD27}" srcId="{CF195CEE-2A58-4977-BBD6-C0776CBF82C5}" destId="{2579B35B-7E14-47A5-9571-F4E0E63F91CE}" srcOrd="1" destOrd="0" parTransId="{ADEAA999-8072-41F5-817C-C6458D4B1B57}" sibTransId="{08C3E738-86B4-4063-827B-3B5ABE2B6576}"/>
    <dgm:cxn modelId="{0292C59A-1088-4259-8D46-1C57CA32D7C4}" type="presParOf" srcId="{DA60DD33-B6CB-47D5-82CB-A081B7CA0A08}" destId="{3A67C4E2-D0DC-43EC-A479-27E1411910F6}" srcOrd="0" destOrd="0" presId="urn:microsoft.com/office/officeart/2005/8/layout/orgChart1"/>
    <dgm:cxn modelId="{80097C9C-D491-43D0-986E-7DE74B0B7CDD}" type="presParOf" srcId="{3A67C4E2-D0DC-43EC-A479-27E1411910F6}" destId="{0882E313-9BFA-4589-8141-97F88E4295E4}" srcOrd="0" destOrd="0" presId="urn:microsoft.com/office/officeart/2005/8/layout/orgChart1"/>
    <dgm:cxn modelId="{ABD1FA9F-8624-452D-ACCA-EB9A7C9F6262}" type="presParOf" srcId="{0882E313-9BFA-4589-8141-97F88E4295E4}" destId="{737F38AD-E360-431A-A875-98FBC1D1B425}" srcOrd="0" destOrd="0" presId="urn:microsoft.com/office/officeart/2005/8/layout/orgChart1"/>
    <dgm:cxn modelId="{BB8FBC57-E56C-40EA-AE3F-4EF0A0946E6F}" type="presParOf" srcId="{0882E313-9BFA-4589-8141-97F88E4295E4}" destId="{3A87B44D-E0E7-4B4D-A285-799A5C416E19}" srcOrd="1" destOrd="0" presId="urn:microsoft.com/office/officeart/2005/8/layout/orgChart1"/>
    <dgm:cxn modelId="{879BDE1D-56A2-472F-A383-69B53FCE3E54}" type="presParOf" srcId="{3A67C4E2-D0DC-43EC-A479-27E1411910F6}" destId="{2FD5A7EA-24D1-4B0E-AC72-AD0BC1963568}" srcOrd="1" destOrd="0" presId="urn:microsoft.com/office/officeart/2005/8/layout/orgChart1"/>
    <dgm:cxn modelId="{CC1F3792-67AF-409C-9821-407533480CAC}" type="presParOf" srcId="{2FD5A7EA-24D1-4B0E-AC72-AD0BC1963568}" destId="{4C66D06C-744A-49EF-8F06-F9C361DF639F}" srcOrd="0" destOrd="0" presId="urn:microsoft.com/office/officeart/2005/8/layout/orgChart1"/>
    <dgm:cxn modelId="{AB6E686B-F248-404C-AC23-71DFE907F14E}" type="presParOf" srcId="{2FD5A7EA-24D1-4B0E-AC72-AD0BC1963568}" destId="{F726092D-38A7-4F59-85D1-F3F3967E69E3}" srcOrd="1" destOrd="0" presId="urn:microsoft.com/office/officeart/2005/8/layout/orgChart1"/>
    <dgm:cxn modelId="{210CFDA7-E091-4D80-AE64-3C4788F3CBAB}" type="presParOf" srcId="{F726092D-38A7-4F59-85D1-F3F3967E69E3}" destId="{C3FB21C4-3401-4295-9C73-B3BBC7B4CA06}" srcOrd="0" destOrd="0" presId="urn:microsoft.com/office/officeart/2005/8/layout/orgChart1"/>
    <dgm:cxn modelId="{A8C9E492-6F4C-49E5-9997-C8B97E434425}" type="presParOf" srcId="{C3FB21C4-3401-4295-9C73-B3BBC7B4CA06}" destId="{97888223-C07F-4AA9-9719-F64461EB1215}" srcOrd="0" destOrd="0" presId="urn:microsoft.com/office/officeart/2005/8/layout/orgChart1"/>
    <dgm:cxn modelId="{01018841-01F9-4D44-9B61-856F952F97B4}" type="presParOf" srcId="{C3FB21C4-3401-4295-9C73-B3BBC7B4CA06}" destId="{609AA415-479C-466E-A45B-2AD81FA80C6E}" srcOrd="1" destOrd="0" presId="urn:microsoft.com/office/officeart/2005/8/layout/orgChart1"/>
    <dgm:cxn modelId="{A3258C49-FE37-472A-8B0B-23D399A38989}" type="presParOf" srcId="{F726092D-38A7-4F59-85D1-F3F3967E69E3}" destId="{CADA1C90-8BA1-4825-AB5B-332D4A32894A}" srcOrd="1" destOrd="0" presId="urn:microsoft.com/office/officeart/2005/8/layout/orgChart1"/>
    <dgm:cxn modelId="{528C13C4-7592-41E7-999E-20687D9C8D59}" type="presParOf" srcId="{CADA1C90-8BA1-4825-AB5B-332D4A32894A}" destId="{EE6B9557-ED46-46FE-A719-F4717E67E2C4}" srcOrd="0" destOrd="0" presId="urn:microsoft.com/office/officeart/2005/8/layout/orgChart1"/>
    <dgm:cxn modelId="{55DEF0BB-E823-495C-A8F7-E812DF84553C}" type="presParOf" srcId="{CADA1C90-8BA1-4825-AB5B-332D4A32894A}" destId="{2CB8AC6E-0CCF-46C1-9629-982B9EF8CA56}" srcOrd="1" destOrd="0" presId="urn:microsoft.com/office/officeart/2005/8/layout/orgChart1"/>
    <dgm:cxn modelId="{C077BE39-5759-4AC2-AF58-C5605D7B6A8B}" type="presParOf" srcId="{2CB8AC6E-0CCF-46C1-9629-982B9EF8CA56}" destId="{FCF5BB8C-B18E-490E-88E7-4E97044A846C}" srcOrd="0" destOrd="0" presId="urn:microsoft.com/office/officeart/2005/8/layout/orgChart1"/>
    <dgm:cxn modelId="{989D44A9-0FFC-46B8-AC49-ED9DB9CF53C4}" type="presParOf" srcId="{FCF5BB8C-B18E-490E-88E7-4E97044A846C}" destId="{4E25A6B6-03EA-4C15-88E6-58468205580C}" srcOrd="0" destOrd="0" presId="urn:microsoft.com/office/officeart/2005/8/layout/orgChart1"/>
    <dgm:cxn modelId="{90E1CFD6-34E9-4583-B721-A5516896A1D0}" type="presParOf" srcId="{FCF5BB8C-B18E-490E-88E7-4E97044A846C}" destId="{A2021812-3DC4-4BC2-988E-05B05AF4F666}" srcOrd="1" destOrd="0" presId="urn:microsoft.com/office/officeart/2005/8/layout/orgChart1"/>
    <dgm:cxn modelId="{B8540E9A-B434-4035-B784-9C8EA75ECD6F}" type="presParOf" srcId="{2CB8AC6E-0CCF-46C1-9629-982B9EF8CA56}" destId="{98718ADD-960B-4E59-98BE-5B38058D10CD}" srcOrd="1" destOrd="0" presId="urn:microsoft.com/office/officeart/2005/8/layout/orgChart1"/>
    <dgm:cxn modelId="{35B09BF7-7D3A-499A-8606-612FC6126244}" type="presParOf" srcId="{2CB8AC6E-0CCF-46C1-9629-982B9EF8CA56}" destId="{C0683525-DDDE-4BD9-BB32-BC96FB78252C}" srcOrd="2" destOrd="0" presId="urn:microsoft.com/office/officeart/2005/8/layout/orgChart1"/>
    <dgm:cxn modelId="{004B5E39-E5DB-48C6-962A-0F8EB6F1C1FF}" type="presParOf" srcId="{CADA1C90-8BA1-4825-AB5B-332D4A32894A}" destId="{76D08C8B-CBCF-45F3-A090-D62EA8614EBD}" srcOrd="2" destOrd="0" presId="urn:microsoft.com/office/officeart/2005/8/layout/orgChart1"/>
    <dgm:cxn modelId="{ED6EAC6B-FFC0-45C6-BF4E-BFB203378A7F}" type="presParOf" srcId="{CADA1C90-8BA1-4825-AB5B-332D4A32894A}" destId="{94FF9B49-E5D0-4E1C-8D41-7BAB25323885}" srcOrd="3" destOrd="0" presId="urn:microsoft.com/office/officeart/2005/8/layout/orgChart1"/>
    <dgm:cxn modelId="{72A3C39F-5854-44A9-BE02-8919004366E6}" type="presParOf" srcId="{94FF9B49-E5D0-4E1C-8D41-7BAB25323885}" destId="{9F4FD832-0A4C-4348-BF06-806EEFE8C6D4}" srcOrd="0" destOrd="0" presId="urn:microsoft.com/office/officeart/2005/8/layout/orgChart1"/>
    <dgm:cxn modelId="{44EDCC03-4E61-4F28-BF57-766A4040851A}" type="presParOf" srcId="{9F4FD832-0A4C-4348-BF06-806EEFE8C6D4}" destId="{5F2E1C53-8CFA-4779-9753-F3A1A4BED96A}" srcOrd="0" destOrd="0" presId="urn:microsoft.com/office/officeart/2005/8/layout/orgChart1"/>
    <dgm:cxn modelId="{A9F3DE05-0782-41C3-A99E-2F6BA707850F}" type="presParOf" srcId="{9F4FD832-0A4C-4348-BF06-806EEFE8C6D4}" destId="{82C316E4-B506-4569-BD52-D17B09731310}" srcOrd="1" destOrd="0" presId="urn:microsoft.com/office/officeart/2005/8/layout/orgChart1"/>
    <dgm:cxn modelId="{865E729D-F870-47F0-A9FA-C30463510B11}" type="presParOf" srcId="{94FF9B49-E5D0-4E1C-8D41-7BAB25323885}" destId="{A6FBA741-7869-4C92-A81C-99CD02EBEB66}" srcOrd="1" destOrd="0" presId="urn:microsoft.com/office/officeart/2005/8/layout/orgChart1"/>
    <dgm:cxn modelId="{AFB338C5-A1E4-4F78-AB47-6BB818CC6B1D}" type="presParOf" srcId="{94FF9B49-E5D0-4E1C-8D41-7BAB25323885}" destId="{61A73C23-3492-487B-B2CF-A26EAE0C9070}" srcOrd="2" destOrd="0" presId="urn:microsoft.com/office/officeart/2005/8/layout/orgChart1"/>
    <dgm:cxn modelId="{69C3AE58-798D-4DBA-BFF6-06CEAB5F6699}" type="presParOf" srcId="{F726092D-38A7-4F59-85D1-F3F3967E69E3}" destId="{34132B69-3EB8-4A89-9F55-FEC0DE0AB1CB}" srcOrd="2" destOrd="0" presId="urn:microsoft.com/office/officeart/2005/8/layout/orgChart1"/>
    <dgm:cxn modelId="{73863AD5-4E22-4067-B5FE-4579B8C74543}" type="presParOf" srcId="{2FD5A7EA-24D1-4B0E-AC72-AD0BC1963568}" destId="{CFDE5292-F294-4015-8378-B8B3A7F3AC4A}" srcOrd="2" destOrd="0" presId="urn:microsoft.com/office/officeart/2005/8/layout/orgChart1"/>
    <dgm:cxn modelId="{E076A504-2210-4385-BBB0-7F4EB877930A}" type="presParOf" srcId="{2FD5A7EA-24D1-4B0E-AC72-AD0BC1963568}" destId="{509461AB-8378-4709-8CF9-A99CECA3E7AD}" srcOrd="3" destOrd="0" presId="urn:microsoft.com/office/officeart/2005/8/layout/orgChart1"/>
    <dgm:cxn modelId="{8561CE44-34F8-46C9-8D7B-A5EC7FAE5408}" type="presParOf" srcId="{509461AB-8378-4709-8CF9-A99CECA3E7AD}" destId="{F7A63EB7-EBFE-4718-98A5-83B9D17FD184}" srcOrd="0" destOrd="0" presId="urn:microsoft.com/office/officeart/2005/8/layout/orgChart1"/>
    <dgm:cxn modelId="{1688C921-3DAD-402B-8325-C1B45DC3FE48}" type="presParOf" srcId="{F7A63EB7-EBFE-4718-98A5-83B9D17FD184}" destId="{529EE2E8-B40F-4EEE-8098-7EC8E52C956F}" srcOrd="0" destOrd="0" presId="urn:microsoft.com/office/officeart/2005/8/layout/orgChart1"/>
    <dgm:cxn modelId="{6BA82920-4345-4916-B3C3-4D1084E96F29}" type="presParOf" srcId="{F7A63EB7-EBFE-4718-98A5-83B9D17FD184}" destId="{4DCB2F79-76B0-4405-B309-59D5D49E2042}" srcOrd="1" destOrd="0" presId="urn:microsoft.com/office/officeart/2005/8/layout/orgChart1"/>
    <dgm:cxn modelId="{41344143-8C76-468B-9077-D09B026FE552}" type="presParOf" srcId="{509461AB-8378-4709-8CF9-A99CECA3E7AD}" destId="{CD0E8E2E-AB3A-40C1-B5AD-4C506ECB9EDA}" srcOrd="1" destOrd="0" presId="urn:microsoft.com/office/officeart/2005/8/layout/orgChart1"/>
    <dgm:cxn modelId="{44C3A661-593D-45BC-BB4D-D159F22E97F3}" type="presParOf" srcId="{CD0E8E2E-AB3A-40C1-B5AD-4C506ECB9EDA}" destId="{4AD69B0C-7B5F-4C72-BECE-A3BF8182385F}" srcOrd="0" destOrd="0" presId="urn:microsoft.com/office/officeart/2005/8/layout/orgChart1"/>
    <dgm:cxn modelId="{20BD4C62-D2C4-4514-859A-2E0D7F379080}" type="presParOf" srcId="{CD0E8E2E-AB3A-40C1-B5AD-4C506ECB9EDA}" destId="{795859C0-3217-4446-9122-214B06A9FCF7}" srcOrd="1" destOrd="0" presId="urn:microsoft.com/office/officeart/2005/8/layout/orgChart1"/>
    <dgm:cxn modelId="{1167EAB5-77A6-4140-894C-B50CD11D67D2}" type="presParOf" srcId="{795859C0-3217-4446-9122-214B06A9FCF7}" destId="{6D68F541-4E5F-4DA8-8861-CAE35C1DF93F}" srcOrd="0" destOrd="0" presId="urn:microsoft.com/office/officeart/2005/8/layout/orgChart1"/>
    <dgm:cxn modelId="{607A4AEE-E17F-4C04-8316-6A328853114B}" type="presParOf" srcId="{6D68F541-4E5F-4DA8-8861-CAE35C1DF93F}" destId="{B144B5B8-3F04-4AC2-8315-B352A9F48C23}" srcOrd="0" destOrd="0" presId="urn:microsoft.com/office/officeart/2005/8/layout/orgChart1"/>
    <dgm:cxn modelId="{78203695-345D-4730-9FBF-7716786FB841}" type="presParOf" srcId="{6D68F541-4E5F-4DA8-8861-CAE35C1DF93F}" destId="{BB51E2CF-2695-4A12-8FD0-79081C3C17EA}" srcOrd="1" destOrd="0" presId="urn:microsoft.com/office/officeart/2005/8/layout/orgChart1"/>
    <dgm:cxn modelId="{4D6106BE-C873-42A1-82CC-175C4CE39038}" type="presParOf" srcId="{795859C0-3217-4446-9122-214B06A9FCF7}" destId="{89608F8F-0201-4881-87CE-F88F3DCBF020}" srcOrd="1" destOrd="0" presId="urn:microsoft.com/office/officeart/2005/8/layout/orgChart1"/>
    <dgm:cxn modelId="{3C45384A-E955-4E0A-8521-7E61123058A4}" type="presParOf" srcId="{795859C0-3217-4446-9122-214B06A9FCF7}" destId="{69D9B64C-2AD6-47DC-8C78-4FB94AFE4E88}" srcOrd="2" destOrd="0" presId="urn:microsoft.com/office/officeart/2005/8/layout/orgChart1"/>
    <dgm:cxn modelId="{32F59244-44B1-4C06-A08D-56FE02E8BA2C}" type="presParOf" srcId="{CD0E8E2E-AB3A-40C1-B5AD-4C506ECB9EDA}" destId="{E74EAC22-1B0D-4B4F-8BE8-6CADA6571037}" srcOrd="2" destOrd="0" presId="urn:microsoft.com/office/officeart/2005/8/layout/orgChart1"/>
    <dgm:cxn modelId="{04A2B414-D895-4414-ABD5-31D2980D7EFC}" type="presParOf" srcId="{CD0E8E2E-AB3A-40C1-B5AD-4C506ECB9EDA}" destId="{6189643E-5050-42CD-BF86-ABEFC7D56674}" srcOrd="3" destOrd="0" presId="urn:microsoft.com/office/officeart/2005/8/layout/orgChart1"/>
    <dgm:cxn modelId="{37BDFE46-EA4A-48AB-AD64-02BC563576AA}" type="presParOf" srcId="{6189643E-5050-42CD-BF86-ABEFC7D56674}" destId="{5EE82F28-A890-48B7-A2CA-56877DD45137}" srcOrd="0" destOrd="0" presId="urn:microsoft.com/office/officeart/2005/8/layout/orgChart1"/>
    <dgm:cxn modelId="{4E8CEC7A-7AB0-4C0C-B4BE-8774276F355E}" type="presParOf" srcId="{5EE82F28-A890-48B7-A2CA-56877DD45137}" destId="{5D038C3E-963D-4B89-A918-D46A4B0539BF}" srcOrd="0" destOrd="0" presId="urn:microsoft.com/office/officeart/2005/8/layout/orgChart1"/>
    <dgm:cxn modelId="{7F3122E3-4803-4F36-A279-12E0D10863BB}" type="presParOf" srcId="{5EE82F28-A890-48B7-A2CA-56877DD45137}" destId="{379FBC66-C068-4C90-8DE1-C4D21B7EB4CD}" srcOrd="1" destOrd="0" presId="urn:microsoft.com/office/officeart/2005/8/layout/orgChart1"/>
    <dgm:cxn modelId="{D203E1D0-C30C-4643-9EEF-3A4777EAE466}" type="presParOf" srcId="{6189643E-5050-42CD-BF86-ABEFC7D56674}" destId="{C3E36387-D580-4632-9444-C67C3E4CBD30}" srcOrd="1" destOrd="0" presId="urn:microsoft.com/office/officeart/2005/8/layout/orgChart1"/>
    <dgm:cxn modelId="{AEE92C5A-8FF9-4269-BE9F-316424261607}" type="presParOf" srcId="{6189643E-5050-42CD-BF86-ABEFC7D56674}" destId="{69F46DE5-5346-4E6C-ACC7-D4B4BFAE62DB}" srcOrd="2" destOrd="0" presId="urn:microsoft.com/office/officeart/2005/8/layout/orgChart1"/>
    <dgm:cxn modelId="{BD6BE921-5F75-42B3-B97F-87CEC4938912}" type="presParOf" srcId="{CD0E8E2E-AB3A-40C1-B5AD-4C506ECB9EDA}" destId="{3A8598BB-49B0-4BFA-AFA5-893214CF5464}" srcOrd="4" destOrd="0" presId="urn:microsoft.com/office/officeart/2005/8/layout/orgChart1"/>
    <dgm:cxn modelId="{6CD98ACD-2546-4EF5-9D54-08150BD942F0}" type="presParOf" srcId="{CD0E8E2E-AB3A-40C1-B5AD-4C506ECB9EDA}" destId="{16395662-7618-472E-87EF-028663D9E7C5}" srcOrd="5" destOrd="0" presId="urn:microsoft.com/office/officeart/2005/8/layout/orgChart1"/>
    <dgm:cxn modelId="{A942E1B4-EA32-4B7D-BE37-06A6B2CB64BB}" type="presParOf" srcId="{16395662-7618-472E-87EF-028663D9E7C5}" destId="{63C248D1-A0A9-40BB-B2A5-39FFD2222723}" srcOrd="0" destOrd="0" presId="urn:microsoft.com/office/officeart/2005/8/layout/orgChart1"/>
    <dgm:cxn modelId="{B6D1889C-460E-4B46-9D53-CB5510F9B23B}" type="presParOf" srcId="{63C248D1-A0A9-40BB-B2A5-39FFD2222723}" destId="{847E77AE-8BF5-464F-A462-A640E4CCE76B}" srcOrd="0" destOrd="0" presId="urn:microsoft.com/office/officeart/2005/8/layout/orgChart1"/>
    <dgm:cxn modelId="{103B44A3-00D7-4320-A380-7AC31027057A}" type="presParOf" srcId="{63C248D1-A0A9-40BB-B2A5-39FFD2222723}" destId="{07F7FBAC-30D6-4DF6-BE29-2554188A5B75}" srcOrd="1" destOrd="0" presId="urn:microsoft.com/office/officeart/2005/8/layout/orgChart1"/>
    <dgm:cxn modelId="{B30B7279-53D5-4611-B26E-8B84D2CBCE18}" type="presParOf" srcId="{16395662-7618-472E-87EF-028663D9E7C5}" destId="{522F4B81-9B3C-4D49-9428-A8B9EB3DC859}" srcOrd="1" destOrd="0" presId="urn:microsoft.com/office/officeart/2005/8/layout/orgChart1"/>
    <dgm:cxn modelId="{15D3C849-04F7-48AB-BD2D-CE83B72F65E3}" type="presParOf" srcId="{16395662-7618-472E-87EF-028663D9E7C5}" destId="{4E0BEB1A-CA99-48D2-A538-25BD4A6EB085}" srcOrd="2" destOrd="0" presId="urn:microsoft.com/office/officeart/2005/8/layout/orgChart1"/>
    <dgm:cxn modelId="{493D9398-3E3F-4C5C-B4DF-FF18D5CDF87B}" type="presParOf" srcId="{509461AB-8378-4709-8CF9-A99CECA3E7AD}" destId="{80DAFE73-4312-48EB-AB19-407A4D37EF07}" srcOrd="2" destOrd="0" presId="urn:microsoft.com/office/officeart/2005/8/layout/orgChart1"/>
    <dgm:cxn modelId="{E4B2F535-67FC-4FB2-990E-765B9793CBC0}" type="presParOf" srcId="{3A67C4E2-D0DC-43EC-A479-27E1411910F6}" destId="{C3333F18-E3B4-4B2B-B127-730545CFD1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E466F-F6DF-4850-837C-FAAC8B8C8454}">
      <dsp:nvSpPr>
        <dsp:cNvPr id="0" name=""/>
        <dsp:cNvSpPr/>
      </dsp:nvSpPr>
      <dsp:spPr>
        <a:xfrm rot="5400000">
          <a:off x="3473644" y="-1111133"/>
          <a:ext cx="1343271" cy="3901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000" kern="1200" dirty="0"/>
            <a:t>Система от програми, която управлява хардуера и приложния софтуер.</a:t>
          </a:r>
        </a:p>
      </dsp:txBody>
      <dsp:txXfrm rot="-5400000">
        <a:off x="2194560" y="233524"/>
        <a:ext cx="3835867" cy="1212125"/>
      </dsp:txXfrm>
    </dsp:sp>
    <dsp:sp modelId="{02C14AAA-9ED0-42CF-93C5-1A40D8FB2BA5}">
      <dsp:nvSpPr>
        <dsp:cNvPr id="0" name=""/>
        <dsp:cNvSpPr/>
      </dsp:nvSpPr>
      <dsp:spPr>
        <a:xfrm>
          <a:off x="95663" y="8"/>
          <a:ext cx="2194560" cy="1679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700" b="1" kern="1200" dirty="0">
              <a:solidFill>
                <a:schemeClr val="accent4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СИСТЕМЕН</a:t>
          </a:r>
        </a:p>
      </dsp:txBody>
      <dsp:txXfrm>
        <a:off x="177629" y="81974"/>
        <a:ext cx="2030628" cy="1515157"/>
      </dsp:txXfrm>
    </dsp:sp>
    <dsp:sp modelId="{A1D57BF8-0D88-42C3-B13C-D5F5EC09495F}">
      <dsp:nvSpPr>
        <dsp:cNvPr id="0" name=""/>
        <dsp:cNvSpPr/>
      </dsp:nvSpPr>
      <dsp:spPr>
        <a:xfrm rot="5400000">
          <a:off x="3473644" y="651911"/>
          <a:ext cx="1343271" cy="3901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bg-BG" sz="2000" kern="1200" dirty="0"/>
            <a:t>Всички потребителски програми (графични, текстови, </a:t>
          </a:r>
          <a:r>
            <a:rPr lang="bg-BG" sz="2000" kern="1200" dirty="0" err="1"/>
            <a:t>аудиоредактори</a:t>
          </a:r>
          <a:r>
            <a:rPr lang="bg-BG" sz="2000" kern="1200" dirty="0"/>
            <a:t>, електронни таблици и др.)</a:t>
          </a:r>
        </a:p>
      </dsp:txBody>
      <dsp:txXfrm rot="-5400000">
        <a:off x="2194560" y="1996569"/>
        <a:ext cx="3835867" cy="1212125"/>
      </dsp:txXfrm>
    </dsp:sp>
    <dsp:sp modelId="{E2EC974A-3A27-41C8-B937-E80F8A7815F7}">
      <dsp:nvSpPr>
        <dsp:cNvPr id="0" name=""/>
        <dsp:cNvSpPr/>
      </dsp:nvSpPr>
      <dsp:spPr>
        <a:xfrm>
          <a:off x="0" y="1763086"/>
          <a:ext cx="2194560" cy="16790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700" b="1" kern="1200" dirty="0">
              <a:solidFill>
                <a:schemeClr val="accent4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ПРИЛОЖЕН</a:t>
          </a:r>
        </a:p>
      </dsp:txBody>
      <dsp:txXfrm>
        <a:off x="81966" y="1845052"/>
        <a:ext cx="2030628" cy="1515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98BB-49B0-4BFA-AFA5-893214CF5464}">
      <dsp:nvSpPr>
        <dsp:cNvPr id="0" name=""/>
        <dsp:cNvSpPr/>
      </dsp:nvSpPr>
      <dsp:spPr>
        <a:xfrm>
          <a:off x="5609767" y="1361619"/>
          <a:ext cx="1361617" cy="23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56"/>
              </a:lnTo>
              <a:lnTo>
                <a:pt x="1361617" y="118156"/>
              </a:lnTo>
              <a:lnTo>
                <a:pt x="1361617" y="2363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4EAC22-1B0D-4B4F-8BE8-6CADA6571037}">
      <dsp:nvSpPr>
        <dsp:cNvPr id="0" name=""/>
        <dsp:cNvSpPr/>
      </dsp:nvSpPr>
      <dsp:spPr>
        <a:xfrm>
          <a:off x="5564047" y="1361619"/>
          <a:ext cx="91440" cy="2363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3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D69B0C-7B5F-4C72-BECE-A3BF8182385F}">
      <dsp:nvSpPr>
        <dsp:cNvPr id="0" name=""/>
        <dsp:cNvSpPr/>
      </dsp:nvSpPr>
      <dsp:spPr>
        <a:xfrm>
          <a:off x="4248150" y="1361619"/>
          <a:ext cx="1361617" cy="236313"/>
        </a:xfrm>
        <a:custGeom>
          <a:avLst/>
          <a:gdLst/>
          <a:ahLst/>
          <a:cxnLst/>
          <a:rect l="0" t="0" r="0" b="0"/>
          <a:pathLst>
            <a:path>
              <a:moveTo>
                <a:pt x="1361617" y="0"/>
              </a:moveTo>
              <a:lnTo>
                <a:pt x="1361617" y="118156"/>
              </a:lnTo>
              <a:lnTo>
                <a:pt x="0" y="118156"/>
              </a:lnTo>
              <a:lnTo>
                <a:pt x="0" y="2363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DE5292-F294-4015-8378-B8B3A7F3AC4A}">
      <dsp:nvSpPr>
        <dsp:cNvPr id="0" name=""/>
        <dsp:cNvSpPr/>
      </dsp:nvSpPr>
      <dsp:spPr>
        <a:xfrm>
          <a:off x="3907745" y="562653"/>
          <a:ext cx="1702021" cy="23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56"/>
              </a:lnTo>
              <a:lnTo>
                <a:pt x="1702021" y="118156"/>
              </a:lnTo>
              <a:lnTo>
                <a:pt x="1702021" y="2363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08C8B-CBCF-45F3-A090-D62EA8614EBD}">
      <dsp:nvSpPr>
        <dsp:cNvPr id="0" name=""/>
        <dsp:cNvSpPr/>
      </dsp:nvSpPr>
      <dsp:spPr>
        <a:xfrm>
          <a:off x="2205724" y="1361619"/>
          <a:ext cx="680808" cy="236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56"/>
              </a:lnTo>
              <a:lnTo>
                <a:pt x="680808" y="118156"/>
              </a:lnTo>
              <a:lnTo>
                <a:pt x="680808" y="2363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B9557-ED46-46FE-A719-F4717E67E2C4}">
      <dsp:nvSpPr>
        <dsp:cNvPr id="0" name=""/>
        <dsp:cNvSpPr/>
      </dsp:nvSpPr>
      <dsp:spPr>
        <a:xfrm>
          <a:off x="1524915" y="1361619"/>
          <a:ext cx="680808" cy="236313"/>
        </a:xfrm>
        <a:custGeom>
          <a:avLst/>
          <a:gdLst/>
          <a:ahLst/>
          <a:cxnLst/>
          <a:rect l="0" t="0" r="0" b="0"/>
          <a:pathLst>
            <a:path>
              <a:moveTo>
                <a:pt x="680808" y="0"/>
              </a:moveTo>
              <a:lnTo>
                <a:pt x="680808" y="118156"/>
              </a:lnTo>
              <a:lnTo>
                <a:pt x="0" y="118156"/>
              </a:lnTo>
              <a:lnTo>
                <a:pt x="0" y="2363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66D06C-744A-49EF-8F06-F9C361DF639F}">
      <dsp:nvSpPr>
        <dsp:cNvPr id="0" name=""/>
        <dsp:cNvSpPr/>
      </dsp:nvSpPr>
      <dsp:spPr>
        <a:xfrm>
          <a:off x="2205724" y="562653"/>
          <a:ext cx="1702021" cy="236313"/>
        </a:xfrm>
        <a:custGeom>
          <a:avLst/>
          <a:gdLst/>
          <a:ahLst/>
          <a:cxnLst/>
          <a:rect l="0" t="0" r="0" b="0"/>
          <a:pathLst>
            <a:path>
              <a:moveTo>
                <a:pt x="1702021" y="0"/>
              </a:moveTo>
              <a:lnTo>
                <a:pt x="1702021" y="118156"/>
              </a:lnTo>
              <a:lnTo>
                <a:pt x="0" y="118156"/>
              </a:lnTo>
              <a:lnTo>
                <a:pt x="0" y="2363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7F38AD-E360-431A-A875-98FBC1D1B425}">
      <dsp:nvSpPr>
        <dsp:cNvPr id="0" name=""/>
        <dsp:cNvSpPr/>
      </dsp:nvSpPr>
      <dsp:spPr>
        <a:xfrm>
          <a:off x="3345094" y="2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клас</a:t>
          </a:r>
        </a:p>
      </dsp:txBody>
      <dsp:txXfrm>
        <a:off x="3345094" y="2"/>
        <a:ext cx="1125303" cy="562651"/>
      </dsp:txXfrm>
    </dsp:sp>
    <dsp:sp modelId="{97888223-C07F-4AA9-9719-F64461EB1215}">
      <dsp:nvSpPr>
        <dsp:cNvPr id="0" name=""/>
        <dsp:cNvSpPr/>
      </dsp:nvSpPr>
      <dsp:spPr>
        <a:xfrm>
          <a:off x="1643072" y="798967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а клас</a:t>
          </a:r>
        </a:p>
      </dsp:txBody>
      <dsp:txXfrm>
        <a:off x="1643072" y="798967"/>
        <a:ext cx="1125303" cy="562651"/>
      </dsp:txXfrm>
    </dsp:sp>
    <dsp:sp modelId="{4E25A6B6-03EA-4C15-88E6-58468205580C}">
      <dsp:nvSpPr>
        <dsp:cNvPr id="0" name=""/>
        <dsp:cNvSpPr/>
      </dsp:nvSpPr>
      <dsp:spPr>
        <a:xfrm>
          <a:off x="962264" y="1597933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Елеонора</a:t>
          </a:r>
        </a:p>
      </dsp:txBody>
      <dsp:txXfrm>
        <a:off x="962264" y="1597933"/>
        <a:ext cx="1125303" cy="562651"/>
      </dsp:txXfrm>
    </dsp:sp>
    <dsp:sp modelId="{5F2E1C53-8CFA-4779-9753-F3A1A4BED96A}">
      <dsp:nvSpPr>
        <dsp:cNvPr id="0" name=""/>
        <dsp:cNvSpPr/>
      </dsp:nvSpPr>
      <dsp:spPr>
        <a:xfrm>
          <a:off x="2323881" y="1597933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Димитър</a:t>
          </a:r>
        </a:p>
      </dsp:txBody>
      <dsp:txXfrm>
        <a:off x="2323881" y="1597933"/>
        <a:ext cx="1125303" cy="562651"/>
      </dsp:txXfrm>
    </dsp:sp>
    <dsp:sp modelId="{529EE2E8-B40F-4EEE-8098-7EC8E52C956F}">
      <dsp:nvSpPr>
        <dsp:cNvPr id="0" name=""/>
        <dsp:cNvSpPr/>
      </dsp:nvSpPr>
      <dsp:spPr>
        <a:xfrm>
          <a:off x="5047115" y="798967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6 б клас</a:t>
          </a:r>
        </a:p>
      </dsp:txBody>
      <dsp:txXfrm>
        <a:off x="5047115" y="798967"/>
        <a:ext cx="1125303" cy="562651"/>
      </dsp:txXfrm>
    </dsp:sp>
    <dsp:sp modelId="{B144B5B8-3F04-4AC2-8315-B352A9F48C23}">
      <dsp:nvSpPr>
        <dsp:cNvPr id="0" name=""/>
        <dsp:cNvSpPr/>
      </dsp:nvSpPr>
      <dsp:spPr>
        <a:xfrm>
          <a:off x="3685498" y="1597933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Иван</a:t>
          </a:r>
        </a:p>
      </dsp:txBody>
      <dsp:txXfrm>
        <a:off x="3685498" y="1597933"/>
        <a:ext cx="1125303" cy="562651"/>
      </dsp:txXfrm>
    </dsp:sp>
    <dsp:sp modelId="{5D038C3E-963D-4B89-A918-D46A4B0539BF}">
      <dsp:nvSpPr>
        <dsp:cNvPr id="0" name=""/>
        <dsp:cNvSpPr/>
      </dsp:nvSpPr>
      <dsp:spPr>
        <a:xfrm>
          <a:off x="5047115" y="1597933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Георги</a:t>
          </a:r>
        </a:p>
      </dsp:txBody>
      <dsp:txXfrm>
        <a:off x="5047115" y="1597933"/>
        <a:ext cx="1125303" cy="562651"/>
      </dsp:txXfrm>
    </dsp:sp>
    <dsp:sp modelId="{847E77AE-8BF5-464F-A462-A640E4CCE76B}">
      <dsp:nvSpPr>
        <dsp:cNvPr id="0" name=""/>
        <dsp:cNvSpPr/>
      </dsp:nvSpPr>
      <dsp:spPr>
        <a:xfrm>
          <a:off x="6408732" y="1597933"/>
          <a:ext cx="1125303" cy="5626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bg-BG" altLang="bg-BG" sz="19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rPr>
            <a:t>Лидия</a:t>
          </a:r>
        </a:p>
      </dsp:txBody>
      <dsp:txXfrm>
        <a:off x="6408732" y="1597933"/>
        <a:ext cx="1125303" cy="562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3AD557-95A0-8F97-BB2F-E9ABC0341652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05AF93D-5607-000E-194F-A1FEB2E1001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5358" name="Freeform 4">
                <a:extLst>
                  <a:ext uri="{FF2B5EF4-FFF2-40B4-BE49-F238E27FC236}">
                    <a16:creationId xmlns:a16="http://schemas.microsoft.com/office/drawing/2014/main" id="{089CE354-06B9-3853-A4D9-3A5CCDC043C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9" name="Freeform 5">
                <a:extLst>
                  <a:ext uri="{FF2B5EF4-FFF2-40B4-BE49-F238E27FC236}">
                    <a16:creationId xmlns:a16="http://schemas.microsoft.com/office/drawing/2014/main" id="{614A5EF9-A81C-D4DB-9665-A17EB73C23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0" name="Freeform 6">
                <a:extLst>
                  <a:ext uri="{FF2B5EF4-FFF2-40B4-BE49-F238E27FC236}">
                    <a16:creationId xmlns:a16="http://schemas.microsoft.com/office/drawing/2014/main" id="{38E3911B-807E-DCBA-EF54-F0F64ABAD7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1" name="Freeform 7">
                <a:extLst>
                  <a:ext uri="{FF2B5EF4-FFF2-40B4-BE49-F238E27FC236}">
                    <a16:creationId xmlns:a16="http://schemas.microsoft.com/office/drawing/2014/main" id="{24BE74B8-A8C1-BC32-0459-B32DDCF2708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2" name="Freeform 8">
                <a:extLst>
                  <a:ext uri="{FF2B5EF4-FFF2-40B4-BE49-F238E27FC236}">
                    <a16:creationId xmlns:a16="http://schemas.microsoft.com/office/drawing/2014/main" id="{D879C652-B3AA-978B-6D89-4C42A1D0004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3" name="Freeform 9">
                <a:extLst>
                  <a:ext uri="{FF2B5EF4-FFF2-40B4-BE49-F238E27FC236}">
                    <a16:creationId xmlns:a16="http://schemas.microsoft.com/office/drawing/2014/main" id="{1FDAAF97-E934-B0BB-9BEB-153FDAB50E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4" name="Freeform 10">
                <a:extLst>
                  <a:ext uri="{FF2B5EF4-FFF2-40B4-BE49-F238E27FC236}">
                    <a16:creationId xmlns:a16="http://schemas.microsoft.com/office/drawing/2014/main" id="{FCF68B11-5030-4D7D-2262-33819355315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5" name="Freeform 11">
                <a:extLst>
                  <a:ext uri="{FF2B5EF4-FFF2-40B4-BE49-F238E27FC236}">
                    <a16:creationId xmlns:a16="http://schemas.microsoft.com/office/drawing/2014/main" id="{C8890445-1437-B568-BF1F-CEC2FBEDEB4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6" name="Freeform 12">
                <a:extLst>
                  <a:ext uri="{FF2B5EF4-FFF2-40B4-BE49-F238E27FC236}">
                    <a16:creationId xmlns:a16="http://schemas.microsoft.com/office/drawing/2014/main" id="{8540C063-FE36-7FB6-9290-B5F37F3B919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7" name="Freeform 13">
                <a:extLst>
                  <a:ext uri="{FF2B5EF4-FFF2-40B4-BE49-F238E27FC236}">
                    <a16:creationId xmlns:a16="http://schemas.microsoft.com/office/drawing/2014/main" id="{29639F3A-15AF-D7EB-A83D-D010A22FAD2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8" name="Freeform 14">
                <a:extLst>
                  <a:ext uri="{FF2B5EF4-FFF2-40B4-BE49-F238E27FC236}">
                    <a16:creationId xmlns:a16="http://schemas.microsoft.com/office/drawing/2014/main" id="{920BE867-A270-E162-8C14-5875E24F8FD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69" name="Freeform 15">
                <a:extLst>
                  <a:ext uri="{FF2B5EF4-FFF2-40B4-BE49-F238E27FC236}">
                    <a16:creationId xmlns:a16="http://schemas.microsoft.com/office/drawing/2014/main" id="{B8481BD2-01B5-9755-3B7A-41FB73749D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70" name="Freeform 16">
                <a:extLst>
                  <a:ext uri="{FF2B5EF4-FFF2-40B4-BE49-F238E27FC236}">
                    <a16:creationId xmlns:a16="http://schemas.microsoft.com/office/drawing/2014/main" id="{42A73C1E-C1DB-2B11-9B84-193BC80F952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50AA26AC-C01E-B320-318D-78732F720CF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5" name="Rectangle 18">
                <a:extLst>
                  <a:ext uri="{FF2B5EF4-FFF2-40B4-BE49-F238E27FC236}">
                    <a16:creationId xmlns:a16="http://schemas.microsoft.com/office/drawing/2014/main" id="{C77E263C-1F85-F274-D50D-6C6426285C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6" name="Rectangle 19">
                <a:extLst>
                  <a:ext uri="{FF2B5EF4-FFF2-40B4-BE49-F238E27FC236}">
                    <a16:creationId xmlns:a16="http://schemas.microsoft.com/office/drawing/2014/main" id="{D244F6CC-992B-5657-3B0E-0B8E57989C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7" name="Rectangle 20">
                <a:extLst>
                  <a:ext uri="{FF2B5EF4-FFF2-40B4-BE49-F238E27FC236}">
                    <a16:creationId xmlns:a16="http://schemas.microsoft.com/office/drawing/2014/main" id="{3757D648-0D94-534A-3B29-8C3FBD7C46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8" name="Rectangle 21">
                <a:extLst>
                  <a:ext uri="{FF2B5EF4-FFF2-40B4-BE49-F238E27FC236}">
                    <a16:creationId xmlns:a16="http://schemas.microsoft.com/office/drawing/2014/main" id="{45B8AE85-412F-D633-BA98-1FE18A0424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E4753D77-AB5F-50F9-FA2D-6F8ACB9EFD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FC4CBE06-EE38-763B-F660-CCCAEE1717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1" name="Rectangle 24">
                <a:extLst>
                  <a:ext uri="{FF2B5EF4-FFF2-40B4-BE49-F238E27FC236}">
                    <a16:creationId xmlns:a16="http://schemas.microsoft.com/office/drawing/2014/main" id="{E1A2A553-909A-595F-BD58-BDCC7FB7AD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2" name="Rectangle 25">
                <a:extLst>
                  <a:ext uri="{FF2B5EF4-FFF2-40B4-BE49-F238E27FC236}">
                    <a16:creationId xmlns:a16="http://schemas.microsoft.com/office/drawing/2014/main" id="{FDC1F858-61F1-C870-EEC7-F2D7FED9AD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97117B88-17A8-F08A-F19F-66D2DCB8C6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4" name="Rectangle 27">
                <a:extLst>
                  <a:ext uri="{FF2B5EF4-FFF2-40B4-BE49-F238E27FC236}">
                    <a16:creationId xmlns:a16="http://schemas.microsoft.com/office/drawing/2014/main" id="{294D8F72-684E-4274-9950-193E3A87AB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5" name="Rectangle 28">
                <a:extLst>
                  <a:ext uri="{FF2B5EF4-FFF2-40B4-BE49-F238E27FC236}">
                    <a16:creationId xmlns:a16="http://schemas.microsoft.com/office/drawing/2014/main" id="{306A041E-F076-F5AB-20C8-C9BFF8E171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6" name="Rectangle 29">
                <a:extLst>
                  <a:ext uri="{FF2B5EF4-FFF2-40B4-BE49-F238E27FC236}">
                    <a16:creationId xmlns:a16="http://schemas.microsoft.com/office/drawing/2014/main" id="{7D09F65E-88AA-C144-CD99-ED9D2FB3E5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7" name="Rectangle 30">
                <a:extLst>
                  <a:ext uri="{FF2B5EF4-FFF2-40B4-BE49-F238E27FC236}">
                    <a16:creationId xmlns:a16="http://schemas.microsoft.com/office/drawing/2014/main" id="{45065A62-1C97-90D0-82F9-C8A4762B19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8" name="Rectangle 31">
                <a:extLst>
                  <a:ext uri="{FF2B5EF4-FFF2-40B4-BE49-F238E27FC236}">
                    <a16:creationId xmlns:a16="http://schemas.microsoft.com/office/drawing/2014/main" id="{5A6FB051-DA3F-B1E1-2FFB-FCBBDEA040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19" name="Rectangle 32">
                <a:extLst>
                  <a:ext uri="{FF2B5EF4-FFF2-40B4-BE49-F238E27FC236}">
                    <a16:creationId xmlns:a16="http://schemas.microsoft.com/office/drawing/2014/main" id="{1553A50D-6729-0164-DC04-88FC63C93CA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" name="Rectangle 33">
                <a:extLst>
                  <a:ext uri="{FF2B5EF4-FFF2-40B4-BE49-F238E27FC236}">
                    <a16:creationId xmlns:a16="http://schemas.microsoft.com/office/drawing/2014/main" id="{FEB8114A-4423-2EF6-220C-AEFA114AA4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" name="Rectangle 34">
                <a:extLst>
                  <a:ext uri="{FF2B5EF4-FFF2-40B4-BE49-F238E27FC236}">
                    <a16:creationId xmlns:a16="http://schemas.microsoft.com/office/drawing/2014/main" id="{82EB4039-00BA-A76E-76A6-EE13B2365A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2" name="Rectangle 35">
                <a:extLst>
                  <a:ext uri="{FF2B5EF4-FFF2-40B4-BE49-F238E27FC236}">
                    <a16:creationId xmlns:a16="http://schemas.microsoft.com/office/drawing/2014/main" id="{7D4F7432-034C-0117-52DF-9D33EA9DBD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3" name="Rectangle 36">
                <a:extLst>
                  <a:ext uri="{FF2B5EF4-FFF2-40B4-BE49-F238E27FC236}">
                    <a16:creationId xmlns:a16="http://schemas.microsoft.com/office/drawing/2014/main" id="{48C1D6EC-6A7D-987B-BFCD-EEF9C66B96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4" name="Rectangle 37">
                <a:extLst>
                  <a:ext uri="{FF2B5EF4-FFF2-40B4-BE49-F238E27FC236}">
                    <a16:creationId xmlns:a16="http://schemas.microsoft.com/office/drawing/2014/main" id="{C6D996B2-9B9E-9F9B-0761-173ADC6DB5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5" name="Rectangle 38">
                <a:extLst>
                  <a:ext uri="{FF2B5EF4-FFF2-40B4-BE49-F238E27FC236}">
                    <a16:creationId xmlns:a16="http://schemas.microsoft.com/office/drawing/2014/main" id="{2FEA0F69-05ED-A614-DACF-1BEF20E5D8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6" name="Rectangle 39">
                <a:extLst>
                  <a:ext uri="{FF2B5EF4-FFF2-40B4-BE49-F238E27FC236}">
                    <a16:creationId xmlns:a16="http://schemas.microsoft.com/office/drawing/2014/main" id="{26918A5B-36DA-3359-FB77-E6656648E3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7" name="Rectangle 40">
                <a:extLst>
                  <a:ext uri="{FF2B5EF4-FFF2-40B4-BE49-F238E27FC236}">
                    <a16:creationId xmlns:a16="http://schemas.microsoft.com/office/drawing/2014/main" id="{313938E0-B7AF-8AB7-E442-D88B6A64FC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id="{32E07561-1425-7826-5970-5CA38315F3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9" name="Rectangle 42">
                <a:extLst>
                  <a:ext uri="{FF2B5EF4-FFF2-40B4-BE49-F238E27FC236}">
                    <a16:creationId xmlns:a16="http://schemas.microsoft.com/office/drawing/2014/main" id="{BA686ACF-9E02-3006-5416-924C5DDC22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30" name="Rectangle 43">
                <a:extLst>
                  <a:ext uri="{FF2B5EF4-FFF2-40B4-BE49-F238E27FC236}">
                    <a16:creationId xmlns:a16="http://schemas.microsoft.com/office/drawing/2014/main" id="{E9815D19-9722-9EC7-1F64-4F6013F4B5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31" name="Rectangle 44">
                <a:extLst>
                  <a:ext uri="{FF2B5EF4-FFF2-40B4-BE49-F238E27FC236}">
                    <a16:creationId xmlns:a16="http://schemas.microsoft.com/office/drawing/2014/main" id="{2FBFAA53-3A00-3347-AD73-CEAED42883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48" name="Rectangle 45">
                <a:extLst>
                  <a:ext uri="{FF2B5EF4-FFF2-40B4-BE49-F238E27FC236}">
                    <a16:creationId xmlns:a16="http://schemas.microsoft.com/office/drawing/2014/main" id="{52103722-A3F4-A8E0-C341-C1BF9DECF0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49" name="Rectangle 46">
                <a:extLst>
                  <a:ext uri="{FF2B5EF4-FFF2-40B4-BE49-F238E27FC236}">
                    <a16:creationId xmlns:a16="http://schemas.microsoft.com/office/drawing/2014/main" id="{B015FAA9-78C6-C8F7-5513-F3CCF6D015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0" name="Rectangle 47">
                <a:extLst>
                  <a:ext uri="{FF2B5EF4-FFF2-40B4-BE49-F238E27FC236}">
                    <a16:creationId xmlns:a16="http://schemas.microsoft.com/office/drawing/2014/main" id="{0C062F2E-570B-F5EA-8C15-591FC782D3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1" name="Rectangle 48">
                <a:extLst>
                  <a:ext uri="{FF2B5EF4-FFF2-40B4-BE49-F238E27FC236}">
                    <a16:creationId xmlns:a16="http://schemas.microsoft.com/office/drawing/2014/main" id="{1686AA8B-FA48-F3DA-5FCA-0C93C1A378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2" name="Rectangle 49">
                <a:extLst>
                  <a:ext uri="{FF2B5EF4-FFF2-40B4-BE49-F238E27FC236}">
                    <a16:creationId xmlns:a16="http://schemas.microsoft.com/office/drawing/2014/main" id="{60A9C439-3365-EBC7-02C6-7FC15FE7DC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3" name="Rectangle 50">
                <a:extLst>
                  <a:ext uri="{FF2B5EF4-FFF2-40B4-BE49-F238E27FC236}">
                    <a16:creationId xmlns:a16="http://schemas.microsoft.com/office/drawing/2014/main" id="{00F98E28-A98E-C344-E6D3-7EA9495469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4" name="Rectangle 51">
                <a:extLst>
                  <a:ext uri="{FF2B5EF4-FFF2-40B4-BE49-F238E27FC236}">
                    <a16:creationId xmlns:a16="http://schemas.microsoft.com/office/drawing/2014/main" id="{A2E719D8-D94B-392E-6E7C-A84F176BC2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5" name="Rectangle 52">
                <a:extLst>
                  <a:ext uri="{FF2B5EF4-FFF2-40B4-BE49-F238E27FC236}">
                    <a16:creationId xmlns:a16="http://schemas.microsoft.com/office/drawing/2014/main" id="{BCA47493-918A-93A4-A834-125CB777A2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6" name="Rectangle 53">
                <a:extLst>
                  <a:ext uri="{FF2B5EF4-FFF2-40B4-BE49-F238E27FC236}">
                    <a16:creationId xmlns:a16="http://schemas.microsoft.com/office/drawing/2014/main" id="{1B82180D-2D1A-19ED-1CFD-30BBFA3D5D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7" name="Rectangle 54">
                <a:extLst>
                  <a:ext uri="{FF2B5EF4-FFF2-40B4-BE49-F238E27FC236}">
                    <a16:creationId xmlns:a16="http://schemas.microsoft.com/office/drawing/2014/main" id="{185236AB-F3C6-EB60-E0D7-92B256237B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8" name="Rectangle 55">
                <a:extLst>
                  <a:ext uri="{FF2B5EF4-FFF2-40B4-BE49-F238E27FC236}">
                    <a16:creationId xmlns:a16="http://schemas.microsoft.com/office/drawing/2014/main" id="{E1DA2A2D-3871-7EA5-8C16-CAF63CFB13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59" name="Rectangle 56">
                <a:extLst>
                  <a:ext uri="{FF2B5EF4-FFF2-40B4-BE49-F238E27FC236}">
                    <a16:creationId xmlns:a16="http://schemas.microsoft.com/office/drawing/2014/main" id="{16941E21-3233-543A-D6A9-BC085286C8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0" name="Rectangle 57">
                <a:extLst>
                  <a:ext uri="{FF2B5EF4-FFF2-40B4-BE49-F238E27FC236}">
                    <a16:creationId xmlns:a16="http://schemas.microsoft.com/office/drawing/2014/main" id="{8258B02F-B2CF-8288-BE51-6DD6057E2F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1" name="Rectangle 58">
                <a:extLst>
                  <a:ext uri="{FF2B5EF4-FFF2-40B4-BE49-F238E27FC236}">
                    <a16:creationId xmlns:a16="http://schemas.microsoft.com/office/drawing/2014/main" id="{0804DDE3-5698-8CBD-8F40-738265CC2D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2" name="Rectangle 59">
                <a:extLst>
                  <a:ext uri="{FF2B5EF4-FFF2-40B4-BE49-F238E27FC236}">
                    <a16:creationId xmlns:a16="http://schemas.microsoft.com/office/drawing/2014/main" id="{F9F2662B-F4B2-EDA6-160C-50649CB170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3" name="Rectangle 60">
                <a:extLst>
                  <a:ext uri="{FF2B5EF4-FFF2-40B4-BE49-F238E27FC236}">
                    <a16:creationId xmlns:a16="http://schemas.microsoft.com/office/drawing/2014/main" id="{BBD2562E-8689-DA76-2CA3-C849FB83F8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4" name="Rectangle 61">
                <a:extLst>
                  <a:ext uri="{FF2B5EF4-FFF2-40B4-BE49-F238E27FC236}">
                    <a16:creationId xmlns:a16="http://schemas.microsoft.com/office/drawing/2014/main" id="{0621A620-2995-585E-9B89-EE8BE3F9A2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5" name="Rectangle 62">
                <a:extLst>
                  <a:ext uri="{FF2B5EF4-FFF2-40B4-BE49-F238E27FC236}">
                    <a16:creationId xmlns:a16="http://schemas.microsoft.com/office/drawing/2014/main" id="{892115AB-A3A4-92FB-4EA4-FDD31F1FAE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6" name="Rectangle 63">
                <a:extLst>
                  <a:ext uri="{FF2B5EF4-FFF2-40B4-BE49-F238E27FC236}">
                    <a16:creationId xmlns:a16="http://schemas.microsoft.com/office/drawing/2014/main" id="{2BFABAB4-B9F8-0D89-6329-14CF84880C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7" name="Rectangle 64">
                <a:extLst>
                  <a:ext uri="{FF2B5EF4-FFF2-40B4-BE49-F238E27FC236}">
                    <a16:creationId xmlns:a16="http://schemas.microsoft.com/office/drawing/2014/main" id="{09ABBF84-AB75-2A17-8C4B-73B026DA31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8" name="Rectangle 65">
                <a:extLst>
                  <a:ext uri="{FF2B5EF4-FFF2-40B4-BE49-F238E27FC236}">
                    <a16:creationId xmlns:a16="http://schemas.microsoft.com/office/drawing/2014/main" id="{D5C0F813-A695-989E-CED8-E2F34987BD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69" name="Rectangle 66">
                <a:extLst>
                  <a:ext uri="{FF2B5EF4-FFF2-40B4-BE49-F238E27FC236}">
                    <a16:creationId xmlns:a16="http://schemas.microsoft.com/office/drawing/2014/main" id="{DE3E47E4-0EED-D75E-79BA-E67FD1A6CB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0" name="Rectangle 67">
                <a:extLst>
                  <a:ext uri="{FF2B5EF4-FFF2-40B4-BE49-F238E27FC236}">
                    <a16:creationId xmlns:a16="http://schemas.microsoft.com/office/drawing/2014/main" id="{82A9E166-125C-0FFB-985D-16B0189CE2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1" name="Rectangle 68">
                <a:extLst>
                  <a:ext uri="{FF2B5EF4-FFF2-40B4-BE49-F238E27FC236}">
                    <a16:creationId xmlns:a16="http://schemas.microsoft.com/office/drawing/2014/main" id="{E04999C8-1726-5A58-1D46-8CF18668A5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2" name="Rectangle 69">
                <a:extLst>
                  <a:ext uri="{FF2B5EF4-FFF2-40B4-BE49-F238E27FC236}">
                    <a16:creationId xmlns:a16="http://schemas.microsoft.com/office/drawing/2014/main" id="{1BD5F35C-5F05-0424-1241-5E84EDFBE9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5" name="Rectangle 70">
                <a:extLst>
                  <a:ext uri="{FF2B5EF4-FFF2-40B4-BE49-F238E27FC236}">
                    <a16:creationId xmlns:a16="http://schemas.microsoft.com/office/drawing/2014/main" id="{6BFAF5D0-A6DD-2620-DCDB-EE1D979F37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6" name="Rectangle 71">
                <a:extLst>
                  <a:ext uri="{FF2B5EF4-FFF2-40B4-BE49-F238E27FC236}">
                    <a16:creationId xmlns:a16="http://schemas.microsoft.com/office/drawing/2014/main" id="{5CECDE11-0AF5-9F22-D30C-0ADA19FF58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7" name="Rectangle 72">
                <a:extLst>
                  <a:ext uri="{FF2B5EF4-FFF2-40B4-BE49-F238E27FC236}">
                    <a16:creationId xmlns:a16="http://schemas.microsoft.com/office/drawing/2014/main" id="{0C2EF0CF-5B2B-5A7B-E18A-64828DD481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8" name="Rectangle 73">
                <a:extLst>
                  <a:ext uri="{FF2B5EF4-FFF2-40B4-BE49-F238E27FC236}">
                    <a16:creationId xmlns:a16="http://schemas.microsoft.com/office/drawing/2014/main" id="{25238F30-E06F-8318-BA08-66F361BFA4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79" name="Rectangle 74">
                <a:extLst>
                  <a:ext uri="{FF2B5EF4-FFF2-40B4-BE49-F238E27FC236}">
                    <a16:creationId xmlns:a16="http://schemas.microsoft.com/office/drawing/2014/main" id="{14B9740A-AF89-ECBD-344D-1F77176BEC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0" name="Rectangle 75">
                <a:extLst>
                  <a:ext uri="{FF2B5EF4-FFF2-40B4-BE49-F238E27FC236}">
                    <a16:creationId xmlns:a16="http://schemas.microsoft.com/office/drawing/2014/main" id="{63FA75DD-0586-2D0B-F59C-4923D6586B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1" name="Rectangle 76">
                <a:extLst>
                  <a:ext uri="{FF2B5EF4-FFF2-40B4-BE49-F238E27FC236}">
                    <a16:creationId xmlns:a16="http://schemas.microsoft.com/office/drawing/2014/main" id="{C5F48137-F6EF-1176-1D4F-A2127FEEE3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2" name="Rectangle 77">
                <a:extLst>
                  <a:ext uri="{FF2B5EF4-FFF2-40B4-BE49-F238E27FC236}">
                    <a16:creationId xmlns:a16="http://schemas.microsoft.com/office/drawing/2014/main" id="{93252DD9-542B-7547-6214-5395D613E1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3" name="Rectangle 78">
                <a:extLst>
                  <a:ext uri="{FF2B5EF4-FFF2-40B4-BE49-F238E27FC236}">
                    <a16:creationId xmlns:a16="http://schemas.microsoft.com/office/drawing/2014/main" id="{1FCAF334-4891-341B-71BE-4F3F59E4F9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4" name="Rectangle 79">
                <a:extLst>
                  <a:ext uri="{FF2B5EF4-FFF2-40B4-BE49-F238E27FC236}">
                    <a16:creationId xmlns:a16="http://schemas.microsoft.com/office/drawing/2014/main" id="{375E44DD-C3CF-CFD5-A9E1-614462FC30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5" name="Rectangle 80">
                <a:extLst>
                  <a:ext uri="{FF2B5EF4-FFF2-40B4-BE49-F238E27FC236}">
                    <a16:creationId xmlns:a16="http://schemas.microsoft.com/office/drawing/2014/main" id="{B0B59294-0C42-65D4-1AB1-5AF55FA08F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6" name="Freeform 81">
                <a:extLst>
                  <a:ext uri="{FF2B5EF4-FFF2-40B4-BE49-F238E27FC236}">
                    <a16:creationId xmlns:a16="http://schemas.microsoft.com/office/drawing/2014/main" id="{5D5059F5-CA48-890B-47CB-68564AA93E9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287" name="Rectangle 82">
                <a:extLst>
                  <a:ext uri="{FF2B5EF4-FFF2-40B4-BE49-F238E27FC236}">
                    <a16:creationId xmlns:a16="http://schemas.microsoft.com/office/drawing/2014/main" id="{DE3F82E6-27B1-0C5E-8180-4B7FE7375E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8" name="Rectangle 83">
                <a:extLst>
                  <a:ext uri="{FF2B5EF4-FFF2-40B4-BE49-F238E27FC236}">
                    <a16:creationId xmlns:a16="http://schemas.microsoft.com/office/drawing/2014/main" id="{42AF0194-6732-60E9-DDC3-F3FA2C54CA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89" name="Rectangle 84">
                <a:extLst>
                  <a:ext uri="{FF2B5EF4-FFF2-40B4-BE49-F238E27FC236}">
                    <a16:creationId xmlns:a16="http://schemas.microsoft.com/office/drawing/2014/main" id="{ADB4AC82-B186-8A63-DCD1-F8FC025DC2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0" name="Rectangle 85">
                <a:extLst>
                  <a:ext uri="{FF2B5EF4-FFF2-40B4-BE49-F238E27FC236}">
                    <a16:creationId xmlns:a16="http://schemas.microsoft.com/office/drawing/2014/main" id="{F25E35BA-CB59-DE8A-16F2-7802823189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1" name="Rectangle 86">
                <a:extLst>
                  <a:ext uri="{FF2B5EF4-FFF2-40B4-BE49-F238E27FC236}">
                    <a16:creationId xmlns:a16="http://schemas.microsoft.com/office/drawing/2014/main" id="{2BC7CE20-FE1E-7977-2A9F-14C0985E79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2" name="Rectangle 87">
                <a:extLst>
                  <a:ext uri="{FF2B5EF4-FFF2-40B4-BE49-F238E27FC236}">
                    <a16:creationId xmlns:a16="http://schemas.microsoft.com/office/drawing/2014/main" id="{BF678956-DBA9-EA5A-CD58-2BBE7FFCB0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3" name="Rectangle 88">
                <a:extLst>
                  <a:ext uri="{FF2B5EF4-FFF2-40B4-BE49-F238E27FC236}">
                    <a16:creationId xmlns:a16="http://schemas.microsoft.com/office/drawing/2014/main" id="{A06FBDF4-2671-0FA2-1CB5-B14214C001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4" name="Rectangle 89">
                <a:extLst>
                  <a:ext uri="{FF2B5EF4-FFF2-40B4-BE49-F238E27FC236}">
                    <a16:creationId xmlns:a16="http://schemas.microsoft.com/office/drawing/2014/main" id="{671B0338-747E-2985-3B2B-67DB083AC6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5" name="Rectangle 90">
                <a:extLst>
                  <a:ext uri="{FF2B5EF4-FFF2-40B4-BE49-F238E27FC236}">
                    <a16:creationId xmlns:a16="http://schemas.microsoft.com/office/drawing/2014/main" id="{C6839755-491C-01C3-2818-CEBE0A571F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6" name="Rectangle 91">
                <a:extLst>
                  <a:ext uri="{FF2B5EF4-FFF2-40B4-BE49-F238E27FC236}">
                    <a16:creationId xmlns:a16="http://schemas.microsoft.com/office/drawing/2014/main" id="{1110B8BE-C9B7-F69D-A8E1-9B072C614D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7" name="Rectangle 92">
                <a:extLst>
                  <a:ext uri="{FF2B5EF4-FFF2-40B4-BE49-F238E27FC236}">
                    <a16:creationId xmlns:a16="http://schemas.microsoft.com/office/drawing/2014/main" id="{28F44A38-6E79-7A0F-B903-B0E34A94AB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8" name="Rectangle 93">
                <a:extLst>
                  <a:ext uri="{FF2B5EF4-FFF2-40B4-BE49-F238E27FC236}">
                    <a16:creationId xmlns:a16="http://schemas.microsoft.com/office/drawing/2014/main" id="{FDF41B67-0399-EC80-FE54-19EA36F997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299" name="Rectangle 94">
                <a:extLst>
                  <a:ext uri="{FF2B5EF4-FFF2-40B4-BE49-F238E27FC236}">
                    <a16:creationId xmlns:a16="http://schemas.microsoft.com/office/drawing/2014/main" id="{56802CDF-5717-9958-7E73-052C5EAE42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0" name="Rectangle 95">
                <a:extLst>
                  <a:ext uri="{FF2B5EF4-FFF2-40B4-BE49-F238E27FC236}">
                    <a16:creationId xmlns:a16="http://schemas.microsoft.com/office/drawing/2014/main" id="{946C3283-4E89-E6A0-7C08-2FA56AC03D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1" name="Rectangle 96">
                <a:extLst>
                  <a:ext uri="{FF2B5EF4-FFF2-40B4-BE49-F238E27FC236}">
                    <a16:creationId xmlns:a16="http://schemas.microsoft.com/office/drawing/2014/main" id="{B7D764B2-D3EB-FC40-BD2B-A4E7287378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2" name="Rectangle 97">
                <a:extLst>
                  <a:ext uri="{FF2B5EF4-FFF2-40B4-BE49-F238E27FC236}">
                    <a16:creationId xmlns:a16="http://schemas.microsoft.com/office/drawing/2014/main" id="{F59F25A9-09CE-ED23-DFD2-9706BAD02E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3" name="Rectangle 98">
                <a:extLst>
                  <a:ext uri="{FF2B5EF4-FFF2-40B4-BE49-F238E27FC236}">
                    <a16:creationId xmlns:a16="http://schemas.microsoft.com/office/drawing/2014/main" id="{C0702E0D-248F-6734-65E8-DC35822586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4" name="Rectangle 99">
                <a:extLst>
                  <a:ext uri="{FF2B5EF4-FFF2-40B4-BE49-F238E27FC236}">
                    <a16:creationId xmlns:a16="http://schemas.microsoft.com/office/drawing/2014/main" id="{49FD190C-EAD4-EC49-DBF1-EF2FEFD63C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5" name="Rectangle 100">
                <a:extLst>
                  <a:ext uri="{FF2B5EF4-FFF2-40B4-BE49-F238E27FC236}">
                    <a16:creationId xmlns:a16="http://schemas.microsoft.com/office/drawing/2014/main" id="{8534D977-CB00-A430-51AA-4C2A286097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6" name="Rectangle 101">
                <a:extLst>
                  <a:ext uri="{FF2B5EF4-FFF2-40B4-BE49-F238E27FC236}">
                    <a16:creationId xmlns:a16="http://schemas.microsoft.com/office/drawing/2014/main" id="{AB06C47C-7354-C66B-4CFE-71833B6069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7" name="Rectangle 102">
                <a:extLst>
                  <a:ext uri="{FF2B5EF4-FFF2-40B4-BE49-F238E27FC236}">
                    <a16:creationId xmlns:a16="http://schemas.microsoft.com/office/drawing/2014/main" id="{AECDC9C7-BD8C-1C77-9039-A4A4D07EEE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8" name="Rectangle 103">
                <a:extLst>
                  <a:ext uri="{FF2B5EF4-FFF2-40B4-BE49-F238E27FC236}">
                    <a16:creationId xmlns:a16="http://schemas.microsoft.com/office/drawing/2014/main" id="{2953D71B-E88D-D946-6D56-EF631603C9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09" name="Rectangle 104">
                <a:extLst>
                  <a:ext uri="{FF2B5EF4-FFF2-40B4-BE49-F238E27FC236}">
                    <a16:creationId xmlns:a16="http://schemas.microsoft.com/office/drawing/2014/main" id="{1279D784-FCE7-AB63-8F96-9236C92839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0" name="Rectangle 105">
                <a:extLst>
                  <a:ext uri="{FF2B5EF4-FFF2-40B4-BE49-F238E27FC236}">
                    <a16:creationId xmlns:a16="http://schemas.microsoft.com/office/drawing/2014/main" id="{8FD119FA-C6DB-0391-CDAB-9F50ECAA15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1" name="Rectangle 106">
                <a:extLst>
                  <a:ext uri="{FF2B5EF4-FFF2-40B4-BE49-F238E27FC236}">
                    <a16:creationId xmlns:a16="http://schemas.microsoft.com/office/drawing/2014/main" id="{5D065285-C2B3-39E5-08C5-F7CB040462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2" name="Rectangle 107">
                <a:extLst>
                  <a:ext uri="{FF2B5EF4-FFF2-40B4-BE49-F238E27FC236}">
                    <a16:creationId xmlns:a16="http://schemas.microsoft.com/office/drawing/2014/main" id="{180DE45F-3A39-D880-8C2B-EB8DCC1573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3" name="Rectangle 108">
                <a:extLst>
                  <a:ext uri="{FF2B5EF4-FFF2-40B4-BE49-F238E27FC236}">
                    <a16:creationId xmlns:a16="http://schemas.microsoft.com/office/drawing/2014/main" id="{1F8BC0DD-F8FA-1657-CEA4-3038CF0F2B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4" name="Rectangle 109">
                <a:extLst>
                  <a:ext uri="{FF2B5EF4-FFF2-40B4-BE49-F238E27FC236}">
                    <a16:creationId xmlns:a16="http://schemas.microsoft.com/office/drawing/2014/main" id="{C1084486-CD72-840F-AA5F-9C62849553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5" name="Rectangle 110">
                <a:extLst>
                  <a:ext uri="{FF2B5EF4-FFF2-40B4-BE49-F238E27FC236}">
                    <a16:creationId xmlns:a16="http://schemas.microsoft.com/office/drawing/2014/main" id="{47C9AEDE-EDA1-EAA7-F8C7-64A461CEBE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6" name="Rectangle 111">
                <a:extLst>
                  <a:ext uri="{FF2B5EF4-FFF2-40B4-BE49-F238E27FC236}">
                    <a16:creationId xmlns:a16="http://schemas.microsoft.com/office/drawing/2014/main" id="{7AECAF6B-86FE-76C9-B19A-951D23E70D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7" name="Rectangle 112">
                <a:extLst>
                  <a:ext uri="{FF2B5EF4-FFF2-40B4-BE49-F238E27FC236}">
                    <a16:creationId xmlns:a16="http://schemas.microsoft.com/office/drawing/2014/main" id="{56F52E36-F186-7497-596A-4C222FBB6E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8" name="Rectangle 113">
                <a:extLst>
                  <a:ext uri="{FF2B5EF4-FFF2-40B4-BE49-F238E27FC236}">
                    <a16:creationId xmlns:a16="http://schemas.microsoft.com/office/drawing/2014/main" id="{91380B93-7FED-1B6D-5D0B-BEB64013B4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19" name="Rectangle 114">
                <a:extLst>
                  <a:ext uri="{FF2B5EF4-FFF2-40B4-BE49-F238E27FC236}">
                    <a16:creationId xmlns:a16="http://schemas.microsoft.com/office/drawing/2014/main" id="{26114651-7ECD-448E-B569-80549DCAC3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0" name="Rectangle 115">
                <a:extLst>
                  <a:ext uri="{FF2B5EF4-FFF2-40B4-BE49-F238E27FC236}">
                    <a16:creationId xmlns:a16="http://schemas.microsoft.com/office/drawing/2014/main" id="{63A15641-7444-DEF2-9228-DB2BD8A601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1" name="Rectangle 116">
                <a:extLst>
                  <a:ext uri="{FF2B5EF4-FFF2-40B4-BE49-F238E27FC236}">
                    <a16:creationId xmlns:a16="http://schemas.microsoft.com/office/drawing/2014/main" id="{FEA0F55C-FBEE-D8D0-F5FE-983B35DBD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2" name="Rectangle 117">
                <a:extLst>
                  <a:ext uri="{FF2B5EF4-FFF2-40B4-BE49-F238E27FC236}">
                    <a16:creationId xmlns:a16="http://schemas.microsoft.com/office/drawing/2014/main" id="{77C0290B-148C-A2E4-20C1-17F2E3A8B6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3" name="Rectangle 118">
                <a:extLst>
                  <a:ext uri="{FF2B5EF4-FFF2-40B4-BE49-F238E27FC236}">
                    <a16:creationId xmlns:a16="http://schemas.microsoft.com/office/drawing/2014/main" id="{7CCD85AF-7DC5-6660-C17F-2661FCDE69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4" name="Rectangle 119">
                <a:extLst>
                  <a:ext uri="{FF2B5EF4-FFF2-40B4-BE49-F238E27FC236}">
                    <a16:creationId xmlns:a16="http://schemas.microsoft.com/office/drawing/2014/main" id="{98546BED-AFDB-B5EC-03CB-36BCD8428B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5" name="Rectangle 120">
                <a:extLst>
                  <a:ext uri="{FF2B5EF4-FFF2-40B4-BE49-F238E27FC236}">
                    <a16:creationId xmlns:a16="http://schemas.microsoft.com/office/drawing/2014/main" id="{FFF1C049-1552-9746-5413-541ADBBA6A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6" name="Rectangle 121">
                <a:extLst>
                  <a:ext uri="{FF2B5EF4-FFF2-40B4-BE49-F238E27FC236}">
                    <a16:creationId xmlns:a16="http://schemas.microsoft.com/office/drawing/2014/main" id="{FDF5A63C-D2CC-C665-B946-2EA86A77FC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7" name="Rectangle 122">
                <a:extLst>
                  <a:ext uri="{FF2B5EF4-FFF2-40B4-BE49-F238E27FC236}">
                    <a16:creationId xmlns:a16="http://schemas.microsoft.com/office/drawing/2014/main" id="{BDB79187-5F38-E3FA-6BBC-0EF19F337B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8" name="Rectangle 123">
                <a:extLst>
                  <a:ext uri="{FF2B5EF4-FFF2-40B4-BE49-F238E27FC236}">
                    <a16:creationId xmlns:a16="http://schemas.microsoft.com/office/drawing/2014/main" id="{9DABB688-6ACF-EAA4-ED80-19CAFF97C1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29" name="Rectangle 124">
                <a:extLst>
                  <a:ext uri="{FF2B5EF4-FFF2-40B4-BE49-F238E27FC236}">
                    <a16:creationId xmlns:a16="http://schemas.microsoft.com/office/drawing/2014/main" id="{19D5A7A0-20CC-7254-967F-903A7FC334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0" name="Rectangle 125">
                <a:extLst>
                  <a:ext uri="{FF2B5EF4-FFF2-40B4-BE49-F238E27FC236}">
                    <a16:creationId xmlns:a16="http://schemas.microsoft.com/office/drawing/2014/main" id="{AD129E1D-7996-3354-8773-364EC924CA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1" name="Rectangle 126">
                <a:extLst>
                  <a:ext uri="{FF2B5EF4-FFF2-40B4-BE49-F238E27FC236}">
                    <a16:creationId xmlns:a16="http://schemas.microsoft.com/office/drawing/2014/main" id="{227DCD35-A07D-FB51-3AD8-E7E783CD6EA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2" name="Rectangle 127">
                <a:extLst>
                  <a:ext uri="{FF2B5EF4-FFF2-40B4-BE49-F238E27FC236}">
                    <a16:creationId xmlns:a16="http://schemas.microsoft.com/office/drawing/2014/main" id="{C0744DDE-7632-AF7C-6838-BD01783218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3" name="Rectangle 128">
                <a:extLst>
                  <a:ext uri="{FF2B5EF4-FFF2-40B4-BE49-F238E27FC236}">
                    <a16:creationId xmlns:a16="http://schemas.microsoft.com/office/drawing/2014/main" id="{E7E7BAF7-8EB1-97AB-13C4-4D40DF652B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4" name="Rectangle 129">
                <a:extLst>
                  <a:ext uri="{FF2B5EF4-FFF2-40B4-BE49-F238E27FC236}">
                    <a16:creationId xmlns:a16="http://schemas.microsoft.com/office/drawing/2014/main" id="{F7A27645-535C-EE31-8F50-0AABDB1FC9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5" name="Rectangle 130">
                <a:extLst>
                  <a:ext uri="{FF2B5EF4-FFF2-40B4-BE49-F238E27FC236}">
                    <a16:creationId xmlns:a16="http://schemas.microsoft.com/office/drawing/2014/main" id="{6A767856-502E-0976-C700-CA7339B41B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6" name="Rectangle 131">
                <a:extLst>
                  <a:ext uri="{FF2B5EF4-FFF2-40B4-BE49-F238E27FC236}">
                    <a16:creationId xmlns:a16="http://schemas.microsoft.com/office/drawing/2014/main" id="{65F74621-1677-A90A-BB7B-A855A378C1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7" name="Rectangle 132">
                <a:extLst>
                  <a:ext uri="{FF2B5EF4-FFF2-40B4-BE49-F238E27FC236}">
                    <a16:creationId xmlns:a16="http://schemas.microsoft.com/office/drawing/2014/main" id="{F60C3419-80ED-579C-2796-FF4F540655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8" name="Rectangle 133">
                <a:extLst>
                  <a:ext uri="{FF2B5EF4-FFF2-40B4-BE49-F238E27FC236}">
                    <a16:creationId xmlns:a16="http://schemas.microsoft.com/office/drawing/2014/main" id="{A11FED75-7490-21E6-5BBE-6445F4E596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39" name="Rectangle 134">
                <a:extLst>
                  <a:ext uri="{FF2B5EF4-FFF2-40B4-BE49-F238E27FC236}">
                    <a16:creationId xmlns:a16="http://schemas.microsoft.com/office/drawing/2014/main" id="{CF4B770A-49A7-6889-C7C3-D3BE660186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40" name="Rectangle 135">
                <a:extLst>
                  <a:ext uri="{FF2B5EF4-FFF2-40B4-BE49-F238E27FC236}">
                    <a16:creationId xmlns:a16="http://schemas.microsoft.com/office/drawing/2014/main" id="{0BFFD9BA-135E-B204-46D9-B3315D99AB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41" name="Rectangle 136">
                <a:extLst>
                  <a:ext uri="{FF2B5EF4-FFF2-40B4-BE49-F238E27FC236}">
                    <a16:creationId xmlns:a16="http://schemas.microsoft.com/office/drawing/2014/main" id="{3A24F7C9-2301-0442-7EE2-9F38BEF447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42" name="Rectangle 137">
                <a:extLst>
                  <a:ext uri="{FF2B5EF4-FFF2-40B4-BE49-F238E27FC236}">
                    <a16:creationId xmlns:a16="http://schemas.microsoft.com/office/drawing/2014/main" id="{F571DF8D-39B9-04F3-1199-794B8D8C62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43" name="Freeform 138">
                <a:extLst>
                  <a:ext uri="{FF2B5EF4-FFF2-40B4-BE49-F238E27FC236}">
                    <a16:creationId xmlns:a16="http://schemas.microsoft.com/office/drawing/2014/main" id="{AA385F47-62C6-2329-C58F-C09079158E1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4" name="Freeform 139">
                <a:extLst>
                  <a:ext uri="{FF2B5EF4-FFF2-40B4-BE49-F238E27FC236}">
                    <a16:creationId xmlns:a16="http://schemas.microsoft.com/office/drawing/2014/main" id="{7B264C17-521B-E79F-11D0-A937C75FBA5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5" name="Freeform 140">
                <a:extLst>
                  <a:ext uri="{FF2B5EF4-FFF2-40B4-BE49-F238E27FC236}">
                    <a16:creationId xmlns:a16="http://schemas.microsoft.com/office/drawing/2014/main" id="{2832A08A-5B45-8B61-E464-A166B361F01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6" name="Freeform 141">
                <a:extLst>
                  <a:ext uri="{FF2B5EF4-FFF2-40B4-BE49-F238E27FC236}">
                    <a16:creationId xmlns:a16="http://schemas.microsoft.com/office/drawing/2014/main" id="{976AB4B6-57B7-4B2B-3624-936F2FBA008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7" name="Freeform 142">
                <a:extLst>
                  <a:ext uri="{FF2B5EF4-FFF2-40B4-BE49-F238E27FC236}">
                    <a16:creationId xmlns:a16="http://schemas.microsoft.com/office/drawing/2014/main" id="{4CA9581C-D652-64FF-2D7B-525A378EAB5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8" name="Freeform 143">
                <a:extLst>
                  <a:ext uri="{FF2B5EF4-FFF2-40B4-BE49-F238E27FC236}">
                    <a16:creationId xmlns:a16="http://schemas.microsoft.com/office/drawing/2014/main" id="{6A0D2D4C-EFE3-1440-54B5-C80DA57B9A6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49" name="Freeform 144">
                <a:extLst>
                  <a:ext uri="{FF2B5EF4-FFF2-40B4-BE49-F238E27FC236}">
                    <a16:creationId xmlns:a16="http://schemas.microsoft.com/office/drawing/2014/main" id="{EE73D7C1-E2D1-AC45-EC2A-325809A7FD3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0" name="Freeform 145">
                <a:extLst>
                  <a:ext uri="{FF2B5EF4-FFF2-40B4-BE49-F238E27FC236}">
                    <a16:creationId xmlns:a16="http://schemas.microsoft.com/office/drawing/2014/main" id="{51F46404-9DEC-5CC6-3A9C-240881718C0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1" name="Freeform 146">
                <a:extLst>
                  <a:ext uri="{FF2B5EF4-FFF2-40B4-BE49-F238E27FC236}">
                    <a16:creationId xmlns:a16="http://schemas.microsoft.com/office/drawing/2014/main" id="{47A03C52-B082-6A54-023F-0B24F132EA9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2" name="Rectangle 147">
                <a:extLst>
                  <a:ext uri="{FF2B5EF4-FFF2-40B4-BE49-F238E27FC236}">
                    <a16:creationId xmlns:a16="http://schemas.microsoft.com/office/drawing/2014/main" id="{A2DC4A1F-BE67-84A2-E045-625E7215C9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53" name="Rectangle 148">
                <a:extLst>
                  <a:ext uri="{FF2B5EF4-FFF2-40B4-BE49-F238E27FC236}">
                    <a16:creationId xmlns:a16="http://schemas.microsoft.com/office/drawing/2014/main" id="{FAAB592D-F353-D9EA-2D8D-E1563D7992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5354" name="Freeform 149">
                <a:extLst>
                  <a:ext uri="{FF2B5EF4-FFF2-40B4-BE49-F238E27FC236}">
                    <a16:creationId xmlns:a16="http://schemas.microsoft.com/office/drawing/2014/main" id="{157E29E0-C214-57DF-26E4-1FD3E659502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5" name="Freeform 150">
                <a:extLst>
                  <a:ext uri="{FF2B5EF4-FFF2-40B4-BE49-F238E27FC236}">
                    <a16:creationId xmlns:a16="http://schemas.microsoft.com/office/drawing/2014/main" id="{C81A637C-86B3-B045-3234-105F1EC358D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4 h 154"/>
                  <a:gd name="T2" fmla="*/ 3 w 144"/>
                  <a:gd name="T3" fmla="*/ 6 h 154"/>
                  <a:gd name="T4" fmla="*/ 6 w 144"/>
                  <a:gd name="T5" fmla="*/ 5 h 154"/>
                  <a:gd name="T6" fmla="*/ 3 w 144"/>
                  <a:gd name="T7" fmla="*/ 2 h 154"/>
                  <a:gd name="T8" fmla="*/ 5 w 144"/>
                  <a:gd name="T9" fmla="*/ 1 h 154"/>
                  <a:gd name="T10" fmla="*/ 6 w 144"/>
                  <a:gd name="T11" fmla="*/ 2 h 154"/>
                  <a:gd name="T12" fmla="*/ 7 w 144"/>
                  <a:gd name="T13" fmla="*/ 2 h 154"/>
                  <a:gd name="T14" fmla="*/ 5 w 144"/>
                  <a:gd name="T15" fmla="*/ 0 h 154"/>
                  <a:gd name="T16" fmla="*/ 2 w 144"/>
                  <a:gd name="T17" fmla="*/ 1 h 154"/>
                  <a:gd name="T18" fmla="*/ 4 w 144"/>
                  <a:gd name="T19" fmla="*/ 4 h 154"/>
                  <a:gd name="T20" fmla="*/ 1 w 144"/>
                  <a:gd name="T21" fmla="*/ 4 h 154"/>
                  <a:gd name="T22" fmla="*/ 0 w 144"/>
                  <a:gd name="T23" fmla="*/ 4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5356" name="Freeform 151">
                <a:extLst>
                  <a:ext uri="{FF2B5EF4-FFF2-40B4-BE49-F238E27FC236}">
                    <a16:creationId xmlns:a16="http://schemas.microsoft.com/office/drawing/2014/main" id="{063C9A78-05D4-B747-FFBE-4CE11809308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bg-BG">
                  <a:latin typeface="Tahoma" charset="0"/>
                </a:endParaRPr>
              </a:p>
            </p:txBody>
          </p:sp>
          <p:sp>
            <p:nvSpPr>
              <p:cNvPr id="5357" name="Oval 152">
                <a:extLst>
                  <a:ext uri="{FF2B5EF4-FFF2-40B4-BE49-F238E27FC236}">
                    <a16:creationId xmlns:a16="http://schemas.microsoft.com/office/drawing/2014/main" id="{DC77AA2E-8FE9-896D-D86C-5C612AB4AC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bg-BG">
                  <a:latin typeface="Tahoma" charset="0"/>
                </a:endParaRPr>
              </a:p>
            </p:txBody>
          </p:sp>
        </p:grpSp>
      </p:grpSp>
      <p:sp>
        <p:nvSpPr>
          <p:cNvPr id="5273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bg-BG"/>
              <a:t>Click to edit Master title style</a:t>
            </a:r>
          </a:p>
        </p:txBody>
      </p:sp>
      <p:sp>
        <p:nvSpPr>
          <p:cNvPr id="5274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bg-BG"/>
              <a:t>Click to edit Master subtitle style</a:t>
            </a:r>
          </a:p>
        </p:txBody>
      </p:sp>
      <p:sp>
        <p:nvSpPr>
          <p:cNvPr id="5371" name="Rectangle 155">
            <a:extLst>
              <a:ext uri="{FF2B5EF4-FFF2-40B4-BE49-F238E27FC236}">
                <a16:creationId xmlns:a16="http://schemas.microsoft.com/office/drawing/2014/main" id="{248492B3-8A00-69EF-B4E1-2866521AFD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372" name="Rectangle 156">
            <a:extLst>
              <a:ext uri="{FF2B5EF4-FFF2-40B4-BE49-F238E27FC236}">
                <a16:creationId xmlns:a16="http://schemas.microsoft.com/office/drawing/2014/main" id="{5C6F7D9A-78B3-AE8E-2CB6-67A5ABCE6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373" name="Rectangle 157">
            <a:extLst>
              <a:ext uri="{FF2B5EF4-FFF2-40B4-BE49-F238E27FC236}">
                <a16:creationId xmlns:a16="http://schemas.microsoft.com/office/drawing/2014/main" id="{3F3AF412-44D6-AD71-126B-AF9FA3653D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fld id="{09D4507E-1173-4F60-821F-D9BCAB475084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41737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337A726C-8645-FBB4-CD14-C465AEBC2C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CFBFA58F-A522-98D3-B808-B1E9C644AE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6AC214E6-3D2A-E0BC-6F42-972465097D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2595F-B9B0-467E-A73B-A5D8058FC7EB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11882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E31C0D40-7CB4-3C84-FCEF-DAD586C4C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CC675B86-39F1-DCB2-2FE1-D6ADF2AA89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CCA58A78-81C9-DC9A-5A7E-75FDD0A9F0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FEC5A3-F095-4187-9BD2-AACDBB1A0D3D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7660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804D52C0-32B2-809C-0661-28BD2181E6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F63A32E1-34C5-8E8D-7B63-44C9729A3F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0E17CD1A-550F-E2C2-8904-91A2B1535D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A817C8-4B1D-4A90-A74C-883285C465B4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52455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Rectangle 154">
            <a:extLst>
              <a:ext uri="{FF2B5EF4-FFF2-40B4-BE49-F238E27FC236}">
                <a16:creationId xmlns:a16="http://schemas.microsoft.com/office/drawing/2014/main" id="{14B7B9DE-2A9C-A370-2849-5C2302A652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8" name="Rectangle 155">
            <a:extLst>
              <a:ext uri="{FF2B5EF4-FFF2-40B4-BE49-F238E27FC236}">
                <a16:creationId xmlns:a16="http://schemas.microsoft.com/office/drawing/2014/main" id="{CF8F10E4-73C4-B8FC-CDAD-D02F737AE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9" name="Rectangle 156">
            <a:extLst>
              <a:ext uri="{FF2B5EF4-FFF2-40B4-BE49-F238E27FC236}">
                <a16:creationId xmlns:a16="http://schemas.microsoft.com/office/drawing/2014/main" id="{7DBA11AD-02F6-3C70-33A1-11888BFE32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5471B-163E-4111-87D1-38FB98232C2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68301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Rectangle 154">
            <a:extLst>
              <a:ext uri="{FF2B5EF4-FFF2-40B4-BE49-F238E27FC236}">
                <a16:creationId xmlns:a16="http://schemas.microsoft.com/office/drawing/2014/main" id="{2F2DAC35-FB56-EBF2-9FD4-A85A2CF3E5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4" name="Rectangle 155">
            <a:extLst>
              <a:ext uri="{FF2B5EF4-FFF2-40B4-BE49-F238E27FC236}">
                <a16:creationId xmlns:a16="http://schemas.microsoft.com/office/drawing/2014/main" id="{785C19BB-1107-D8F3-4F7A-A60A7EF7D8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" name="Rectangle 156">
            <a:extLst>
              <a:ext uri="{FF2B5EF4-FFF2-40B4-BE49-F238E27FC236}">
                <a16:creationId xmlns:a16="http://schemas.microsoft.com/office/drawing/2014/main" id="{836BD9E8-0EE5-49F5-47B7-95EEADB450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15197-1406-4FC1-8A69-F20E00F4C583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42532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>
            <a:extLst>
              <a:ext uri="{FF2B5EF4-FFF2-40B4-BE49-F238E27FC236}">
                <a16:creationId xmlns:a16="http://schemas.microsoft.com/office/drawing/2014/main" id="{376EE142-0B2D-829C-49C5-A6CB5AB38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3" name="Rectangle 155">
            <a:extLst>
              <a:ext uri="{FF2B5EF4-FFF2-40B4-BE49-F238E27FC236}">
                <a16:creationId xmlns:a16="http://schemas.microsoft.com/office/drawing/2014/main" id="{D741B449-450F-EC86-0F82-77E474790E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4" name="Rectangle 156">
            <a:extLst>
              <a:ext uri="{FF2B5EF4-FFF2-40B4-BE49-F238E27FC236}">
                <a16:creationId xmlns:a16="http://schemas.microsoft.com/office/drawing/2014/main" id="{76AC6663-ACC7-1F19-5710-2875352BAC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FF8DAD-D140-470E-8E8F-A0C6BFA0DBB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99923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46DF41B3-20BF-8CE3-5677-0262D9903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3E275C62-3BD8-4431-CAD2-29C6193255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DA59AE76-455A-A12B-7B5B-88E3DCE49E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A86C0A-0B14-44AD-B9B3-DD931F97C0E9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6735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bg-B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8FB304DD-3220-5FD2-DA4C-9E5BFF9B89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AED4639C-094C-DA59-5EF1-6FA505D4C9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287B69F5-F84A-D47E-4BE4-D1DACCEAFD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0AD978-035F-4719-8DAF-AEB98385D2E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40950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A2A7979A-8875-38A8-94FD-C46E3F7051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321EBEBD-C390-4987-A2F8-9154400D1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CDC3A854-3320-7169-8062-6BED98919B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28467-2B6C-42AF-8DE4-4312758D92BE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8430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38E3260C-F972-647D-8DAD-1F8F160024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3F58903E-A6AC-1447-B455-10EBAE83CD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9C9BD4DB-4787-199B-890D-E98B9AC0DF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FFE516-9827-43CF-8AFD-CF6E2CEF51EC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11116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1625" y="1600200"/>
            <a:ext cx="8540750" cy="2173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1625" y="3925888"/>
            <a:ext cx="8540750" cy="2173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BCCF578F-008E-E2D8-1EF6-FC96049FF3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072832B3-2416-4266-21A6-7F755BD6B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E8C9986C-E44C-9A25-31D6-993D47959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7654B-1AAE-4C41-8D08-C4AC7A3DB805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9526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747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2F907349-B031-DDBC-C76B-722AE9121208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2056" name="Group 3">
              <a:extLst>
                <a:ext uri="{FF2B5EF4-FFF2-40B4-BE49-F238E27FC236}">
                  <a16:creationId xmlns:a16="http://schemas.microsoft.com/office/drawing/2014/main" id="{F1CBC2B4-4945-6BF9-70BF-78E4A496E69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2193" name="Freeform 4">
                <a:extLst>
                  <a:ext uri="{FF2B5EF4-FFF2-40B4-BE49-F238E27FC236}">
                    <a16:creationId xmlns:a16="http://schemas.microsoft.com/office/drawing/2014/main" id="{12BE937D-40F9-66A1-A212-27FFCF9833E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4" name="Freeform 5">
                <a:extLst>
                  <a:ext uri="{FF2B5EF4-FFF2-40B4-BE49-F238E27FC236}">
                    <a16:creationId xmlns:a16="http://schemas.microsoft.com/office/drawing/2014/main" id="{53F98B93-F442-4441-62B7-E8EA9C8359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5" name="Freeform 6">
                <a:extLst>
                  <a:ext uri="{FF2B5EF4-FFF2-40B4-BE49-F238E27FC236}">
                    <a16:creationId xmlns:a16="http://schemas.microsoft.com/office/drawing/2014/main" id="{2A79F78A-A2C7-4D60-0F42-67541FF33FC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6" name="Freeform 7">
                <a:extLst>
                  <a:ext uri="{FF2B5EF4-FFF2-40B4-BE49-F238E27FC236}">
                    <a16:creationId xmlns:a16="http://schemas.microsoft.com/office/drawing/2014/main" id="{8E5691DF-A300-3F71-2B10-51D274C3429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7" name="Freeform 8">
                <a:extLst>
                  <a:ext uri="{FF2B5EF4-FFF2-40B4-BE49-F238E27FC236}">
                    <a16:creationId xmlns:a16="http://schemas.microsoft.com/office/drawing/2014/main" id="{8FC9E01B-95C5-DB34-6B11-1AE6598AB64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8" name="Freeform 9">
                <a:extLst>
                  <a:ext uri="{FF2B5EF4-FFF2-40B4-BE49-F238E27FC236}">
                    <a16:creationId xmlns:a16="http://schemas.microsoft.com/office/drawing/2014/main" id="{1B5420A5-4351-7974-E355-B9D77712938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9" name="Freeform 10">
                <a:extLst>
                  <a:ext uri="{FF2B5EF4-FFF2-40B4-BE49-F238E27FC236}">
                    <a16:creationId xmlns:a16="http://schemas.microsoft.com/office/drawing/2014/main" id="{C11798E3-B2A9-02A0-17C9-BB133C83C7D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0" name="Freeform 11">
                <a:extLst>
                  <a:ext uri="{FF2B5EF4-FFF2-40B4-BE49-F238E27FC236}">
                    <a16:creationId xmlns:a16="http://schemas.microsoft.com/office/drawing/2014/main" id="{821DB103-E671-7370-E05A-215C968914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1" name="Freeform 12">
                <a:extLst>
                  <a:ext uri="{FF2B5EF4-FFF2-40B4-BE49-F238E27FC236}">
                    <a16:creationId xmlns:a16="http://schemas.microsoft.com/office/drawing/2014/main" id="{9BEE105E-EF18-E68B-86EB-A2DD5ACC10C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2" name="Freeform 13">
                <a:extLst>
                  <a:ext uri="{FF2B5EF4-FFF2-40B4-BE49-F238E27FC236}">
                    <a16:creationId xmlns:a16="http://schemas.microsoft.com/office/drawing/2014/main" id="{0DD586F0-BD8A-1072-0033-3A9E877E287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3" name="Freeform 14">
                <a:extLst>
                  <a:ext uri="{FF2B5EF4-FFF2-40B4-BE49-F238E27FC236}">
                    <a16:creationId xmlns:a16="http://schemas.microsoft.com/office/drawing/2014/main" id="{C0107978-19F6-697B-E7E9-73156646B4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4" name="Freeform 15">
                <a:extLst>
                  <a:ext uri="{FF2B5EF4-FFF2-40B4-BE49-F238E27FC236}">
                    <a16:creationId xmlns:a16="http://schemas.microsoft.com/office/drawing/2014/main" id="{9DCF78B1-187F-9263-3565-2CDE2DC030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05" name="Freeform 16">
                <a:extLst>
                  <a:ext uri="{FF2B5EF4-FFF2-40B4-BE49-F238E27FC236}">
                    <a16:creationId xmlns:a16="http://schemas.microsoft.com/office/drawing/2014/main" id="{3672D55E-6EC4-B189-6250-53602C976D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057" name="Group 17">
              <a:extLst>
                <a:ext uri="{FF2B5EF4-FFF2-40B4-BE49-F238E27FC236}">
                  <a16:creationId xmlns:a16="http://schemas.microsoft.com/office/drawing/2014/main" id="{C331B9B3-198F-5A9C-0154-B9DDB388242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2058" name="Rectangle 18">
                <a:extLst>
                  <a:ext uri="{FF2B5EF4-FFF2-40B4-BE49-F238E27FC236}">
                    <a16:creationId xmlns:a16="http://schemas.microsoft.com/office/drawing/2014/main" id="{01415A67-D0CB-7ED8-681B-242E4017E1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59" name="Rectangle 19">
                <a:extLst>
                  <a:ext uri="{FF2B5EF4-FFF2-40B4-BE49-F238E27FC236}">
                    <a16:creationId xmlns:a16="http://schemas.microsoft.com/office/drawing/2014/main" id="{9A6F8330-62C7-2049-80BE-19357A58B2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0" name="Rectangle 20">
                <a:extLst>
                  <a:ext uri="{FF2B5EF4-FFF2-40B4-BE49-F238E27FC236}">
                    <a16:creationId xmlns:a16="http://schemas.microsoft.com/office/drawing/2014/main" id="{44823FD5-B301-DB4D-92B7-BE6614C1C6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1" name="Rectangle 21">
                <a:extLst>
                  <a:ext uri="{FF2B5EF4-FFF2-40B4-BE49-F238E27FC236}">
                    <a16:creationId xmlns:a16="http://schemas.microsoft.com/office/drawing/2014/main" id="{44D342FC-95E3-1961-21FE-9D3FBBDE02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2" name="Rectangle 22">
                <a:extLst>
                  <a:ext uri="{FF2B5EF4-FFF2-40B4-BE49-F238E27FC236}">
                    <a16:creationId xmlns:a16="http://schemas.microsoft.com/office/drawing/2014/main" id="{9CD2D09D-1497-9CB8-C129-C8AE8EAD69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3" name="Rectangle 23">
                <a:extLst>
                  <a:ext uri="{FF2B5EF4-FFF2-40B4-BE49-F238E27FC236}">
                    <a16:creationId xmlns:a16="http://schemas.microsoft.com/office/drawing/2014/main" id="{2847BF7C-7302-B37B-8CEE-913F5FCA11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4" name="Rectangle 24">
                <a:extLst>
                  <a:ext uri="{FF2B5EF4-FFF2-40B4-BE49-F238E27FC236}">
                    <a16:creationId xmlns:a16="http://schemas.microsoft.com/office/drawing/2014/main" id="{F25AC1F8-09EE-9C4D-9E1E-1A048A81C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5" name="Rectangle 25">
                <a:extLst>
                  <a:ext uri="{FF2B5EF4-FFF2-40B4-BE49-F238E27FC236}">
                    <a16:creationId xmlns:a16="http://schemas.microsoft.com/office/drawing/2014/main" id="{40FD7D20-B117-124E-E4D5-79B2A4E33E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6" name="Rectangle 26">
                <a:extLst>
                  <a:ext uri="{FF2B5EF4-FFF2-40B4-BE49-F238E27FC236}">
                    <a16:creationId xmlns:a16="http://schemas.microsoft.com/office/drawing/2014/main" id="{F609F9CA-93FC-0436-04BB-4E04AC93D2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7" name="Rectangle 27">
                <a:extLst>
                  <a:ext uri="{FF2B5EF4-FFF2-40B4-BE49-F238E27FC236}">
                    <a16:creationId xmlns:a16="http://schemas.microsoft.com/office/drawing/2014/main" id="{A6A09FD1-D49E-C8EF-C00D-998C282B22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8" name="Rectangle 28">
                <a:extLst>
                  <a:ext uri="{FF2B5EF4-FFF2-40B4-BE49-F238E27FC236}">
                    <a16:creationId xmlns:a16="http://schemas.microsoft.com/office/drawing/2014/main" id="{4A180F2C-AB28-DA53-3D24-ED7ABE0F2F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69" name="Rectangle 29">
                <a:extLst>
                  <a:ext uri="{FF2B5EF4-FFF2-40B4-BE49-F238E27FC236}">
                    <a16:creationId xmlns:a16="http://schemas.microsoft.com/office/drawing/2014/main" id="{FE050F73-F222-7B1C-58B3-1596C04556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0" name="Rectangle 30">
                <a:extLst>
                  <a:ext uri="{FF2B5EF4-FFF2-40B4-BE49-F238E27FC236}">
                    <a16:creationId xmlns:a16="http://schemas.microsoft.com/office/drawing/2014/main" id="{268C5978-838D-E285-C6DA-E09027A36D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1" name="Rectangle 31">
                <a:extLst>
                  <a:ext uri="{FF2B5EF4-FFF2-40B4-BE49-F238E27FC236}">
                    <a16:creationId xmlns:a16="http://schemas.microsoft.com/office/drawing/2014/main" id="{D9689A3A-BEF3-3853-EDD2-3F8878749D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2" name="Rectangle 32">
                <a:extLst>
                  <a:ext uri="{FF2B5EF4-FFF2-40B4-BE49-F238E27FC236}">
                    <a16:creationId xmlns:a16="http://schemas.microsoft.com/office/drawing/2014/main" id="{C20E00F4-4638-842F-2EA8-491C868FC0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3" name="Rectangle 33">
                <a:extLst>
                  <a:ext uri="{FF2B5EF4-FFF2-40B4-BE49-F238E27FC236}">
                    <a16:creationId xmlns:a16="http://schemas.microsoft.com/office/drawing/2014/main" id="{753ADDF1-2D5A-E41C-74DE-0605FC997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4" name="Rectangle 34">
                <a:extLst>
                  <a:ext uri="{FF2B5EF4-FFF2-40B4-BE49-F238E27FC236}">
                    <a16:creationId xmlns:a16="http://schemas.microsoft.com/office/drawing/2014/main" id="{D7406A22-6BFC-42DE-BCF3-7EDC6241A8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5" name="Rectangle 35">
                <a:extLst>
                  <a:ext uri="{FF2B5EF4-FFF2-40B4-BE49-F238E27FC236}">
                    <a16:creationId xmlns:a16="http://schemas.microsoft.com/office/drawing/2014/main" id="{628BA3EF-F0B2-08EF-05D1-BE1E497F2A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6" name="Rectangle 36">
                <a:extLst>
                  <a:ext uri="{FF2B5EF4-FFF2-40B4-BE49-F238E27FC236}">
                    <a16:creationId xmlns:a16="http://schemas.microsoft.com/office/drawing/2014/main" id="{8D47420A-00E1-7CC3-5980-B78E565363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7" name="Rectangle 37">
                <a:extLst>
                  <a:ext uri="{FF2B5EF4-FFF2-40B4-BE49-F238E27FC236}">
                    <a16:creationId xmlns:a16="http://schemas.microsoft.com/office/drawing/2014/main" id="{7C53023B-EFD3-5DA3-EA81-CC88430EB0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8" name="Rectangle 38">
                <a:extLst>
                  <a:ext uri="{FF2B5EF4-FFF2-40B4-BE49-F238E27FC236}">
                    <a16:creationId xmlns:a16="http://schemas.microsoft.com/office/drawing/2014/main" id="{638134F2-B9EA-0B52-F948-F8D60E9C39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79" name="Rectangle 39">
                <a:extLst>
                  <a:ext uri="{FF2B5EF4-FFF2-40B4-BE49-F238E27FC236}">
                    <a16:creationId xmlns:a16="http://schemas.microsoft.com/office/drawing/2014/main" id="{BEC472AD-2AE9-E742-6D0C-FE47B67913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0" name="Rectangle 40">
                <a:extLst>
                  <a:ext uri="{FF2B5EF4-FFF2-40B4-BE49-F238E27FC236}">
                    <a16:creationId xmlns:a16="http://schemas.microsoft.com/office/drawing/2014/main" id="{64ADFE61-73BF-EDA5-3F0E-CD36133EEC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1" name="Rectangle 41">
                <a:extLst>
                  <a:ext uri="{FF2B5EF4-FFF2-40B4-BE49-F238E27FC236}">
                    <a16:creationId xmlns:a16="http://schemas.microsoft.com/office/drawing/2014/main" id="{C64E3B88-AAD6-2F6F-8AAA-C68AC71263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2" name="Rectangle 42">
                <a:extLst>
                  <a:ext uri="{FF2B5EF4-FFF2-40B4-BE49-F238E27FC236}">
                    <a16:creationId xmlns:a16="http://schemas.microsoft.com/office/drawing/2014/main" id="{2C9047E2-591E-0858-871B-B0A668A935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3" name="Rectangle 43">
                <a:extLst>
                  <a:ext uri="{FF2B5EF4-FFF2-40B4-BE49-F238E27FC236}">
                    <a16:creationId xmlns:a16="http://schemas.microsoft.com/office/drawing/2014/main" id="{B2232DC3-E0C6-C5AD-FE59-8F5263FBB4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4" name="Rectangle 44">
                <a:extLst>
                  <a:ext uri="{FF2B5EF4-FFF2-40B4-BE49-F238E27FC236}">
                    <a16:creationId xmlns:a16="http://schemas.microsoft.com/office/drawing/2014/main" id="{6AE81E35-9676-D1DF-81D4-A2D983DAA0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5" name="Rectangle 45">
                <a:extLst>
                  <a:ext uri="{FF2B5EF4-FFF2-40B4-BE49-F238E27FC236}">
                    <a16:creationId xmlns:a16="http://schemas.microsoft.com/office/drawing/2014/main" id="{11772BD0-2E2C-8FFE-85B0-962E263605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6" name="Rectangle 46">
                <a:extLst>
                  <a:ext uri="{FF2B5EF4-FFF2-40B4-BE49-F238E27FC236}">
                    <a16:creationId xmlns:a16="http://schemas.microsoft.com/office/drawing/2014/main" id="{AA9F922D-DD2A-87E2-377F-7C0766E451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7" name="Rectangle 47">
                <a:extLst>
                  <a:ext uri="{FF2B5EF4-FFF2-40B4-BE49-F238E27FC236}">
                    <a16:creationId xmlns:a16="http://schemas.microsoft.com/office/drawing/2014/main" id="{A7D7279A-9D0B-FF7E-890B-656E3AA16B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8" name="Rectangle 48">
                <a:extLst>
                  <a:ext uri="{FF2B5EF4-FFF2-40B4-BE49-F238E27FC236}">
                    <a16:creationId xmlns:a16="http://schemas.microsoft.com/office/drawing/2014/main" id="{99BC10F2-84FF-0D76-F54D-672C7FB4A9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89" name="Rectangle 49">
                <a:extLst>
                  <a:ext uri="{FF2B5EF4-FFF2-40B4-BE49-F238E27FC236}">
                    <a16:creationId xmlns:a16="http://schemas.microsoft.com/office/drawing/2014/main" id="{8B28BAD7-8457-B5E9-D5C7-BDF2311864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0" name="Rectangle 50">
                <a:extLst>
                  <a:ext uri="{FF2B5EF4-FFF2-40B4-BE49-F238E27FC236}">
                    <a16:creationId xmlns:a16="http://schemas.microsoft.com/office/drawing/2014/main" id="{6631FAFE-33D5-9480-71DF-A595B2E3EC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1" name="Rectangle 51">
                <a:extLst>
                  <a:ext uri="{FF2B5EF4-FFF2-40B4-BE49-F238E27FC236}">
                    <a16:creationId xmlns:a16="http://schemas.microsoft.com/office/drawing/2014/main" id="{0EABC376-1BAA-2208-7870-CED014541D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2" name="Rectangle 52">
                <a:extLst>
                  <a:ext uri="{FF2B5EF4-FFF2-40B4-BE49-F238E27FC236}">
                    <a16:creationId xmlns:a16="http://schemas.microsoft.com/office/drawing/2014/main" id="{F558D7E2-A6BD-1752-1A95-B0CCEB1472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3" name="Rectangle 53">
                <a:extLst>
                  <a:ext uri="{FF2B5EF4-FFF2-40B4-BE49-F238E27FC236}">
                    <a16:creationId xmlns:a16="http://schemas.microsoft.com/office/drawing/2014/main" id="{47BD267A-3561-7A8D-0F07-382833938A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4" name="Rectangle 54">
                <a:extLst>
                  <a:ext uri="{FF2B5EF4-FFF2-40B4-BE49-F238E27FC236}">
                    <a16:creationId xmlns:a16="http://schemas.microsoft.com/office/drawing/2014/main" id="{5728CF96-B6E2-8604-53AE-EE5D12FF29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5" name="Rectangle 55">
                <a:extLst>
                  <a:ext uri="{FF2B5EF4-FFF2-40B4-BE49-F238E27FC236}">
                    <a16:creationId xmlns:a16="http://schemas.microsoft.com/office/drawing/2014/main" id="{D555C0A8-5F9A-5CA1-48FB-49CB8503A9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6" name="Rectangle 56">
                <a:extLst>
                  <a:ext uri="{FF2B5EF4-FFF2-40B4-BE49-F238E27FC236}">
                    <a16:creationId xmlns:a16="http://schemas.microsoft.com/office/drawing/2014/main" id="{B32A9CFC-8E7D-05FB-3EB5-FED3BB07E9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7" name="Rectangle 57">
                <a:extLst>
                  <a:ext uri="{FF2B5EF4-FFF2-40B4-BE49-F238E27FC236}">
                    <a16:creationId xmlns:a16="http://schemas.microsoft.com/office/drawing/2014/main" id="{31444BC2-104E-4E74-F57D-8FF7FF44BA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8" name="Rectangle 58">
                <a:extLst>
                  <a:ext uri="{FF2B5EF4-FFF2-40B4-BE49-F238E27FC236}">
                    <a16:creationId xmlns:a16="http://schemas.microsoft.com/office/drawing/2014/main" id="{9CAE8FD5-6BFA-4E33-18C0-B12E02B4B4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099" name="Rectangle 59">
                <a:extLst>
                  <a:ext uri="{FF2B5EF4-FFF2-40B4-BE49-F238E27FC236}">
                    <a16:creationId xmlns:a16="http://schemas.microsoft.com/office/drawing/2014/main" id="{31029F5B-C3F4-5BC4-9975-BCFD49B1B4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0" name="Rectangle 60">
                <a:extLst>
                  <a:ext uri="{FF2B5EF4-FFF2-40B4-BE49-F238E27FC236}">
                    <a16:creationId xmlns:a16="http://schemas.microsoft.com/office/drawing/2014/main" id="{80A82B43-8067-4358-7B27-5F95842447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1" name="Rectangle 61">
                <a:extLst>
                  <a:ext uri="{FF2B5EF4-FFF2-40B4-BE49-F238E27FC236}">
                    <a16:creationId xmlns:a16="http://schemas.microsoft.com/office/drawing/2014/main" id="{F82C851C-E399-DB68-67BE-A9761188A4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2" name="Rectangle 62">
                <a:extLst>
                  <a:ext uri="{FF2B5EF4-FFF2-40B4-BE49-F238E27FC236}">
                    <a16:creationId xmlns:a16="http://schemas.microsoft.com/office/drawing/2014/main" id="{BB682292-0647-157D-B203-6A0D7513AF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3" name="Rectangle 63">
                <a:extLst>
                  <a:ext uri="{FF2B5EF4-FFF2-40B4-BE49-F238E27FC236}">
                    <a16:creationId xmlns:a16="http://schemas.microsoft.com/office/drawing/2014/main" id="{750EA865-E202-6D0C-03DD-875630F889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4" name="Rectangle 64">
                <a:extLst>
                  <a:ext uri="{FF2B5EF4-FFF2-40B4-BE49-F238E27FC236}">
                    <a16:creationId xmlns:a16="http://schemas.microsoft.com/office/drawing/2014/main" id="{8EDE4CEA-5F0F-2711-52CF-2B3A05EA94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5" name="Rectangle 65">
                <a:extLst>
                  <a:ext uri="{FF2B5EF4-FFF2-40B4-BE49-F238E27FC236}">
                    <a16:creationId xmlns:a16="http://schemas.microsoft.com/office/drawing/2014/main" id="{A365256C-F41C-72E6-4372-EE8F70697E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6" name="Rectangle 66">
                <a:extLst>
                  <a:ext uri="{FF2B5EF4-FFF2-40B4-BE49-F238E27FC236}">
                    <a16:creationId xmlns:a16="http://schemas.microsoft.com/office/drawing/2014/main" id="{A730ADF2-4B70-80F5-A80C-6BBA8E98B8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7" name="Rectangle 67">
                <a:extLst>
                  <a:ext uri="{FF2B5EF4-FFF2-40B4-BE49-F238E27FC236}">
                    <a16:creationId xmlns:a16="http://schemas.microsoft.com/office/drawing/2014/main" id="{8C8B0749-52F2-0EAB-3131-9DAC072937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8" name="Rectangle 68">
                <a:extLst>
                  <a:ext uri="{FF2B5EF4-FFF2-40B4-BE49-F238E27FC236}">
                    <a16:creationId xmlns:a16="http://schemas.microsoft.com/office/drawing/2014/main" id="{81225A8F-7531-5CDB-B368-DD922AB0D4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09" name="Rectangle 69">
                <a:extLst>
                  <a:ext uri="{FF2B5EF4-FFF2-40B4-BE49-F238E27FC236}">
                    <a16:creationId xmlns:a16="http://schemas.microsoft.com/office/drawing/2014/main" id="{1578EC24-BDA7-4082-1AF2-9BBD23E43E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0" name="Rectangle 70">
                <a:extLst>
                  <a:ext uri="{FF2B5EF4-FFF2-40B4-BE49-F238E27FC236}">
                    <a16:creationId xmlns:a16="http://schemas.microsoft.com/office/drawing/2014/main" id="{7F077708-3B5B-FE10-A13F-DCB9677881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1" name="Rectangle 71">
                <a:extLst>
                  <a:ext uri="{FF2B5EF4-FFF2-40B4-BE49-F238E27FC236}">
                    <a16:creationId xmlns:a16="http://schemas.microsoft.com/office/drawing/2014/main" id="{C8274087-05CC-458E-78A1-E91096FDC6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2" name="Rectangle 72">
                <a:extLst>
                  <a:ext uri="{FF2B5EF4-FFF2-40B4-BE49-F238E27FC236}">
                    <a16:creationId xmlns:a16="http://schemas.microsoft.com/office/drawing/2014/main" id="{1C2AA511-D933-3EDA-7804-4AF47047C0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3" name="Rectangle 73">
                <a:extLst>
                  <a:ext uri="{FF2B5EF4-FFF2-40B4-BE49-F238E27FC236}">
                    <a16:creationId xmlns:a16="http://schemas.microsoft.com/office/drawing/2014/main" id="{C97BDCF5-EF27-DC4E-9079-D75B5AF6A4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4" name="Rectangle 74">
                <a:extLst>
                  <a:ext uri="{FF2B5EF4-FFF2-40B4-BE49-F238E27FC236}">
                    <a16:creationId xmlns:a16="http://schemas.microsoft.com/office/drawing/2014/main" id="{C38C014B-6574-11D0-A3A9-ECB8FE41CE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5" name="Rectangle 75">
                <a:extLst>
                  <a:ext uri="{FF2B5EF4-FFF2-40B4-BE49-F238E27FC236}">
                    <a16:creationId xmlns:a16="http://schemas.microsoft.com/office/drawing/2014/main" id="{29D8A7E1-5A40-5FE1-6E86-6AFE1E7838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6" name="Rectangle 76">
                <a:extLst>
                  <a:ext uri="{FF2B5EF4-FFF2-40B4-BE49-F238E27FC236}">
                    <a16:creationId xmlns:a16="http://schemas.microsoft.com/office/drawing/2014/main" id="{CFE527F8-9F12-79EC-C1C9-31AF9FBDA6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7" name="Rectangle 77">
                <a:extLst>
                  <a:ext uri="{FF2B5EF4-FFF2-40B4-BE49-F238E27FC236}">
                    <a16:creationId xmlns:a16="http://schemas.microsoft.com/office/drawing/2014/main" id="{05633AC2-4D91-7283-0393-BC36F75CFB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8" name="Rectangle 78">
                <a:extLst>
                  <a:ext uri="{FF2B5EF4-FFF2-40B4-BE49-F238E27FC236}">
                    <a16:creationId xmlns:a16="http://schemas.microsoft.com/office/drawing/2014/main" id="{B499C1E5-A6BF-FFC8-932B-0023D3C072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19" name="Rectangle 79">
                <a:extLst>
                  <a:ext uri="{FF2B5EF4-FFF2-40B4-BE49-F238E27FC236}">
                    <a16:creationId xmlns:a16="http://schemas.microsoft.com/office/drawing/2014/main" id="{D63AA907-B1AE-ECDE-8358-9B10F623C4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0" name="Rectangle 80">
                <a:extLst>
                  <a:ext uri="{FF2B5EF4-FFF2-40B4-BE49-F238E27FC236}">
                    <a16:creationId xmlns:a16="http://schemas.microsoft.com/office/drawing/2014/main" id="{FE7E4B48-7421-AEA1-972A-CDCD41A0DF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1" name="Freeform 81">
                <a:extLst>
                  <a:ext uri="{FF2B5EF4-FFF2-40B4-BE49-F238E27FC236}">
                    <a16:creationId xmlns:a16="http://schemas.microsoft.com/office/drawing/2014/main" id="{0A0EBEAF-5427-9F15-C242-8F8EF6AFBD0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22" name="Rectangle 82">
                <a:extLst>
                  <a:ext uri="{FF2B5EF4-FFF2-40B4-BE49-F238E27FC236}">
                    <a16:creationId xmlns:a16="http://schemas.microsoft.com/office/drawing/2014/main" id="{67415195-4FAC-697D-4CB6-969344DCD6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3" name="Rectangle 83">
                <a:extLst>
                  <a:ext uri="{FF2B5EF4-FFF2-40B4-BE49-F238E27FC236}">
                    <a16:creationId xmlns:a16="http://schemas.microsoft.com/office/drawing/2014/main" id="{DBA625DA-1BCA-A3FD-533A-D3C9C516E9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4" name="Rectangle 84">
                <a:extLst>
                  <a:ext uri="{FF2B5EF4-FFF2-40B4-BE49-F238E27FC236}">
                    <a16:creationId xmlns:a16="http://schemas.microsoft.com/office/drawing/2014/main" id="{ED938960-8BF5-BE6B-FAAD-84A66B64CB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5" name="Rectangle 85">
                <a:extLst>
                  <a:ext uri="{FF2B5EF4-FFF2-40B4-BE49-F238E27FC236}">
                    <a16:creationId xmlns:a16="http://schemas.microsoft.com/office/drawing/2014/main" id="{5DFC01F9-4E5B-7D04-FDEE-650E51C3BA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6" name="Rectangle 86">
                <a:extLst>
                  <a:ext uri="{FF2B5EF4-FFF2-40B4-BE49-F238E27FC236}">
                    <a16:creationId xmlns:a16="http://schemas.microsoft.com/office/drawing/2014/main" id="{E439BAEC-23EE-F729-6FF5-B8B5A58A7F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7" name="Rectangle 87">
                <a:extLst>
                  <a:ext uri="{FF2B5EF4-FFF2-40B4-BE49-F238E27FC236}">
                    <a16:creationId xmlns:a16="http://schemas.microsoft.com/office/drawing/2014/main" id="{88029C99-D33B-E511-503A-70BE0173C2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8" name="Rectangle 88">
                <a:extLst>
                  <a:ext uri="{FF2B5EF4-FFF2-40B4-BE49-F238E27FC236}">
                    <a16:creationId xmlns:a16="http://schemas.microsoft.com/office/drawing/2014/main" id="{A536607D-5FF1-547D-CA18-5993B1B37F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29" name="Rectangle 89">
                <a:extLst>
                  <a:ext uri="{FF2B5EF4-FFF2-40B4-BE49-F238E27FC236}">
                    <a16:creationId xmlns:a16="http://schemas.microsoft.com/office/drawing/2014/main" id="{50B32C6E-4AAF-5687-ACC2-B327FDDE0C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0" name="Rectangle 90">
                <a:extLst>
                  <a:ext uri="{FF2B5EF4-FFF2-40B4-BE49-F238E27FC236}">
                    <a16:creationId xmlns:a16="http://schemas.microsoft.com/office/drawing/2014/main" id="{499899A3-49F7-5AFA-10F0-0D0363F854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1" name="Rectangle 91">
                <a:extLst>
                  <a:ext uri="{FF2B5EF4-FFF2-40B4-BE49-F238E27FC236}">
                    <a16:creationId xmlns:a16="http://schemas.microsoft.com/office/drawing/2014/main" id="{8CFA29CA-57F2-D278-EC1D-8D0AF08367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2" name="Rectangle 92">
                <a:extLst>
                  <a:ext uri="{FF2B5EF4-FFF2-40B4-BE49-F238E27FC236}">
                    <a16:creationId xmlns:a16="http://schemas.microsoft.com/office/drawing/2014/main" id="{AFF52863-D4A7-5179-ADBA-7009F1C1AE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3" name="Rectangle 93">
                <a:extLst>
                  <a:ext uri="{FF2B5EF4-FFF2-40B4-BE49-F238E27FC236}">
                    <a16:creationId xmlns:a16="http://schemas.microsoft.com/office/drawing/2014/main" id="{C81C09DA-AB10-EC98-9D20-B5BCBE0492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4" name="Rectangle 94">
                <a:extLst>
                  <a:ext uri="{FF2B5EF4-FFF2-40B4-BE49-F238E27FC236}">
                    <a16:creationId xmlns:a16="http://schemas.microsoft.com/office/drawing/2014/main" id="{80202B87-83FD-B35E-ADA7-4B1E1CAEBB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5" name="Rectangle 95">
                <a:extLst>
                  <a:ext uri="{FF2B5EF4-FFF2-40B4-BE49-F238E27FC236}">
                    <a16:creationId xmlns:a16="http://schemas.microsoft.com/office/drawing/2014/main" id="{BC304F59-E6B3-4C42-F8C3-9AE21B4FD9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6" name="Rectangle 96">
                <a:extLst>
                  <a:ext uri="{FF2B5EF4-FFF2-40B4-BE49-F238E27FC236}">
                    <a16:creationId xmlns:a16="http://schemas.microsoft.com/office/drawing/2014/main" id="{644B46CF-6684-6CB4-E159-60A47489B4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7" name="Rectangle 97">
                <a:extLst>
                  <a:ext uri="{FF2B5EF4-FFF2-40B4-BE49-F238E27FC236}">
                    <a16:creationId xmlns:a16="http://schemas.microsoft.com/office/drawing/2014/main" id="{0E461B09-1CB5-2955-01AC-D6EE79AA59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8" name="Rectangle 98">
                <a:extLst>
                  <a:ext uri="{FF2B5EF4-FFF2-40B4-BE49-F238E27FC236}">
                    <a16:creationId xmlns:a16="http://schemas.microsoft.com/office/drawing/2014/main" id="{6BFBD50C-36AC-6B78-6E6B-81B8B76A22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39" name="Rectangle 99">
                <a:extLst>
                  <a:ext uri="{FF2B5EF4-FFF2-40B4-BE49-F238E27FC236}">
                    <a16:creationId xmlns:a16="http://schemas.microsoft.com/office/drawing/2014/main" id="{62132BB8-A333-9E0C-5962-ABDD269F48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0" name="Rectangle 100">
                <a:extLst>
                  <a:ext uri="{FF2B5EF4-FFF2-40B4-BE49-F238E27FC236}">
                    <a16:creationId xmlns:a16="http://schemas.microsoft.com/office/drawing/2014/main" id="{EDFB6938-5F4E-0835-DE3A-BF8962215F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1" name="Rectangle 101">
                <a:extLst>
                  <a:ext uri="{FF2B5EF4-FFF2-40B4-BE49-F238E27FC236}">
                    <a16:creationId xmlns:a16="http://schemas.microsoft.com/office/drawing/2014/main" id="{ED770E98-D0EA-85B8-0B66-7659DC566F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2" name="Rectangle 102">
                <a:extLst>
                  <a:ext uri="{FF2B5EF4-FFF2-40B4-BE49-F238E27FC236}">
                    <a16:creationId xmlns:a16="http://schemas.microsoft.com/office/drawing/2014/main" id="{76F84883-D9E8-42E5-0CC7-29ECD80045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3" name="Rectangle 103">
                <a:extLst>
                  <a:ext uri="{FF2B5EF4-FFF2-40B4-BE49-F238E27FC236}">
                    <a16:creationId xmlns:a16="http://schemas.microsoft.com/office/drawing/2014/main" id="{DFD2FEF3-CEA4-D3BC-0BF3-08726BF577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4" name="Rectangle 104">
                <a:extLst>
                  <a:ext uri="{FF2B5EF4-FFF2-40B4-BE49-F238E27FC236}">
                    <a16:creationId xmlns:a16="http://schemas.microsoft.com/office/drawing/2014/main" id="{EFE6DF17-60FE-09D7-99E0-8F03B1583D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5" name="Rectangle 105">
                <a:extLst>
                  <a:ext uri="{FF2B5EF4-FFF2-40B4-BE49-F238E27FC236}">
                    <a16:creationId xmlns:a16="http://schemas.microsoft.com/office/drawing/2014/main" id="{847B7839-5CAA-5714-7196-BF65ED241E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6" name="Rectangle 106">
                <a:extLst>
                  <a:ext uri="{FF2B5EF4-FFF2-40B4-BE49-F238E27FC236}">
                    <a16:creationId xmlns:a16="http://schemas.microsoft.com/office/drawing/2014/main" id="{E7E581EF-1A63-BEF6-049F-DE939F2EFE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7" name="Rectangle 107">
                <a:extLst>
                  <a:ext uri="{FF2B5EF4-FFF2-40B4-BE49-F238E27FC236}">
                    <a16:creationId xmlns:a16="http://schemas.microsoft.com/office/drawing/2014/main" id="{D1A77341-711F-09C7-4E3C-15DBE4598C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8" name="Rectangle 108">
                <a:extLst>
                  <a:ext uri="{FF2B5EF4-FFF2-40B4-BE49-F238E27FC236}">
                    <a16:creationId xmlns:a16="http://schemas.microsoft.com/office/drawing/2014/main" id="{40388CBF-E69E-687D-5C8C-3184879B96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49" name="Rectangle 109">
                <a:extLst>
                  <a:ext uri="{FF2B5EF4-FFF2-40B4-BE49-F238E27FC236}">
                    <a16:creationId xmlns:a16="http://schemas.microsoft.com/office/drawing/2014/main" id="{0EAE2868-92D8-C7F1-E51B-776FAEFA3C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0" name="Rectangle 110">
                <a:extLst>
                  <a:ext uri="{FF2B5EF4-FFF2-40B4-BE49-F238E27FC236}">
                    <a16:creationId xmlns:a16="http://schemas.microsoft.com/office/drawing/2014/main" id="{58E693C8-8AEC-FFD5-F34D-CC77CDB762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1" name="Rectangle 111">
                <a:extLst>
                  <a:ext uri="{FF2B5EF4-FFF2-40B4-BE49-F238E27FC236}">
                    <a16:creationId xmlns:a16="http://schemas.microsoft.com/office/drawing/2014/main" id="{D3E9223F-9087-24D9-7A83-DF8A9C34C7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2" name="Rectangle 112">
                <a:extLst>
                  <a:ext uri="{FF2B5EF4-FFF2-40B4-BE49-F238E27FC236}">
                    <a16:creationId xmlns:a16="http://schemas.microsoft.com/office/drawing/2014/main" id="{B8D3B943-EAB7-8DDD-5FEE-6329817E22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3" name="Rectangle 113">
                <a:extLst>
                  <a:ext uri="{FF2B5EF4-FFF2-40B4-BE49-F238E27FC236}">
                    <a16:creationId xmlns:a16="http://schemas.microsoft.com/office/drawing/2014/main" id="{9C03E4C6-C5E1-8538-ED16-071FB8E9FF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4" name="Rectangle 114">
                <a:extLst>
                  <a:ext uri="{FF2B5EF4-FFF2-40B4-BE49-F238E27FC236}">
                    <a16:creationId xmlns:a16="http://schemas.microsoft.com/office/drawing/2014/main" id="{AEF04605-4657-C2A4-A60E-AF8F9D1319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5" name="Rectangle 115">
                <a:extLst>
                  <a:ext uri="{FF2B5EF4-FFF2-40B4-BE49-F238E27FC236}">
                    <a16:creationId xmlns:a16="http://schemas.microsoft.com/office/drawing/2014/main" id="{5D726D7A-66D2-598E-54DF-D20FDDA088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6" name="Rectangle 116">
                <a:extLst>
                  <a:ext uri="{FF2B5EF4-FFF2-40B4-BE49-F238E27FC236}">
                    <a16:creationId xmlns:a16="http://schemas.microsoft.com/office/drawing/2014/main" id="{18F9E11D-EEBA-8679-AE10-87A977D210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7" name="Rectangle 117">
                <a:extLst>
                  <a:ext uri="{FF2B5EF4-FFF2-40B4-BE49-F238E27FC236}">
                    <a16:creationId xmlns:a16="http://schemas.microsoft.com/office/drawing/2014/main" id="{81410711-4F18-71EE-2A9F-F1439EA498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8" name="Rectangle 118">
                <a:extLst>
                  <a:ext uri="{FF2B5EF4-FFF2-40B4-BE49-F238E27FC236}">
                    <a16:creationId xmlns:a16="http://schemas.microsoft.com/office/drawing/2014/main" id="{3DB0A06C-E094-6A4F-E59E-32329E72E9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59" name="Rectangle 119">
                <a:extLst>
                  <a:ext uri="{FF2B5EF4-FFF2-40B4-BE49-F238E27FC236}">
                    <a16:creationId xmlns:a16="http://schemas.microsoft.com/office/drawing/2014/main" id="{2AAD986C-E186-E900-6725-494F70784AA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0" name="Rectangle 120">
                <a:extLst>
                  <a:ext uri="{FF2B5EF4-FFF2-40B4-BE49-F238E27FC236}">
                    <a16:creationId xmlns:a16="http://schemas.microsoft.com/office/drawing/2014/main" id="{F5A46146-E916-B114-8019-2B176EC09C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1" name="Rectangle 121">
                <a:extLst>
                  <a:ext uri="{FF2B5EF4-FFF2-40B4-BE49-F238E27FC236}">
                    <a16:creationId xmlns:a16="http://schemas.microsoft.com/office/drawing/2014/main" id="{68A09E6F-CD52-58E0-086A-2A6E8C5C2B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2" name="Rectangle 122">
                <a:extLst>
                  <a:ext uri="{FF2B5EF4-FFF2-40B4-BE49-F238E27FC236}">
                    <a16:creationId xmlns:a16="http://schemas.microsoft.com/office/drawing/2014/main" id="{BA3D0B34-53E8-9814-1249-0D2BF71BD6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3" name="Rectangle 123">
                <a:extLst>
                  <a:ext uri="{FF2B5EF4-FFF2-40B4-BE49-F238E27FC236}">
                    <a16:creationId xmlns:a16="http://schemas.microsoft.com/office/drawing/2014/main" id="{D89D0EE5-5649-7D4A-5B4A-CC912E61A5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4" name="Rectangle 124">
                <a:extLst>
                  <a:ext uri="{FF2B5EF4-FFF2-40B4-BE49-F238E27FC236}">
                    <a16:creationId xmlns:a16="http://schemas.microsoft.com/office/drawing/2014/main" id="{E4C94E9C-EF21-4717-AF34-BC1B3622CC0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5" name="Rectangle 125">
                <a:extLst>
                  <a:ext uri="{FF2B5EF4-FFF2-40B4-BE49-F238E27FC236}">
                    <a16:creationId xmlns:a16="http://schemas.microsoft.com/office/drawing/2014/main" id="{38677319-4CCD-1D14-D5D4-963AA30C50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6" name="Rectangle 126">
                <a:extLst>
                  <a:ext uri="{FF2B5EF4-FFF2-40B4-BE49-F238E27FC236}">
                    <a16:creationId xmlns:a16="http://schemas.microsoft.com/office/drawing/2014/main" id="{1C55EE48-3EF7-94D5-2BA6-4B67D1DB28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7" name="Rectangle 127">
                <a:extLst>
                  <a:ext uri="{FF2B5EF4-FFF2-40B4-BE49-F238E27FC236}">
                    <a16:creationId xmlns:a16="http://schemas.microsoft.com/office/drawing/2014/main" id="{C08D5326-AC72-21B7-0EB6-4833C8576B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8" name="Rectangle 128">
                <a:extLst>
                  <a:ext uri="{FF2B5EF4-FFF2-40B4-BE49-F238E27FC236}">
                    <a16:creationId xmlns:a16="http://schemas.microsoft.com/office/drawing/2014/main" id="{4969098B-C06A-E2F1-77F1-1FF91EB8F3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69" name="Rectangle 129">
                <a:extLst>
                  <a:ext uri="{FF2B5EF4-FFF2-40B4-BE49-F238E27FC236}">
                    <a16:creationId xmlns:a16="http://schemas.microsoft.com/office/drawing/2014/main" id="{9527654B-9A3F-7307-BD30-49B9B73FF2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0" name="Rectangle 130">
                <a:extLst>
                  <a:ext uri="{FF2B5EF4-FFF2-40B4-BE49-F238E27FC236}">
                    <a16:creationId xmlns:a16="http://schemas.microsoft.com/office/drawing/2014/main" id="{BB26176A-0117-16BD-35B4-CFA70E6C34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1" name="Rectangle 131">
                <a:extLst>
                  <a:ext uri="{FF2B5EF4-FFF2-40B4-BE49-F238E27FC236}">
                    <a16:creationId xmlns:a16="http://schemas.microsoft.com/office/drawing/2014/main" id="{C5D446B3-44DD-C3BB-5AEF-9B1FA63551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2" name="Rectangle 132">
                <a:extLst>
                  <a:ext uri="{FF2B5EF4-FFF2-40B4-BE49-F238E27FC236}">
                    <a16:creationId xmlns:a16="http://schemas.microsoft.com/office/drawing/2014/main" id="{3F5AB9F4-0F69-2732-46F1-F5FA08F6BF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3" name="Rectangle 133">
                <a:extLst>
                  <a:ext uri="{FF2B5EF4-FFF2-40B4-BE49-F238E27FC236}">
                    <a16:creationId xmlns:a16="http://schemas.microsoft.com/office/drawing/2014/main" id="{B0A3CD09-0EBB-A5B9-41F1-863CC2DC22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4" name="Rectangle 134">
                <a:extLst>
                  <a:ext uri="{FF2B5EF4-FFF2-40B4-BE49-F238E27FC236}">
                    <a16:creationId xmlns:a16="http://schemas.microsoft.com/office/drawing/2014/main" id="{D55790EC-47F5-CC9A-CD3F-389D67429D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5" name="Rectangle 135">
                <a:extLst>
                  <a:ext uri="{FF2B5EF4-FFF2-40B4-BE49-F238E27FC236}">
                    <a16:creationId xmlns:a16="http://schemas.microsoft.com/office/drawing/2014/main" id="{7CA494F6-906A-99E2-1995-24E06B3159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6" name="Rectangle 136">
                <a:extLst>
                  <a:ext uri="{FF2B5EF4-FFF2-40B4-BE49-F238E27FC236}">
                    <a16:creationId xmlns:a16="http://schemas.microsoft.com/office/drawing/2014/main" id="{B40CF7CE-0AA8-8ED7-0DEA-2A365D3026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7" name="Rectangle 137">
                <a:extLst>
                  <a:ext uri="{FF2B5EF4-FFF2-40B4-BE49-F238E27FC236}">
                    <a16:creationId xmlns:a16="http://schemas.microsoft.com/office/drawing/2014/main" id="{94047658-7EC8-030D-25DA-7BD96B996E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78" name="Freeform 138">
                <a:extLst>
                  <a:ext uri="{FF2B5EF4-FFF2-40B4-BE49-F238E27FC236}">
                    <a16:creationId xmlns:a16="http://schemas.microsoft.com/office/drawing/2014/main" id="{F0F70B75-5797-2722-D31B-0EE196EA40C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79" name="Freeform 139">
                <a:extLst>
                  <a:ext uri="{FF2B5EF4-FFF2-40B4-BE49-F238E27FC236}">
                    <a16:creationId xmlns:a16="http://schemas.microsoft.com/office/drawing/2014/main" id="{48A4BB51-256E-4C40-D72A-23F5398AD74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0" name="Freeform 140">
                <a:extLst>
                  <a:ext uri="{FF2B5EF4-FFF2-40B4-BE49-F238E27FC236}">
                    <a16:creationId xmlns:a16="http://schemas.microsoft.com/office/drawing/2014/main" id="{22ADD4D0-C58C-F405-BC78-2B62A0B5E67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1" name="Freeform 141">
                <a:extLst>
                  <a:ext uri="{FF2B5EF4-FFF2-40B4-BE49-F238E27FC236}">
                    <a16:creationId xmlns:a16="http://schemas.microsoft.com/office/drawing/2014/main" id="{7BA9620C-09AC-0F5A-8F07-6FC7A8DF656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2" name="Freeform 142">
                <a:extLst>
                  <a:ext uri="{FF2B5EF4-FFF2-40B4-BE49-F238E27FC236}">
                    <a16:creationId xmlns:a16="http://schemas.microsoft.com/office/drawing/2014/main" id="{A27B5095-03ED-CA28-1691-3EFDD991E91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3" name="Freeform 143">
                <a:extLst>
                  <a:ext uri="{FF2B5EF4-FFF2-40B4-BE49-F238E27FC236}">
                    <a16:creationId xmlns:a16="http://schemas.microsoft.com/office/drawing/2014/main" id="{99C2E800-F9FB-06FD-4976-3E9C6017E30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4" name="Freeform 144">
                <a:extLst>
                  <a:ext uri="{FF2B5EF4-FFF2-40B4-BE49-F238E27FC236}">
                    <a16:creationId xmlns:a16="http://schemas.microsoft.com/office/drawing/2014/main" id="{69655F37-A8F6-7E4C-1542-92B8A632675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5" name="Freeform 145">
                <a:extLst>
                  <a:ext uri="{FF2B5EF4-FFF2-40B4-BE49-F238E27FC236}">
                    <a16:creationId xmlns:a16="http://schemas.microsoft.com/office/drawing/2014/main" id="{87CFF1C3-180C-5646-95E6-83CA39B2836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6" name="Freeform 146">
                <a:extLst>
                  <a:ext uri="{FF2B5EF4-FFF2-40B4-BE49-F238E27FC236}">
                    <a16:creationId xmlns:a16="http://schemas.microsoft.com/office/drawing/2014/main" id="{56ACB376-856E-F9D6-521A-7127CFB68CD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87" name="Rectangle 147">
                <a:extLst>
                  <a:ext uri="{FF2B5EF4-FFF2-40B4-BE49-F238E27FC236}">
                    <a16:creationId xmlns:a16="http://schemas.microsoft.com/office/drawing/2014/main" id="{3721B5A7-7BCB-4FC7-09D2-F69866C174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88" name="Rectangle 148">
                <a:extLst>
                  <a:ext uri="{FF2B5EF4-FFF2-40B4-BE49-F238E27FC236}">
                    <a16:creationId xmlns:a16="http://schemas.microsoft.com/office/drawing/2014/main" id="{49667B5C-7890-7D1A-41D5-7281040EBA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defRPr/>
                </a:pPr>
                <a:endParaRPr lang="bg-BG" altLang="bg-BG"/>
              </a:p>
            </p:txBody>
          </p:sp>
          <p:sp>
            <p:nvSpPr>
              <p:cNvPr id="2189" name="Freeform 149">
                <a:extLst>
                  <a:ext uri="{FF2B5EF4-FFF2-40B4-BE49-F238E27FC236}">
                    <a16:creationId xmlns:a16="http://schemas.microsoft.com/office/drawing/2014/main" id="{7AB8D753-93F7-317B-7B06-02F1DA7E3C7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90" name="Freeform 150">
                <a:extLst>
                  <a:ext uri="{FF2B5EF4-FFF2-40B4-BE49-F238E27FC236}">
                    <a16:creationId xmlns:a16="http://schemas.microsoft.com/office/drawing/2014/main" id="{9898B2E4-1334-0454-1CC1-C027D701D87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4 h 154"/>
                  <a:gd name="T2" fmla="*/ 3 w 144"/>
                  <a:gd name="T3" fmla="*/ 6 h 154"/>
                  <a:gd name="T4" fmla="*/ 6 w 144"/>
                  <a:gd name="T5" fmla="*/ 5 h 154"/>
                  <a:gd name="T6" fmla="*/ 3 w 144"/>
                  <a:gd name="T7" fmla="*/ 2 h 154"/>
                  <a:gd name="T8" fmla="*/ 5 w 144"/>
                  <a:gd name="T9" fmla="*/ 1 h 154"/>
                  <a:gd name="T10" fmla="*/ 6 w 144"/>
                  <a:gd name="T11" fmla="*/ 2 h 154"/>
                  <a:gd name="T12" fmla="*/ 7 w 144"/>
                  <a:gd name="T13" fmla="*/ 2 h 154"/>
                  <a:gd name="T14" fmla="*/ 5 w 144"/>
                  <a:gd name="T15" fmla="*/ 0 h 154"/>
                  <a:gd name="T16" fmla="*/ 2 w 144"/>
                  <a:gd name="T17" fmla="*/ 1 h 154"/>
                  <a:gd name="T18" fmla="*/ 4 w 144"/>
                  <a:gd name="T19" fmla="*/ 4 h 154"/>
                  <a:gd name="T20" fmla="*/ 1 w 144"/>
                  <a:gd name="T21" fmla="*/ 4 h 154"/>
                  <a:gd name="T22" fmla="*/ 0 w 144"/>
                  <a:gd name="T23" fmla="*/ 4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247" name="Freeform 151">
                <a:extLst>
                  <a:ext uri="{FF2B5EF4-FFF2-40B4-BE49-F238E27FC236}">
                    <a16:creationId xmlns:a16="http://schemas.microsoft.com/office/drawing/2014/main" id="{2CD0183C-25DB-0B52-7447-2E17A4717E0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bg-BG">
                  <a:latin typeface="Tahoma" charset="0"/>
                </a:endParaRPr>
              </a:p>
            </p:txBody>
          </p:sp>
          <p:sp>
            <p:nvSpPr>
              <p:cNvPr id="4248" name="Oval 152">
                <a:extLst>
                  <a:ext uri="{FF2B5EF4-FFF2-40B4-BE49-F238E27FC236}">
                    <a16:creationId xmlns:a16="http://schemas.microsoft.com/office/drawing/2014/main" id="{58842DCD-2055-3DB9-3FF6-570CEAA7BB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bg-BG">
                  <a:latin typeface="Tahoma" charset="0"/>
                </a:endParaRPr>
              </a:p>
            </p:txBody>
          </p:sp>
        </p:grpSp>
      </p:grpSp>
      <p:sp>
        <p:nvSpPr>
          <p:cNvPr id="4249" name="Rectangle 153">
            <a:extLst>
              <a:ext uri="{FF2B5EF4-FFF2-40B4-BE49-F238E27FC236}">
                <a16:creationId xmlns:a16="http://schemas.microsoft.com/office/drawing/2014/main" id="{AF48C618-EFF3-B2BE-2F7D-A2F016349B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bg-BG"/>
              <a:t>Click to edit Master title style</a:t>
            </a:r>
          </a:p>
        </p:txBody>
      </p:sp>
      <p:sp>
        <p:nvSpPr>
          <p:cNvPr id="4250" name="Rectangle 154">
            <a:extLst>
              <a:ext uri="{FF2B5EF4-FFF2-40B4-BE49-F238E27FC236}">
                <a16:creationId xmlns:a16="http://schemas.microsoft.com/office/drawing/2014/main" id="{63EE5860-432F-5290-5FE5-67F126E752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4251" name="Rectangle 155">
            <a:extLst>
              <a:ext uri="{FF2B5EF4-FFF2-40B4-BE49-F238E27FC236}">
                <a16:creationId xmlns:a16="http://schemas.microsoft.com/office/drawing/2014/main" id="{1AD6ADAA-E9E0-521C-A902-63B29FA515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bg-BG"/>
          </a:p>
        </p:txBody>
      </p:sp>
      <p:sp>
        <p:nvSpPr>
          <p:cNvPr id="4252" name="Rectangle 156">
            <a:extLst>
              <a:ext uri="{FF2B5EF4-FFF2-40B4-BE49-F238E27FC236}">
                <a16:creationId xmlns:a16="http://schemas.microsoft.com/office/drawing/2014/main" id="{6812B653-EDFA-A0C8-7674-F228AD51D2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D99B398E-17DA-4716-A773-5E6FCCE79557}" type="slidenum">
              <a:rPr lang="bg-BG" altLang="bg-BG"/>
              <a:pPr/>
              <a:t>‹#›</a:t>
            </a:fld>
            <a:endParaRPr lang="bg-BG" altLang="bg-BG"/>
          </a:p>
        </p:txBody>
      </p:sp>
      <p:sp>
        <p:nvSpPr>
          <p:cNvPr id="4253" name="Rectangle 157">
            <a:extLst>
              <a:ext uri="{FF2B5EF4-FFF2-40B4-BE49-F238E27FC236}">
                <a16:creationId xmlns:a16="http://schemas.microsoft.com/office/drawing/2014/main" id="{A6014E6D-0B2B-77EB-3A39-385EAC61A00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/>
              <a:t>Click to edit Master text styles</a:t>
            </a:r>
          </a:p>
          <a:p>
            <a:pPr lvl="1"/>
            <a:r>
              <a:rPr lang="bg-BG"/>
              <a:t>Second level</a:t>
            </a:r>
          </a:p>
          <a:p>
            <a:pPr lvl="2"/>
            <a:r>
              <a:rPr lang="bg-BG"/>
              <a:t>Third level</a:t>
            </a:r>
          </a:p>
          <a:p>
            <a:pPr lvl="3"/>
            <a:r>
              <a:rPr lang="bg-BG"/>
              <a:t>Fourth level</a:t>
            </a:r>
          </a:p>
          <a:p>
            <a:pPr lvl="4"/>
            <a:r>
              <a:rPr lang="bg-BG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9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oE6nEt3uR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C478ABC-A47B-C6A6-8475-E63BB1B0A9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0460" y="1021266"/>
            <a:ext cx="7773988" cy="1300708"/>
          </a:xfrm>
        </p:spPr>
        <p:txBody>
          <a:bodyPr/>
          <a:lstStyle/>
          <a:p>
            <a:pPr eaLnBrk="1" hangingPunct="1">
              <a:defRPr/>
            </a:pPr>
            <a:r>
              <a:rPr lang="bg-BG" sz="60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Операционна система </a:t>
            </a:r>
          </a:p>
        </p:txBody>
      </p:sp>
      <p:sp>
        <p:nvSpPr>
          <p:cNvPr id="4099" name="Текстово поле 1">
            <a:extLst>
              <a:ext uri="{FF2B5EF4-FFF2-40B4-BE49-F238E27FC236}">
                <a16:creationId xmlns:a16="http://schemas.microsoft.com/office/drawing/2014/main" id="{ECB2B96B-AE9D-19AD-6EF5-1BA2DB57C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805488"/>
            <a:ext cx="4895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bg-BG"/>
              <a:t>KM</a:t>
            </a:r>
            <a:r>
              <a:rPr lang="bg-BG" altLang="bg-BG"/>
              <a:t>ИТ, 6 клас, Елена Маврова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BAE0C77-046E-774C-1F20-D22274960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10" y="2663819"/>
            <a:ext cx="7992888" cy="1872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D90C459-E3E8-D79C-83D3-A75D1F687D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bg-BG" sz="4000" b="1" dirty="0"/>
              <a:t>1. Операционна система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2A2AA37-8ED2-82A7-3BF7-555E6B40924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52450" y="1993900"/>
            <a:ext cx="8540750" cy="4498975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eaLnBrk="1" hangingPunct="1">
              <a:buFont typeface="Arial" charset="0"/>
              <a:buNone/>
              <a:defRPr/>
            </a:pPr>
            <a:endParaRPr lang="bg-BG" dirty="0"/>
          </a:p>
          <a:p>
            <a:pPr marL="0" indent="0" algn="ctr" eaLnBrk="1" hangingPunct="1">
              <a:buFont typeface="Arial" charset="0"/>
              <a:buNone/>
              <a:defRPr/>
            </a:pPr>
            <a:r>
              <a:rPr lang="bg-BG" dirty="0"/>
              <a:t>Операционна система е системен софтуер.  </a:t>
            </a:r>
          </a:p>
        </p:txBody>
      </p:sp>
      <p:sp>
        <p:nvSpPr>
          <p:cNvPr id="2" name="Правоъгълник 1">
            <a:extLst>
              <a:ext uri="{FF2B5EF4-FFF2-40B4-BE49-F238E27FC236}">
                <a16:creationId xmlns:a16="http://schemas.microsoft.com/office/drawing/2014/main" id="{8571C9C1-54F9-F613-5984-66D9483211DB}"/>
              </a:ext>
            </a:extLst>
          </p:cNvPr>
          <p:cNvSpPr/>
          <p:nvPr/>
        </p:nvSpPr>
        <p:spPr>
          <a:xfrm rot="16200000">
            <a:off x="-216693" y="2694781"/>
            <a:ext cx="2089150" cy="1008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bg-BG" sz="2800" b="1" dirty="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СОФТУЕР</a:t>
            </a:r>
          </a:p>
        </p:txBody>
      </p:sp>
      <p:graphicFrame>
        <p:nvGraphicFramePr>
          <p:cNvPr id="5" name="Диаграма 4">
            <a:extLst>
              <a:ext uri="{FF2B5EF4-FFF2-40B4-BE49-F238E27FC236}">
                <a16:creationId xmlns:a16="http://schemas.microsoft.com/office/drawing/2014/main" id="{A17BD09B-7570-1ECC-9514-FECCF0CE5E41}"/>
              </a:ext>
            </a:extLst>
          </p:cNvPr>
          <p:cNvGraphicFramePr/>
          <p:nvPr/>
        </p:nvGraphicFramePr>
        <p:xfrm>
          <a:off x="1691680" y="1714974"/>
          <a:ext cx="6096000" cy="3442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6A9F38A-B768-2BF1-1370-6EA1EDB8B06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bg-BG" sz="3600" b="1" dirty="0"/>
              <a:t>2. Основни функции на операционната система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4F770FA-4527-28E1-E705-8330FD67BF2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bg-BG" dirty="0"/>
              <a:t>Осъществява връзката между компютъра и човека, чрез нейния интерфейс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bg-BG" dirty="0"/>
              <a:t>Управлява файловете и папките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bg-BG" dirty="0"/>
              <a:t>Управлява периферните устройства – клавиатура, монитор, принтер, скенер, </a:t>
            </a:r>
            <a:r>
              <a:rPr lang="en-US" dirty="0"/>
              <a:t>CD\DVD</a:t>
            </a:r>
            <a:r>
              <a:rPr lang="bg-BG" dirty="0"/>
              <a:t> устройство, тонколони и др.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bg-BG" dirty="0"/>
              <a:t>Управлява изпълнението на програмите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29DFD55-F309-7284-251F-04D2F360BC3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bg-BG" sz="3200" b="1" dirty="0"/>
              <a:t>3. Видове ОС според интерфейса им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97A682F-023A-CB7C-AF44-FD917D565B6F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600200"/>
            <a:ext cx="8540750" cy="4997450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  <a:defRPr/>
            </a:pPr>
            <a:r>
              <a:rPr lang="bg-BG" dirty="0"/>
              <a:t>3.1. ОС с графичен интерфейс </a:t>
            </a:r>
          </a:p>
          <a:p>
            <a:pPr marL="0" indent="0" algn="ctr" eaLnBrk="1" hangingPunct="1">
              <a:buFont typeface="Arial" charset="0"/>
              <a:buNone/>
              <a:defRPr/>
            </a:pPr>
            <a:r>
              <a:rPr lang="bg-BG" dirty="0"/>
              <a:t> </a:t>
            </a:r>
            <a:r>
              <a:rPr lang="en-US" b="1" dirty="0">
                <a:solidFill>
                  <a:srgbClr val="C00000"/>
                </a:solidFill>
              </a:rPr>
              <a:t>MS Windows, Linux, Mac OS</a:t>
            </a: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sz="2400" dirty="0">
              <a:solidFill>
                <a:schemeClr val="accent4">
                  <a:lumMod val="10000"/>
                </a:schemeClr>
              </a:solidFill>
              <a:effectLst/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r>
              <a:rPr lang="bg-BG" sz="2400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Основни елементи на този вид операционни системи са иконите, менютата и прозорецът, който се манипулира с мишката</a:t>
            </a:r>
            <a:r>
              <a:rPr lang="bg-BG" sz="2400" dirty="0">
                <a:solidFill>
                  <a:schemeClr val="accent4">
                    <a:lumMod val="10000"/>
                  </a:schemeClr>
                </a:solidFill>
                <a:effectLst/>
              </a:rPr>
              <a:t>. </a:t>
            </a: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</p:txBody>
      </p:sp>
      <p:sp>
        <p:nvSpPr>
          <p:cNvPr id="7172" name="AutoShape 5" descr="Резултат с изображение за операционни системи">
            <a:extLst>
              <a:ext uri="{FF2B5EF4-FFF2-40B4-BE49-F238E27FC236}">
                <a16:creationId xmlns:a16="http://schemas.microsoft.com/office/drawing/2014/main" id="{3A714FE5-7F9A-7DC9-8433-C352C2DE2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bg-BG" altLang="bg-BG" sz="1800"/>
          </a:p>
        </p:txBody>
      </p:sp>
      <p:sp>
        <p:nvSpPr>
          <p:cNvPr id="7173" name="AutoShape 7" descr="Резултат с изображение за операционни системи">
            <a:extLst>
              <a:ext uri="{FF2B5EF4-FFF2-40B4-BE49-F238E27FC236}">
                <a16:creationId xmlns:a16="http://schemas.microsoft.com/office/drawing/2014/main" id="{6276AC64-5669-8D18-61EA-C218B3CF07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913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bg-BG" altLang="bg-BG" sz="1800"/>
          </a:p>
        </p:txBody>
      </p:sp>
      <p:pic>
        <p:nvPicPr>
          <p:cNvPr id="6153" name="Picture 9" descr="Резултат с изображение за операционни системи">
            <a:extLst>
              <a:ext uri="{FF2B5EF4-FFF2-40B4-BE49-F238E27FC236}">
                <a16:creationId xmlns:a16="http://schemas.microsoft.com/office/drawing/2014/main" id="{5828E824-69FE-70CC-457E-C42612F6E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600" y="2852936"/>
            <a:ext cx="6998338" cy="26199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AC586D7F-DD1A-DB0D-BBDE-CE994E0FE5F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800100"/>
            <a:ext cx="8540750" cy="5257800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  <a:defRPr/>
            </a:pPr>
            <a:r>
              <a:rPr lang="bg-BG" b="1" dirty="0"/>
              <a:t>3.2. ОС с текстов (команден) интерфейс – </a:t>
            </a:r>
            <a:r>
              <a:rPr lang="en-US" b="1" dirty="0">
                <a:solidFill>
                  <a:srgbClr val="C00000"/>
                </a:solidFill>
              </a:rPr>
              <a:t>MS DOS</a:t>
            </a: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b="1" dirty="0">
              <a:solidFill>
                <a:srgbClr val="C00000"/>
              </a:solidFill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sz="2400" dirty="0">
              <a:solidFill>
                <a:schemeClr val="accent4">
                  <a:lumMod val="10000"/>
                </a:schemeClr>
              </a:solidFill>
              <a:effectLst/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endParaRPr lang="bg-BG" sz="2400" dirty="0">
              <a:solidFill>
                <a:schemeClr val="accent4">
                  <a:lumMod val="10000"/>
                </a:schemeClr>
              </a:solidFill>
              <a:effectLst/>
            </a:endParaRPr>
          </a:p>
          <a:p>
            <a:pPr marL="0" indent="0" algn="ctr" eaLnBrk="1" hangingPunct="1">
              <a:buFont typeface="Arial" charset="0"/>
              <a:buNone/>
              <a:defRPr/>
            </a:pPr>
            <a:r>
              <a:rPr lang="bg-BG" sz="2400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Операционна система, която осъществява диалога с потребителя само чрез текстови команди, написани от клавиатурата.</a:t>
            </a: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effectLst/>
            </a:endParaRPr>
          </a:p>
        </p:txBody>
      </p:sp>
      <p:pic>
        <p:nvPicPr>
          <p:cNvPr id="22530" name="Picture 2" descr="Резултат с изображение за операционни системи дос">
            <a:extLst>
              <a:ext uri="{FF2B5EF4-FFF2-40B4-BE49-F238E27FC236}">
                <a16:creationId xmlns:a16="http://schemas.microsoft.com/office/drawing/2014/main" id="{C1EE43D3-05C0-1566-B142-B9590542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6385" y="2492896"/>
            <a:ext cx="5422032" cy="30584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0B80634-1257-EEB9-08AB-C973FB0F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b="1" dirty="0"/>
              <a:t>4. </a:t>
            </a:r>
            <a:r>
              <a:rPr lang="bg-BG" sz="4000" b="1" dirty="0"/>
              <a:t>Контролен панел</a:t>
            </a:r>
            <a:br>
              <a:rPr lang="bg-BG" sz="4000" b="1" dirty="0"/>
            </a:br>
            <a:r>
              <a:rPr lang="en-US" sz="4000" b="1" dirty="0"/>
              <a:t>(Control Panel)</a:t>
            </a:r>
            <a:endParaRPr lang="bg-BG" sz="4000" b="1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F5DFFD6-D57F-A6B0-BC60-7AA8BD4E5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Arial" charset="0"/>
              <a:buNone/>
              <a:defRPr/>
            </a:pPr>
            <a:r>
              <a:rPr lang="bg-BG" sz="2800" dirty="0"/>
              <a:t>Програма, с която могат да се задават основните потребителски настройки на операционната система </a:t>
            </a:r>
            <a:r>
              <a:rPr lang="en-US" sz="2800" dirty="0"/>
              <a:t> Windows. 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bg-BG" sz="2800" dirty="0"/>
              <a:t>Чрез него можем да променим изгледът на потребителския интерфейс.</a:t>
            </a:r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FCB5E25B-17AE-4E76-13C1-477AFC00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076700"/>
            <a:ext cx="61087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905DF32-C9AE-8A60-CE83-066C20AD7C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/>
              <a:t>5</a:t>
            </a:r>
            <a:r>
              <a:rPr lang="bg-BG" sz="4000" b="1" dirty="0"/>
              <a:t>. Файлова структура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82545D3-C98D-056C-7360-E4F85CE27CB6}"/>
              </a:ext>
            </a:extLst>
          </p:cNvPr>
          <p:cNvSpPr>
            <a:spLocks noGrp="1" noRot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bg-BG" sz="2800" b="1" dirty="0">
                <a:solidFill>
                  <a:schemeClr val="accent4">
                    <a:lumMod val="10000"/>
                  </a:schemeClr>
                </a:solidFill>
              </a:rPr>
              <a:t>Определение</a:t>
            </a:r>
            <a:r>
              <a:rPr lang="bg-BG" sz="2800" dirty="0"/>
              <a:t> – организация на информацията във файлове и папки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bg-BG" sz="2800" b="1" dirty="0">
                <a:solidFill>
                  <a:schemeClr val="accent4">
                    <a:lumMod val="10000"/>
                  </a:schemeClr>
                </a:solidFill>
              </a:rPr>
              <a:t>Дървовидна (йерархична) структура </a:t>
            </a:r>
            <a:r>
              <a:rPr lang="bg-BG" sz="2800" dirty="0"/>
              <a:t>(основна папка и подпапки)</a:t>
            </a:r>
          </a:p>
          <a:p>
            <a:pPr eaLnBrk="1" hangingPunct="1">
              <a:buFont typeface="Arial" charset="0"/>
              <a:buNone/>
              <a:defRPr/>
            </a:pPr>
            <a:endParaRPr lang="bg-BG" sz="2800" dirty="0"/>
          </a:p>
        </p:txBody>
      </p:sp>
      <p:graphicFrame>
        <p:nvGraphicFramePr>
          <p:cNvPr id="2" name="Диаграма 1">
            <a:extLst>
              <a:ext uri="{FF2B5EF4-FFF2-40B4-BE49-F238E27FC236}">
                <a16:creationId xmlns:a16="http://schemas.microsoft.com/office/drawing/2014/main" id="{7DED7B74-EA85-EDAC-1DBE-869A014B0DE7}"/>
              </a:ext>
            </a:extLst>
          </p:cNvPr>
          <p:cNvGraphicFramePr/>
          <p:nvPr/>
        </p:nvGraphicFramePr>
        <p:xfrm>
          <a:off x="288925" y="3887788"/>
          <a:ext cx="8496300" cy="2160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250803E-9DCA-A0C4-0B42-3B84B98394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bg-BG" sz="3600" b="1" dirty="0"/>
              <a:t>Програма за управление на папките в </a:t>
            </a:r>
            <a:r>
              <a:rPr lang="en-US" sz="3600" b="1" dirty="0"/>
              <a:t>MS Windows</a:t>
            </a:r>
            <a:endParaRPr lang="bg-BG" sz="3600" b="1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E2BB74-3F1E-0C7C-202E-B8588FEBCE4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bg-BG" dirty="0">
                <a:solidFill>
                  <a:schemeClr val="tx2"/>
                </a:solidFill>
              </a:rPr>
              <a:t>Файлов мениджър - </a:t>
            </a:r>
            <a:r>
              <a:rPr lang="bg-BG" dirty="0"/>
              <a:t>може да създава, копира, премества, изтрива файлове и папки.</a:t>
            </a:r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8FF73E91-949B-8B7C-BB99-D16C1BEA3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429000"/>
            <a:ext cx="7345362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>
            <a:extLst>
              <a:ext uri="{FF2B5EF4-FFF2-40B4-BE49-F238E27FC236}">
                <a16:creationId xmlns:a16="http://schemas.microsoft.com/office/drawing/2014/main" id="{21072732-64B8-671C-0612-B535ACE54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133600"/>
            <a:ext cx="83661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46AA5EE6-D4E9-9E35-8423-74869A1C80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6575" y="333375"/>
            <a:ext cx="8210550" cy="1968500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Evolution of Microsoft Windows </a:t>
            </a:r>
            <a:r>
              <a:rPr lang="bg-BG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 </a:t>
            </a:r>
            <a:endParaRPr lang="en-US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>
              <a:defRPr/>
            </a:pPr>
            <a:endParaRPr lang="en-US" alt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3BD1586-91D4-CE24-F4D0-E057DD238F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bg-BG" b="1" dirty="0">
                <a:solidFill>
                  <a:srgbClr val="FF0000"/>
                </a:solidFill>
              </a:rPr>
              <a:t>Задача: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A45682B-7F59-ACDF-36AB-AA4C592F4CE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bg-BG" dirty="0"/>
              <a:t>Във вашите папки създайте </a:t>
            </a:r>
            <a:r>
              <a:rPr lang="bg-BG" dirty="0" err="1"/>
              <a:t>подпапки</a:t>
            </a:r>
            <a:r>
              <a:rPr lang="bg-BG" dirty="0"/>
              <a:t> с имена: Компютърна текстообработка</a:t>
            </a:r>
            <a:r>
              <a:rPr lang="en-US" dirty="0"/>
              <a:t>, </a:t>
            </a:r>
            <a:r>
              <a:rPr lang="bg-BG" dirty="0"/>
              <a:t>Графични изображения</a:t>
            </a:r>
            <a:r>
              <a:rPr lang="en-US" dirty="0"/>
              <a:t>, </a:t>
            </a:r>
            <a:r>
              <a:rPr lang="bg-BG" dirty="0"/>
              <a:t>Електронни таблици</a:t>
            </a:r>
            <a:r>
              <a:rPr lang="en-US" dirty="0"/>
              <a:t>, </a:t>
            </a:r>
            <a:r>
              <a:rPr lang="bg-BG" dirty="0"/>
              <a:t>Компютърна презентация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bg-BG" dirty="0" err="1"/>
              <a:t>Избройте</a:t>
            </a:r>
            <a:r>
              <a:rPr lang="bg-BG" dirty="0"/>
              <a:t> начините</a:t>
            </a:r>
            <a:r>
              <a:rPr lang="en-US" dirty="0"/>
              <a:t>,</a:t>
            </a:r>
            <a:r>
              <a:rPr lang="bg-BG" dirty="0"/>
              <a:t> по които можете да изпълните задачата</a:t>
            </a:r>
            <a:r>
              <a:rPr lang="en-US" dirty="0"/>
              <a:t>.</a:t>
            </a:r>
            <a:endParaRPr lang="bg-B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ss">
  <a:themeElements>
    <a:clrScheme name="Compass 8">
      <a:dk1>
        <a:srgbClr val="007E7B"/>
      </a:dk1>
      <a:lt1>
        <a:srgbClr val="FFFFFF"/>
      </a:lt1>
      <a:dk2>
        <a:srgbClr val="008080"/>
      </a:dk2>
      <a:lt2>
        <a:srgbClr val="FFFF99"/>
      </a:lt2>
      <a:accent1>
        <a:srgbClr val="33CCCC"/>
      </a:accent1>
      <a:accent2>
        <a:srgbClr val="00CC66"/>
      </a:accent2>
      <a:accent3>
        <a:srgbClr val="AAC0C0"/>
      </a:accent3>
      <a:accent4>
        <a:srgbClr val="DADADA"/>
      </a:accent4>
      <a:accent5>
        <a:srgbClr val="ADE2E2"/>
      </a:accent5>
      <a:accent6>
        <a:srgbClr val="00B95C"/>
      </a:accent6>
      <a:hlink>
        <a:srgbClr val="CCFFCC"/>
      </a:hlink>
      <a:folHlink>
        <a:srgbClr val="FFFFC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mpas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as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480</TotalTime>
  <Words>296</Words>
  <Application>Microsoft Office PowerPoint</Application>
  <PresentationFormat>Презентация на цял екран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5" baseType="lpstr">
      <vt:lpstr>Tahoma</vt:lpstr>
      <vt:lpstr>Arial</vt:lpstr>
      <vt:lpstr>Wingdings</vt:lpstr>
      <vt:lpstr>Calibri</vt:lpstr>
      <vt:lpstr>Compass</vt:lpstr>
      <vt:lpstr>Операционна система </vt:lpstr>
      <vt:lpstr>1. Операционна система</vt:lpstr>
      <vt:lpstr>2. Основни функции на операционната система</vt:lpstr>
      <vt:lpstr>3. Видове ОС според интерфейса им</vt:lpstr>
      <vt:lpstr>Презентация на PowerPoint</vt:lpstr>
      <vt:lpstr>4. Контролен панел (Control Panel)</vt:lpstr>
      <vt:lpstr>5. Файлова структура</vt:lpstr>
      <vt:lpstr>Програма за управление на папките в MS Windows</vt:lpstr>
      <vt:lpstr>Презентация на PowerPoint</vt:lpstr>
      <vt:lpstr>Задача:</vt:lpstr>
    </vt:vector>
  </TitlesOfParts>
  <Company>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Операционна система. Файлова структура на организация на данните</dc:title>
  <dc:creator>Елена Г. Маврова-Ненкова</dc:creator>
  <cp:lastModifiedBy>Elena Nenkova</cp:lastModifiedBy>
  <cp:revision>19</cp:revision>
  <dcterms:created xsi:type="dcterms:W3CDTF">2008-10-06T19:29:14Z</dcterms:created>
  <dcterms:modified xsi:type="dcterms:W3CDTF">2026-07-24T14:54:47Z</dcterms:modified>
</cp:coreProperties>
</file>