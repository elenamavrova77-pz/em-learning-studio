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63" r:id="rId8"/>
    <p:sldId id="262" r:id="rId9"/>
    <p:sldId id="260" r:id="rId10"/>
    <p:sldId id="270" r:id="rId11"/>
    <p:sldId id="272" r:id="rId12"/>
    <p:sldId id="259" r:id="rId13"/>
    <p:sldId id="264" r:id="rId14"/>
    <p:sldId id="265" r:id="rId15"/>
    <p:sldId id="266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CB41C-E91E-43B8-BC7C-2010C00BBD27}" v="18" dt="2023-04-17T18:59:09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Елена Маврова-Ненкова" userId="8ad5aa20a146f40c" providerId="LiveId" clId="{A72CB41C-E91E-43B8-BC7C-2010C00BBD27}"/>
    <pc:docChg chg="undo custSel addSld delSld modSld sldOrd">
      <pc:chgData name="Елена Маврова-Ненкова" userId="8ad5aa20a146f40c" providerId="LiveId" clId="{A72CB41C-E91E-43B8-BC7C-2010C00BBD27}" dt="2023-04-17T19:02:45.132" v="858" actId="47"/>
      <pc:docMkLst>
        <pc:docMk/>
      </pc:docMkLst>
      <pc:sldChg chg="addSp delSp modSp mod ord setBg">
        <pc:chgData name="Елена Маврова-Ненкова" userId="8ad5aa20a146f40c" providerId="LiveId" clId="{A72CB41C-E91E-43B8-BC7C-2010C00BBD27}" dt="2023-04-17T18:28:10.920" v="281"/>
        <pc:sldMkLst>
          <pc:docMk/>
          <pc:sldMk cId="3190388034" sldId="259"/>
        </pc:sldMkLst>
        <pc:spChg chg="del">
          <ac:chgData name="Елена Маврова-Ненкова" userId="8ad5aa20a146f40c" providerId="LiveId" clId="{A72CB41C-E91E-43B8-BC7C-2010C00BBD27}" dt="2023-04-17T15:25:11.090" v="0" actId="478"/>
          <ac:spMkLst>
            <pc:docMk/>
            <pc:sldMk cId="3190388034" sldId="259"/>
            <ac:spMk id="2" creationId="{A7142EDA-0FCF-CA8C-21E5-F585DF105D19}"/>
          </ac:spMkLst>
        </pc:spChg>
        <pc:spChg chg="del">
          <ac:chgData name="Елена Маврова-Ненкова" userId="8ad5aa20a146f40c" providerId="LiveId" clId="{A72CB41C-E91E-43B8-BC7C-2010C00BBD27}" dt="2023-04-17T15:25:14.592" v="1" actId="478"/>
          <ac:spMkLst>
            <pc:docMk/>
            <pc:sldMk cId="3190388034" sldId="259"/>
            <ac:spMk id="3" creationId="{16874BFA-78E4-DD4A-D0CD-A2301ED5CC7A}"/>
          </ac:spMkLst>
        </pc:spChg>
        <pc:spChg chg="add mod">
          <ac:chgData name="Елена Маврова-Ненкова" userId="8ad5aa20a146f40c" providerId="LiveId" clId="{A72CB41C-E91E-43B8-BC7C-2010C00BBD27}" dt="2023-04-17T18:11:32.659" v="102" actId="14100"/>
          <ac:spMkLst>
            <pc:docMk/>
            <pc:sldMk cId="3190388034" sldId="259"/>
            <ac:spMk id="8" creationId="{D666849A-90F9-C231-54C8-C1F3B646D7CE}"/>
          </ac:spMkLst>
        </pc:spChg>
        <pc:spChg chg="add del">
          <ac:chgData name="Елена Маврова-Ненкова" userId="8ad5aa20a146f40c" providerId="LiveId" clId="{A72CB41C-E91E-43B8-BC7C-2010C00BBD27}" dt="2023-04-17T15:26:13.199" v="13" actId="26606"/>
          <ac:spMkLst>
            <pc:docMk/>
            <pc:sldMk cId="3190388034" sldId="259"/>
            <ac:spMk id="12" creationId="{6C2997EE-0889-44C3-AC0D-18F26AC9AAAB}"/>
          </ac:spMkLst>
        </pc:spChg>
        <pc:picChg chg="mod ord">
          <ac:chgData name="Елена Маврова-Ненкова" userId="8ad5aa20a146f40c" providerId="LiveId" clId="{A72CB41C-E91E-43B8-BC7C-2010C00BBD27}" dt="2023-04-17T15:26:13.199" v="13" actId="26606"/>
          <ac:picMkLst>
            <pc:docMk/>
            <pc:sldMk cId="3190388034" sldId="259"/>
            <ac:picMk id="5" creationId="{91C1AD61-C0DF-2CA8-1231-527002959542}"/>
          </ac:picMkLst>
        </pc:picChg>
        <pc:picChg chg="add mod ord">
          <ac:chgData name="Елена Маврова-Ненкова" userId="8ad5aa20a146f40c" providerId="LiveId" clId="{A72CB41C-E91E-43B8-BC7C-2010C00BBD27}" dt="2023-04-17T15:26:13.199" v="13" actId="26606"/>
          <ac:picMkLst>
            <pc:docMk/>
            <pc:sldMk cId="3190388034" sldId="259"/>
            <ac:picMk id="6" creationId="{997E8FA4-CD77-E676-4CEC-BDEAE0A642F8}"/>
          </ac:picMkLst>
        </pc:picChg>
        <pc:picChg chg="add mod modCrop">
          <ac:chgData name="Елена Маврова-Ненкова" userId="8ad5aa20a146f40c" providerId="LiveId" clId="{A72CB41C-E91E-43B8-BC7C-2010C00BBD27}" dt="2023-04-17T15:26:13.199" v="13" actId="26606"/>
          <ac:picMkLst>
            <pc:docMk/>
            <pc:sldMk cId="3190388034" sldId="259"/>
            <ac:picMk id="7" creationId="{C86F2599-154A-323E-DA2D-80C0379E84B1}"/>
          </ac:picMkLst>
        </pc:picChg>
      </pc:sldChg>
      <pc:sldChg chg="addSp delSp modSp mod">
        <pc:chgData name="Елена Маврова-Ненкова" userId="8ad5aa20a146f40c" providerId="LiveId" clId="{A72CB41C-E91E-43B8-BC7C-2010C00BBD27}" dt="2023-04-17T18:19:33.976" v="202" actId="1582"/>
        <pc:sldMkLst>
          <pc:docMk/>
          <pc:sldMk cId="3498156527" sldId="260"/>
        </pc:sldMkLst>
        <pc:spChg chg="mod">
          <ac:chgData name="Елена Маврова-Ненкова" userId="8ad5aa20a146f40c" providerId="LiveId" clId="{A72CB41C-E91E-43B8-BC7C-2010C00BBD27}" dt="2023-04-17T18:10:48.756" v="89" actId="6549"/>
          <ac:spMkLst>
            <pc:docMk/>
            <pc:sldMk cId="3498156527" sldId="260"/>
            <ac:spMk id="2" creationId="{3B55322F-5C54-B0EC-73AD-78F9F510C358}"/>
          </ac:spMkLst>
        </pc:spChg>
        <pc:spChg chg="del">
          <ac:chgData name="Елена Маврова-Ненкова" userId="8ad5aa20a146f40c" providerId="LiveId" clId="{A72CB41C-E91E-43B8-BC7C-2010C00BBD27}" dt="2023-04-17T15:29:40.404" v="79" actId="478"/>
          <ac:spMkLst>
            <pc:docMk/>
            <pc:sldMk cId="3498156527" sldId="260"/>
            <ac:spMk id="3" creationId="{5149071F-72D1-86CB-798A-CD9755D27726}"/>
          </ac:spMkLst>
        </pc:spChg>
        <pc:spChg chg="add mod">
          <ac:chgData name="Елена Маврова-Ненкова" userId="8ad5aa20a146f40c" providerId="LiveId" clId="{A72CB41C-E91E-43B8-BC7C-2010C00BBD27}" dt="2023-04-17T18:19:19.238" v="199" actId="1076"/>
          <ac:spMkLst>
            <pc:docMk/>
            <pc:sldMk cId="3498156527" sldId="260"/>
            <ac:spMk id="7" creationId="{31007440-36AF-F288-CA4A-7174D5940F35}"/>
          </ac:spMkLst>
        </pc:spChg>
        <pc:picChg chg="mod modCrop">
          <ac:chgData name="Елена Маврова-Ненкова" userId="8ad5aa20a146f40c" providerId="LiveId" clId="{A72CB41C-E91E-43B8-BC7C-2010C00BBD27}" dt="2023-04-17T18:19:12.149" v="196" actId="14100"/>
          <ac:picMkLst>
            <pc:docMk/>
            <pc:sldMk cId="3498156527" sldId="260"/>
            <ac:picMk id="6" creationId="{87089F36-2BDA-37AE-2E50-ABA05F70552C}"/>
          </ac:picMkLst>
        </pc:picChg>
        <pc:picChg chg="add del mod modCrop">
          <ac:chgData name="Елена Маврова-Ненкова" userId="8ad5aa20a146f40c" providerId="LiveId" clId="{A72CB41C-E91E-43B8-BC7C-2010C00BBD27}" dt="2023-04-17T18:13:56.337" v="120" actId="21"/>
          <ac:picMkLst>
            <pc:docMk/>
            <pc:sldMk cId="3498156527" sldId="260"/>
            <ac:picMk id="9" creationId="{B7C57C5A-1B49-AB98-2342-CA4136E64343}"/>
          </ac:picMkLst>
        </pc:picChg>
        <pc:picChg chg="add del mod modCrop">
          <ac:chgData name="Елена Маврова-Ненкова" userId="8ad5aa20a146f40c" providerId="LiveId" clId="{A72CB41C-E91E-43B8-BC7C-2010C00BBD27}" dt="2023-04-17T18:14:09.612" v="124" actId="21"/>
          <ac:picMkLst>
            <pc:docMk/>
            <pc:sldMk cId="3498156527" sldId="260"/>
            <ac:picMk id="11" creationId="{827536DF-BC5E-0C02-DCD1-4B06014A99FE}"/>
          </ac:picMkLst>
        </pc:picChg>
        <pc:picChg chg="add del mod modCrop">
          <ac:chgData name="Елена Маврова-Ненкова" userId="8ad5aa20a146f40c" providerId="LiveId" clId="{A72CB41C-E91E-43B8-BC7C-2010C00BBD27}" dt="2023-04-17T18:17:42.519" v="175" actId="21"/>
          <ac:picMkLst>
            <pc:docMk/>
            <pc:sldMk cId="3498156527" sldId="260"/>
            <ac:picMk id="13" creationId="{ED623168-2BEE-61BD-C635-E280A8A6C997}"/>
          </ac:picMkLst>
        </pc:picChg>
        <pc:picChg chg="add del mod">
          <ac:chgData name="Елена Маврова-Ненкова" userId="8ad5aa20a146f40c" providerId="LiveId" clId="{A72CB41C-E91E-43B8-BC7C-2010C00BBD27}" dt="2023-04-17T18:19:05.695" v="194" actId="478"/>
          <ac:picMkLst>
            <pc:docMk/>
            <pc:sldMk cId="3498156527" sldId="260"/>
            <ac:picMk id="14" creationId="{59F180FB-592A-7BD7-C572-AC776669157B}"/>
          </ac:picMkLst>
        </pc:picChg>
        <pc:cxnChg chg="add mod">
          <ac:chgData name="Елена Маврова-Ненкова" userId="8ad5aa20a146f40c" providerId="LiveId" clId="{A72CB41C-E91E-43B8-BC7C-2010C00BBD27}" dt="2023-04-17T18:19:33.976" v="202" actId="1582"/>
          <ac:cxnSpMkLst>
            <pc:docMk/>
            <pc:sldMk cId="3498156527" sldId="260"/>
            <ac:cxnSpMk id="16" creationId="{4EE40A2E-0096-8123-031F-4AC68EC5EF67}"/>
          </ac:cxnSpMkLst>
        </pc:cxnChg>
      </pc:sldChg>
      <pc:sldChg chg="delSp del mod">
        <pc:chgData name="Елена Маврова-Ненкова" userId="8ad5aa20a146f40c" providerId="LiveId" clId="{A72CB41C-E91E-43B8-BC7C-2010C00BBD27}" dt="2023-04-17T18:20:13.751" v="203" actId="47"/>
        <pc:sldMkLst>
          <pc:docMk/>
          <pc:sldMk cId="3980047645" sldId="261"/>
        </pc:sldMkLst>
        <pc:picChg chg="del">
          <ac:chgData name="Елена Маврова-Ненкова" userId="8ad5aa20a146f40c" providerId="LiveId" clId="{A72CB41C-E91E-43B8-BC7C-2010C00BBD27}" dt="2023-04-17T15:25:23.143" v="4" actId="21"/>
          <ac:picMkLst>
            <pc:docMk/>
            <pc:sldMk cId="3980047645" sldId="261"/>
            <ac:picMk id="5" creationId="{6576AC75-A946-40C1-5771-6339BE442B04}"/>
          </ac:picMkLst>
        </pc:picChg>
        <pc:picChg chg="del">
          <ac:chgData name="Елена Маврова-Ненкова" userId="8ad5aa20a146f40c" providerId="LiveId" clId="{A72CB41C-E91E-43B8-BC7C-2010C00BBD27}" dt="2023-04-17T15:25:32.928" v="7" actId="21"/>
          <ac:picMkLst>
            <pc:docMk/>
            <pc:sldMk cId="3980047645" sldId="261"/>
            <ac:picMk id="7" creationId="{8E2CADE7-8768-8F76-055E-751786436B0E}"/>
          </ac:picMkLst>
        </pc:picChg>
      </pc:sldChg>
      <pc:sldChg chg="delSp modSp mod ord">
        <pc:chgData name="Елена Маврова-Ненкова" userId="8ad5aa20a146f40c" providerId="LiveId" clId="{A72CB41C-E91E-43B8-BC7C-2010C00BBD27}" dt="2023-04-17T15:27:59.387" v="33" actId="1076"/>
        <pc:sldMkLst>
          <pc:docMk/>
          <pc:sldMk cId="1004434623" sldId="262"/>
        </pc:sldMkLst>
        <pc:spChg chg="del">
          <ac:chgData name="Елена Маврова-Ненкова" userId="8ad5aa20a146f40c" providerId="LiveId" clId="{A72CB41C-E91E-43B8-BC7C-2010C00BBD27}" dt="2023-04-17T15:27:52.738" v="29" actId="478"/>
          <ac:spMkLst>
            <pc:docMk/>
            <pc:sldMk cId="1004434623" sldId="262"/>
            <ac:spMk id="2" creationId="{58A66C53-4228-0AA8-9E09-D2C59F778DCA}"/>
          </ac:spMkLst>
        </pc:spChg>
        <pc:spChg chg="del">
          <ac:chgData name="Елена Маврова-Ненкова" userId="8ad5aa20a146f40c" providerId="LiveId" clId="{A72CB41C-E91E-43B8-BC7C-2010C00BBD27}" dt="2023-04-17T15:27:53.905" v="30" actId="478"/>
          <ac:spMkLst>
            <pc:docMk/>
            <pc:sldMk cId="1004434623" sldId="262"/>
            <ac:spMk id="3" creationId="{C6BE8127-8D8F-DD46-88B6-894105E0F4EA}"/>
          </ac:spMkLst>
        </pc:spChg>
        <pc:picChg chg="mod">
          <ac:chgData name="Елена Маврова-Ненкова" userId="8ad5aa20a146f40c" providerId="LiveId" clId="{A72CB41C-E91E-43B8-BC7C-2010C00BBD27}" dt="2023-04-17T15:27:59.387" v="33" actId="1076"/>
          <ac:picMkLst>
            <pc:docMk/>
            <pc:sldMk cId="1004434623" sldId="262"/>
            <ac:picMk id="5" creationId="{F7D9096C-9316-E646-E868-2D93398A93BF}"/>
          </ac:picMkLst>
        </pc:picChg>
      </pc:sldChg>
      <pc:sldChg chg="modSp mod">
        <pc:chgData name="Елена Маврова-Ненкова" userId="8ad5aa20a146f40c" providerId="LiveId" clId="{A72CB41C-E91E-43B8-BC7C-2010C00BBD27}" dt="2023-04-17T15:27:19.475" v="28" actId="1076"/>
        <pc:sldMkLst>
          <pc:docMk/>
          <pc:sldMk cId="4143112976" sldId="263"/>
        </pc:sldMkLst>
        <pc:spChg chg="mod">
          <ac:chgData name="Елена Маврова-Ненкова" userId="8ad5aa20a146f40c" providerId="LiveId" clId="{A72CB41C-E91E-43B8-BC7C-2010C00BBD27}" dt="2023-04-17T15:27:17.316" v="27" actId="1076"/>
          <ac:spMkLst>
            <pc:docMk/>
            <pc:sldMk cId="4143112976" sldId="263"/>
            <ac:spMk id="8" creationId="{CB4E0C5A-D295-C842-6F0E-66F6BAF5C59D}"/>
          </ac:spMkLst>
        </pc:spChg>
        <pc:spChg chg="mod">
          <ac:chgData name="Елена Маврова-Ненкова" userId="8ad5aa20a146f40c" providerId="LiveId" clId="{A72CB41C-E91E-43B8-BC7C-2010C00BBD27}" dt="2023-04-17T15:27:19.475" v="28" actId="1076"/>
          <ac:spMkLst>
            <pc:docMk/>
            <pc:sldMk cId="4143112976" sldId="263"/>
            <ac:spMk id="9" creationId="{1C5C8771-A514-5D27-F9E5-8406F3F617EE}"/>
          </ac:spMkLst>
        </pc:spChg>
      </pc:sldChg>
      <pc:sldChg chg="delSp modSp mod">
        <pc:chgData name="Елена Маврова-Ненкова" userId="8ad5aa20a146f40c" providerId="LiveId" clId="{A72CB41C-E91E-43B8-BC7C-2010C00BBD27}" dt="2023-04-17T18:20:28.782" v="209" actId="14100"/>
        <pc:sldMkLst>
          <pc:docMk/>
          <pc:sldMk cId="3467542972" sldId="264"/>
        </pc:sldMkLst>
        <pc:spChg chg="del">
          <ac:chgData name="Елена Маврова-Ненкова" userId="8ad5aa20a146f40c" providerId="LiveId" clId="{A72CB41C-E91E-43B8-BC7C-2010C00BBD27}" dt="2023-04-17T18:20:16.908" v="204" actId="478"/>
          <ac:spMkLst>
            <pc:docMk/>
            <pc:sldMk cId="3467542972" sldId="264"/>
            <ac:spMk id="2" creationId="{51D4BCB3-BB0D-B06C-FC5A-53D37578AEFF}"/>
          </ac:spMkLst>
        </pc:spChg>
        <pc:spChg chg="del">
          <ac:chgData name="Елена Маврова-Ненкова" userId="8ad5aa20a146f40c" providerId="LiveId" clId="{A72CB41C-E91E-43B8-BC7C-2010C00BBD27}" dt="2023-04-17T18:20:18.123" v="205" actId="478"/>
          <ac:spMkLst>
            <pc:docMk/>
            <pc:sldMk cId="3467542972" sldId="264"/>
            <ac:spMk id="3" creationId="{24F75021-B5B4-4D14-6BC2-0898AA0A41E4}"/>
          </ac:spMkLst>
        </pc:spChg>
        <pc:picChg chg="mod">
          <ac:chgData name="Елена Маврова-Ненкова" userId="8ad5aa20a146f40c" providerId="LiveId" clId="{A72CB41C-E91E-43B8-BC7C-2010C00BBD27}" dt="2023-04-17T18:20:28.782" v="209" actId="14100"/>
          <ac:picMkLst>
            <pc:docMk/>
            <pc:sldMk cId="3467542972" sldId="264"/>
            <ac:picMk id="5" creationId="{A49EA37C-6637-BDAE-B9A0-539952915EC1}"/>
          </ac:picMkLst>
        </pc:picChg>
      </pc:sldChg>
      <pc:sldChg chg="addSp delSp modSp mod">
        <pc:chgData name="Елена Маврова-Ненкова" userId="8ad5aa20a146f40c" providerId="LiveId" clId="{A72CB41C-E91E-43B8-BC7C-2010C00BBD27}" dt="2023-04-17T18:46:22.834" v="746" actId="20577"/>
        <pc:sldMkLst>
          <pc:docMk/>
          <pc:sldMk cId="682682469" sldId="265"/>
        </pc:sldMkLst>
        <pc:spChg chg="del">
          <ac:chgData name="Елена Маврова-Ненкова" userId="8ad5aa20a146f40c" providerId="LiveId" clId="{A72CB41C-E91E-43B8-BC7C-2010C00BBD27}" dt="2023-04-17T18:20:37.560" v="210" actId="478"/>
          <ac:spMkLst>
            <pc:docMk/>
            <pc:sldMk cId="682682469" sldId="265"/>
            <ac:spMk id="2" creationId="{E8C3A2A3-9A21-8DB6-E8C2-49FDF49EB05B}"/>
          </ac:spMkLst>
        </pc:spChg>
        <pc:spChg chg="del">
          <ac:chgData name="Елена Маврова-Ненкова" userId="8ad5aa20a146f40c" providerId="LiveId" clId="{A72CB41C-E91E-43B8-BC7C-2010C00BBD27}" dt="2023-04-17T18:22:19.226" v="225" actId="478"/>
          <ac:spMkLst>
            <pc:docMk/>
            <pc:sldMk cId="682682469" sldId="265"/>
            <ac:spMk id="3" creationId="{6C36C050-E758-25FE-AF1D-CF7B83406298}"/>
          </ac:spMkLst>
        </pc:spChg>
        <pc:spChg chg="add mod">
          <ac:chgData name="Елена Маврова-Ненкова" userId="8ad5aa20a146f40c" providerId="LiveId" clId="{A72CB41C-E91E-43B8-BC7C-2010C00BBD27}" dt="2023-04-17T18:46:22.834" v="746" actId="20577"/>
          <ac:spMkLst>
            <pc:docMk/>
            <pc:sldMk cId="682682469" sldId="265"/>
            <ac:spMk id="8" creationId="{05F661EB-BCF6-704A-A729-0A03875E5147}"/>
          </ac:spMkLst>
        </pc:spChg>
        <pc:picChg chg="del mod">
          <ac:chgData name="Елена Маврова-Ненкова" userId="8ad5aa20a146f40c" providerId="LiveId" clId="{A72CB41C-E91E-43B8-BC7C-2010C00BBD27}" dt="2023-04-17T18:24:45.255" v="243" actId="478"/>
          <ac:picMkLst>
            <pc:docMk/>
            <pc:sldMk cId="682682469" sldId="265"/>
            <ac:picMk id="5" creationId="{F1B5DE05-8F66-BAFA-98AF-694B85993FCC}"/>
          </ac:picMkLst>
        </pc:picChg>
        <pc:picChg chg="mod">
          <ac:chgData name="Елена Маврова-Ненкова" userId="8ad5aa20a146f40c" providerId="LiveId" clId="{A72CB41C-E91E-43B8-BC7C-2010C00BBD27}" dt="2023-04-17T18:25:29.189" v="273" actId="14100"/>
          <ac:picMkLst>
            <pc:docMk/>
            <pc:sldMk cId="682682469" sldId="265"/>
            <ac:picMk id="7" creationId="{002537E6-1D43-2F8F-522F-E5484EA9BF88}"/>
          </ac:picMkLst>
        </pc:picChg>
        <pc:picChg chg="add mod ord">
          <ac:chgData name="Елена Маврова-Ненкова" userId="8ad5aa20a146f40c" providerId="LiveId" clId="{A72CB41C-E91E-43B8-BC7C-2010C00BBD27}" dt="2023-04-17T18:25:20.046" v="271" actId="14100"/>
          <ac:picMkLst>
            <pc:docMk/>
            <pc:sldMk cId="682682469" sldId="265"/>
            <ac:picMk id="10" creationId="{8B70FBE5-2088-D934-90BD-48621C04D53A}"/>
          </ac:picMkLst>
        </pc:picChg>
      </pc:sldChg>
      <pc:sldChg chg="addSp delSp modSp new mod setBg">
        <pc:chgData name="Елена Маврова-Ненкова" userId="8ad5aa20a146f40c" providerId="LiveId" clId="{A72CB41C-E91E-43B8-BC7C-2010C00BBD27}" dt="2023-04-17T18:22:12.938" v="224" actId="404"/>
        <pc:sldMkLst>
          <pc:docMk/>
          <pc:sldMk cId="3965194439" sldId="270"/>
        </pc:sldMkLst>
        <pc:spChg chg="del">
          <ac:chgData name="Елена Маврова-Ненкова" userId="8ad5aa20a146f40c" providerId="LiveId" clId="{A72CB41C-E91E-43B8-BC7C-2010C00BBD27}" dt="2023-04-17T18:14:22.024" v="126" actId="478"/>
          <ac:spMkLst>
            <pc:docMk/>
            <pc:sldMk cId="3965194439" sldId="270"/>
            <ac:spMk id="2" creationId="{FDE58914-B811-40F9-A3F7-A07C14CEE7E9}"/>
          </ac:spMkLst>
        </pc:spChg>
        <pc:spChg chg="del">
          <ac:chgData name="Елена Маврова-Ненкова" userId="8ad5aa20a146f40c" providerId="LiveId" clId="{A72CB41C-E91E-43B8-BC7C-2010C00BBD27}" dt="2023-04-17T18:14:03.631" v="121" actId="478"/>
          <ac:spMkLst>
            <pc:docMk/>
            <pc:sldMk cId="3965194439" sldId="270"/>
            <ac:spMk id="3" creationId="{651FE9A3-E40F-A108-7D82-934AC87576BD}"/>
          </ac:spMkLst>
        </pc:spChg>
        <pc:spChg chg="add mod ord">
          <ac:chgData name="Елена Маврова-Ненкова" userId="8ad5aa20a146f40c" providerId="LiveId" clId="{A72CB41C-E91E-43B8-BC7C-2010C00BBD27}" dt="2023-04-17T18:22:12.938" v="224" actId="404"/>
          <ac:spMkLst>
            <pc:docMk/>
            <pc:sldMk cId="3965194439" sldId="270"/>
            <ac:spMk id="6" creationId="{F8B4087B-F0B0-6C0F-57FD-30220A7F2657}"/>
          </ac:spMkLst>
        </pc:spChg>
        <pc:spChg chg="add">
          <ac:chgData name="Елена Маврова-Ненкова" userId="8ad5aa20a146f40c" providerId="LiveId" clId="{A72CB41C-E91E-43B8-BC7C-2010C00BBD27}" dt="2023-04-17T18:14:29.146" v="128" actId="26606"/>
          <ac:spMkLst>
            <pc:docMk/>
            <pc:sldMk cId="3965194439" sldId="270"/>
            <ac:spMk id="44" creationId="{2437C4A8-8E3A-4ADA-93B9-64737CE1ABB1}"/>
          </ac:spMkLst>
        </pc:spChg>
        <pc:spChg chg="add">
          <ac:chgData name="Елена Маврова-Ненкова" userId="8ad5aa20a146f40c" providerId="LiveId" clId="{A72CB41C-E91E-43B8-BC7C-2010C00BBD27}" dt="2023-04-17T18:14:29.146" v="128" actId="26606"/>
          <ac:spMkLst>
            <pc:docMk/>
            <pc:sldMk cId="3965194439" sldId="270"/>
            <ac:spMk id="46" creationId="{A173122F-D466-4F08-90FA-0038F7AC214A}"/>
          </ac:spMkLst>
        </pc:spChg>
        <pc:spChg chg="add">
          <ac:chgData name="Елена Маврова-Ненкова" userId="8ad5aa20a146f40c" providerId="LiveId" clId="{A72CB41C-E91E-43B8-BC7C-2010C00BBD27}" dt="2023-04-17T18:14:29.146" v="128" actId="26606"/>
          <ac:spMkLst>
            <pc:docMk/>
            <pc:sldMk cId="3965194439" sldId="270"/>
            <ac:spMk id="81" creationId="{D507CED1-3C18-429E-A877-80F977965463}"/>
          </ac:spMkLst>
        </pc:spChg>
        <pc:grpChg chg="add">
          <ac:chgData name="Елена Маврова-Ненкова" userId="8ad5aa20a146f40c" providerId="LiveId" clId="{A72CB41C-E91E-43B8-BC7C-2010C00BBD27}" dt="2023-04-17T18:14:29.146" v="128" actId="26606"/>
          <ac:grpSpMkLst>
            <pc:docMk/>
            <pc:sldMk cId="3965194439" sldId="270"/>
            <ac:grpSpMk id="11" creationId="{748618E9-EE2D-4864-9EEE-58939BD4FBBA}"/>
          </ac:grpSpMkLst>
        </pc:grpChg>
        <pc:grpChg chg="add">
          <ac:chgData name="Елена Маврова-Ненкова" userId="8ad5aa20a146f40c" providerId="LiveId" clId="{A72CB41C-E91E-43B8-BC7C-2010C00BBD27}" dt="2023-04-17T18:14:29.146" v="128" actId="26606"/>
          <ac:grpSpMkLst>
            <pc:docMk/>
            <pc:sldMk cId="3965194439" sldId="270"/>
            <ac:grpSpMk id="48" creationId="{D9CF3400-712B-4A54-AA97-63691A14E6E1}"/>
          </ac:grpSpMkLst>
        </pc:grpChg>
        <pc:picChg chg="add mod modCrop">
          <ac:chgData name="Елена Маврова-Ненкова" userId="8ad5aa20a146f40c" providerId="LiveId" clId="{A72CB41C-E91E-43B8-BC7C-2010C00BBD27}" dt="2023-04-17T18:15:25.469" v="143" actId="14100"/>
          <ac:picMkLst>
            <pc:docMk/>
            <pc:sldMk cId="3965194439" sldId="270"/>
            <ac:picMk id="4" creationId="{3E8C3BB2-CCBD-3CE8-819D-25E198A5852C}"/>
          </ac:picMkLst>
        </pc:picChg>
        <pc:picChg chg="add mod modCrop">
          <ac:chgData name="Елена Маврова-Ненкова" userId="8ad5aa20a146f40c" providerId="LiveId" clId="{A72CB41C-E91E-43B8-BC7C-2010C00BBD27}" dt="2023-04-17T18:15:16.260" v="141" actId="1076"/>
          <ac:picMkLst>
            <pc:docMk/>
            <pc:sldMk cId="3965194439" sldId="270"/>
            <ac:picMk id="5" creationId="{8AE40DDB-0E9D-5DD1-FB42-0691C6C88B47}"/>
          </ac:picMkLst>
        </pc:picChg>
      </pc:sldChg>
      <pc:sldChg chg="addSp delSp modSp new mod ord setBg">
        <pc:chgData name="Елена Маврова-Ненкова" userId="8ad5aa20a146f40c" providerId="LiveId" clId="{A72CB41C-E91E-43B8-BC7C-2010C00BBD27}" dt="2023-04-17T18:46:26.955" v="747" actId="20577"/>
        <pc:sldMkLst>
          <pc:docMk/>
          <pc:sldMk cId="1006423272" sldId="271"/>
        </pc:sldMkLst>
        <pc:spChg chg="mod ord">
          <ac:chgData name="Елена Маврова-Ненкова" userId="8ad5aa20a146f40c" providerId="LiveId" clId="{A72CB41C-E91E-43B8-BC7C-2010C00BBD27}" dt="2023-04-17T18:46:26.955" v="747" actId="20577"/>
          <ac:spMkLst>
            <pc:docMk/>
            <pc:sldMk cId="1006423272" sldId="271"/>
            <ac:spMk id="2" creationId="{AA17F293-3F6E-CE09-32BE-1D38C43CC51B}"/>
          </ac:spMkLst>
        </pc:spChg>
        <pc:spChg chg="del">
          <ac:chgData name="Елена Маврова-Ненкова" userId="8ad5aa20a146f40c" providerId="LiveId" clId="{A72CB41C-E91E-43B8-BC7C-2010C00BBD27}" dt="2023-04-17T18:27:21.022" v="279" actId="478"/>
          <ac:spMkLst>
            <pc:docMk/>
            <pc:sldMk cId="1006423272" sldId="271"/>
            <ac:spMk id="3" creationId="{DE4BD99D-417E-3DE8-831C-9CF40362728E}"/>
          </ac:spMkLst>
        </pc:spChg>
        <pc:spChg chg="add del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45" creationId="{2437C4A8-8E3A-4ADA-93B9-64737CE1ABB1}"/>
          </ac:spMkLst>
        </pc:spChg>
        <pc:spChg chg="add del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47" creationId="{13B6DAC6-0186-4D62-AD69-90B9C0411EA3}"/>
          </ac:spMkLst>
        </pc:spChg>
        <pc:spChg chg="add del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82" creationId="{429C64BC-8915-422E-9361-EE04C48FFD40}"/>
          </ac:spMkLst>
        </pc:spChg>
        <pc:spChg chg="add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120" creationId="{2437C4A8-8E3A-4ADA-93B9-64737CE1ABB1}"/>
          </ac:spMkLst>
        </pc:spChg>
        <pc:spChg chg="add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122" creationId="{BA6285CA-6AFA-4F27-AFB5-1B32CDE09B1A}"/>
          </ac:spMkLst>
        </pc:spChg>
        <pc:spChg chg="add">
          <ac:chgData name="Елена Маврова-Ненкова" userId="8ad5aa20a146f40c" providerId="LiveId" clId="{A72CB41C-E91E-43B8-BC7C-2010C00BBD27}" dt="2023-04-17T18:40:37.246" v="695" actId="26606"/>
          <ac:spMkLst>
            <pc:docMk/>
            <pc:sldMk cId="1006423272" sldId="271"/>
            <ac:spMk id="157" creationId="{9A6704D6-67A6-4D3A-8CF0-11B37803D631}"/>
          </ac:spMkLst>
        </pc:spChg>
        <pc:grpChg chg="add del">
          <ac:chgData name="Елена Маврова-Ненкова" userId="8ad5aa20a146f40c" providerId="LiveId" clId="{A72CB41C-E91E-43B8-BC7C-2010C00BBD27}" dt="2023-04-17T18:40:37.246" v="695" actId="26606"/>
          <ac:grpSpMkLst>
            <pc:docMk/>
            <pc:sldMk cId="1006423272" sldId="271"/>
            <ac:grpSpMk id="12" creationId="{748618E9-EE2D-4864-9EEE-58939BD4FBBA}"/>
          </ac:grpSpMkLst>
        </pc:grpChg>
        <pc:grpChg chg="add del">
          <ac:chgData name="Елена Маврова-Ненкова" userId="8ad5aa20a146f40c" providerId="LiveId" clId="{A72CB41C-E91E-43B8-BC7C-2010C00BBD27}" dt="2023-04-17T18:40:37.246" v="695" actId="26606"/>
          <ac:grpSpMkLst>
            <pc:docMk/>
            <pc:sldMk cId="1006423272" sldId="271"/>
            <ac:grpSpMk id="49" creationId="{A0297160-077C-4B0C-9F1E-6519CEDB84C4}"/>
          </ac:grpSpMkLst>
        </pc:grpChg>
        <pc:grpChg chg="add">
          <ac:chgData name="Елена Маврова-Ненкова" userId="8ad5aa20a146f40c" providerId="LiveId" clId="{A72CB41C-E91E-43B8-BC7C-2010C00BBD27}" dt="2023-04-17T18:40:37.246" v="695" actId="26606"/>
          <ac:grpSpMkLst>
            <pc:docMk/>
            <pc:sldMk cId="1006423272" sldId="271"/>
            <ac:grpSpMk id="87" creationId="{748618E9-EE2D-4864-9EEE-58939BD4FBBA}"/>
          </ac:grpSpMkLst>
        </pc:grpChg>
        <pc:grpChg chg="add">
          <ac:chgData name="Елена Маврова-Ненкова" userId="8ad5aa20a146f40c" providerId="LiveId" clId="{A72CB41C-E91E-43B8-BC7C-2010C00BBD27}" dt="2023-04-17T18:40:37.246" v="695" actId="26606"/>
          <ac:grpSpMkLst>
            <pc:docMk/>
            <pc:sldMk cId="1006423272" sldId="271"/>
            <ac:grpSpMk id="124" creationId="{7DA92228-6CF2-4813-A749-DD44343AC42B}"/>
          </ac:grpSpMkLst>
        </pc:grpChg>
        <pc:picChg chg="add del mod modCrop">
          <ac:chgData name="Елена Маврова-Ненкова" userId="8ad5aa20a146f40c" providerId="LiveId" clId="{A72CB41C-E91E-43B8-BC7C-2010C00BBD27}" dt="2023-04-17T18:38:19.498" v="635" actId="478"/>
          <ac:picMkLst>
            <pc:docMk/>
            <pc:sldMk cId="1006423272" sldId="271"/>
            <ac:picMk id="5" creationId="{680B1D29-49D9-46B8-A6D7-8C4B52BE6DCC}"/>
          </ac:picMkLst>
        </pc:picChg>
        <pc:picChg chg="add mod ord modCrop">
          <ac:chgData name="Елена Маврова-Ненкова" userId="8ad5aa20a146f40c" providerId="LiveId" clId="{A72CB41C-E91E-43B8-BC7C-2010C00BBD27}" dt="2023-04-17T18:42:32.344" v="735" actId="14100"/>
          <ac:picMkLst>
            <pc:docMk/>
            <pc:sldMk cId="1006423272" sldId="271"/>
            <ac:picMk id="7" creationId="{2EDBE1E8-3A94-9F9D-215E-ECE6A26130B7}"/>
          </ac:picMkLst>
        </pc:picChg>
        <pc:picChg chg="add mod ord modCrop">
          <ac:chgData name="Елена Маврова-Ненкова" userId="8ad5aa20a146f40c" providerId="LiveId" clId="{A72CB41C-E91E-43B8-BC7C-2010C00BBD27}" dt="2023-04-17T18:41:50.027" v="720" actId="166"/>
          <ac:picMkLst>
            <pc:docMk/>
            <pc:sldMk cId="1006423272" sldId="271"/>
            <ac:picMk id="9" creationId="{9C057260-8170-9EC8-82D7-A82DE64DC234}"/>
          </ac:picMkLst>
        </pc:picChg>
      </pc:sldChg>
      <pc:sldChg chg="delSp modSp new mod">
        <pc:chgData name="Елена Маврова-Ненкова" userId="8ad5aa20a146f40c" providerId="LiveId" clId="{A72CB41C-E91E-43B8-BC7C-2010C00BBD27}" dt="2023-04-17T18:36:44.956" v="634" actId="207"/>
        <pc:sldMkLst>
          <pc:docMk/>
          <pc:sldMk cId="1648779418" sldId="272"/>
        </pc:sldMkLst>
        <pc:spChg chg="del">
          <ac:chgData name="Елена Маврова-Ненкова" userId="8ad5aa20a146f40c" providerId="LiveId" clId="{A72CB41C-E91E-43B8-BC7C-2010C00BBD27}" dt="2023-04-17T18:35:27.809" v="508" actId="478"/>
          <ac:spMkLst>
            <pc:docMk/>
            <pc:sldMk cId="1648779418" sldId="272"/>
            <ac:spMk id="2" creationId="{F03876E7-05D9-F913-1F3A-73417C0C18CD}"/>
          </ac:spMkLst>
        </pc:spChg>
        <pc:spChg chg="mod">
          <ac:chgData name="Елена Маврова-Ненкова" userId="8ad5aa20a146f40c" providerId="LiveId" clId="{A72CB41C-E91E-43B8-BC7C-2010C00BBD27}" dt="2023-04-17T18:36:44.956" v="634" actId="207"/>
          <ac:spMkLst>
            <pc:docMk/>
            <pc:sldMk cId="1648779418" sldId="272"/>
            <ac:spMk id="3" creationId="{671C3AC0-DEC5-78E8-ECEB-8D9DB0AE7256}"/>
          </ac:spMkLst>
        </pc:spChg>
      </pc:sldChg>
      <pc:sldChg chg="addSp delSp modSp new mod setBg">
        <pc:chgData name="Елена Маврова-Ненкова" userId="8ad5aa20a146f40c" providerId="LiveId" clId="{A72CB41C-E91E-43B8-BC7C-2010C00BBD27}" dt="2023-04-17T19:01:23.987" v="857" actId="20577"/>
        <pc:sldMkLst>
          <pc:docMk/>
          <pc:sldMk cId="3985281903" sldId="273"/>
        </pc:sldMkLst>
        <pc:spChg chg="del">
          <ac:chgData name="Елена Маврова-Ненкова" userId="8ad5aa20a146f40c" providerId="LiveId" clId="{A72CB41C-E91E-43B8-BC7C-2010C00BBD27}" dt="2023-04-17T18:46:45.735" v="750" actId="478"/>
          <ac:spMkLst>
            <pc:docMk/>
            <pc:sldMk cId="3985281903" sldId="273"/>
            <ac:spMk id="2" creationId="{3F081CD3-905D-5047-D63B-19675087DD5C}"/>
          </ac:spMkLst>
        </pc:spChg>
        <pc:spChg chg="del">
          <ac:chgData name="Елена Маврова-Ненкова" userId="8ad5aa20a146f40c" providerId="LiveId" clId="{A72CB41C-E91E-43B8-BC7C-2010C00BBD27}" dt="2023-04-17T18:46:44.554" v="749" actId="478"/>
          <ac:spMkLst>
            <pc:docMk/>
            <pc:sldMk cId="3985281903" sldId="273"/>
            <ac:spMk id="3" creationId="{8AE7C4FB-7679-3733-924F-AECCF6013314}"/>
          </ac:spMkLst>
        </pc:spChg>
        <pc:spChg chg="add mod">
          <ac:chgData name="Елена Маврова-Ненкова" userId="8ad5aa20a146f40c" providerId="LiveId" clId="{A72CB41C-E91E-43B8-BC7C-2010C00BBD27}" dt="2023-04-17T19:01:23.987" v="857" actId="20577"/>
          <ac:spMkLst>
            <pc:docMk/>
            <pc:sldMk cId="3985281903" sldId="273"/>
            <ac:spMk id="4" creationId="{874E3BAF-C9A5-8A80-72FA-E659982CF5EB}"/>
          </ac:spMkLst>
        </pc:spChg>
        <pc:spChg chg="add mod">
          <ac:chgData name="Елена Маврова-Ненкова" userId="8ad5aa20a146f40c" providerId="LiveId" clId="{A72CB41C-E91E-43B8-BC7C-2010C00BBD27}" dt="2023-04-17T18:52:42.458" v="808" actId="207"/>
          <ac:spMkLst>
            <pc:docMk/>
            <pc:sldMk cId="3985281903" sldId="273"/>
            <ac:spMk id="9" creationId="{C381F63E-1741-A555-9A14-5A7F40B398CA}"/>
          </ac:spMkLst>
        </pc:spChg>
        <pc:spChg chg="add mod">
          <ac:chgData name="Елена Маврова-Ненкова" userId="8ad5aa20a146f40c" providerId="LiveId" clId="{A72CB41C-E91E-43B8-BC7C-2010C00BBD27}" dt="2023-04-17T18:53:40.976" v="819" actId="1582"/>
          <ac:spMkLst>
            <pc:docMk/>
            <pc:sldMk cId="3985281903" sldId="273"/>
            <ac:spMk id="10" creationId="{36AF0AB8-A9F8-CECA-6DA6-AFE36832FC23}"/>
          </ac:spMkLst>
        </pc:spChg>
        <pc:spChg chg="add mod">
          <ac:chgData name="Елена Маврова-Ненкова" userId="8ad5aa20a146f40c" providerId="LiveId" clId="{A72CB41C-E91E-43B8-BC7C-2010C00BBD27}" dt="2023-04-17T18:54:13.088" v="825" actId="207"/>
          <ac:spMkLst>
            <pc:docMk/>
            <pc:sldMk cId="3985281903" sldId="273"/>
            <ac:spMk id="45" creationId="{5EE5EB01-B9D8-A646-15D8-86FCD59629D0}"/>
          </ac:spMkLst>
        </pc:spChg>
        <pc:spChg chg="add">
          <ac:chgData name="Елена Маврова-Ненкова" userId="8ad5aa20a146f40c" providerId="LiveId" clId="{A72CB41C-E91E-43B8-BC7C-2010C00BBD27}" dt="2023-04-17T18:51:03.331" v="764" actId="26606"/>
          <ac:spMkLst>
            <pc:docMk/>
            <pc:sldMk cId="3985281903" sldId="273"/>
            <ac:spMk id="46" creationId="{2437C4A8-8E3A-4ADA-93B9-64737CE1ABB1}"/>
          </ac:spMkLst>
        </pc:spChg>
        <pc:spChg chg="add">
          <ac:chgData name="Елена Маврова-Ненкова" userId="8ad5aa20a146f40c" providerId="LiveId" clId="{A72CB41C-E91E-43B8-BC7C-2010C00BBD27}" dt="2023-04-17T18:51:03.331" v="764" actId="26606"/>
          <ac:spMkLst>
            <pc:docMk/>
            <pc:sldMk cId="3985281903" sldId="273"/>
            <ac:spMk id="48" creationId="{A173122F-D466-4F08-90FA-0038F7AC214A}"/>
          </ac:spMkLst>
        </pc:spChg>
        <pc:spChg chg="add">
          <ac:chgData name="Елена Маврова-Ненкова" userId="8ad5aa20a146f40c" providerId="LiveId" clId="{A72CB41C-E91E-43B8-BC7C-2010C00BBD27}" dt="2023-04-17T18:51:03.331" v="764" actId="26606"/>
          <ac:spMkLst>
            <pc:docMk/>
            <pc:sldMk cId="3985281903" sldId="273"/>
            <ac:spMk id="83" creationId="{D507CED1-3C18-429E-A877-80F977965463}"/>
          </ac:spMkLst>
        </pc:spChg>
        <pc:grpChg chg="add">
          <ac:chgData name="Елена Маврова-Ненкова" userId="8ad5aa20a146f40c" providerId="LiveId" clId="{A72CB41C-E91E-43B8-BC7C-2010C00BBD27}" dt="2023-04-17T18:51:03.331" v="764" actId="26606"/>
          <ac:grpSpMkLst>
            <pc:docMk/>
            <pc:sldMk cId="3985281903" sldId="273"/>
            <ac:grpSpMk id="13" creationId="{748618E9-EE2D-4864-9EEE-58939BD4FBBA}"/>
          </ac:grpSpMkLst>
        </pc:grpChg>
        <pc:grpChg chg="add">
          <ac:chgData name="Елена Маврова-Ненкова" userId="8ad5aa20a146f40c" providerId="LiveId" clId="{A72CB41C-E91E-43B8-BC7C-2010C00BBD27}" dt="2023-04-17T18:51:03.331" v="764" actId="26606"/>
          <ac:grpSpMkLst>
            <pc:docMk/>
            <pc:sldMk cId="3985281903" sldId="273"/>
            <ac:grpSpMk id="50" creationId="{D9CF3400-712B-4A54-AA97-63691A14E6E1}"/>
          </ac:grpSpMkLst>
        </pc:grpChg>
        <pc:picChg chg="add mod ord modCrop">
          <ac:chgData name="Елена Маврова-Ненкова" userId="8ad5aa20a146f40c" providerId="LiveId" clId="{A72CB41C-E91E-43B8-BC7C-2010C00BBD27}" dt="2023-04-17T18:52:54.400" v="811" actId="14100"/>
          <ac:picMkLst>
            <pc:docMk/>
            <pc:sldMk cId="3985281903" sldId="273"/>
            <ac:picMk id="6" creationId="{1EC6C6F3-DDAA-4CCC-A3CB-38221CA5D591}"/>
          </ac:picMkLst>
        </pc:picChg>
        <pc:picChg chg="add mod modCrop">
          <ac:chgData name="Елена Маврова-Ненкова" userId="8ad5aa20a146f40c" providerId="LiveId" clId="{A72CB41C-E91E-43B8-BC7C-2010C00BBD27}" dt="2023-04-17T18:51:55.743" v="778" actId="14100"/>
          <ac:picMkLst>
            <pc:docMk/>
            <pc:sldMk cId="3985281903" sldId="273"/>
            <ac:picMk id="8" creationId="{13E1FD2D-FE53-F872-CEFC-A9B8B0A346B8}"/>
          </ac:picMkLst>
        </pc:picChg>
        <pc:cxnChg chg="add mod">
          <ac:chgData name="Елена Маврова-Ненкова" userId="8ad5aa20a146f40c" providerId="LiveId" clId="{A72CB41C-E91E-43B8-BC7C-2010C00BBD27}" dt="2023-04-17T18:53:50.230" v="821" actId="13822"/>
          <ac:cxnSpMkLst>
            <pc:docMk/>
            <pc:sldMk cId="3985281903" sldId="273"/>
            <ac:cxnSpMk id="12" creationId="{A0FADB0A-C56A-9A8A-4A1E-05FC60F1B0E6}"/>
          </ac:cxnSpMkLst>
        </pc:cxnChg>
      </pc:sldChg>
      <pc:sldChg chg="addSp delSp modSp new mod modAnim">
        <pc:chgData name="Елена Маврова-Ненкова" userId="8ad5aa20a146f40c" providerId="LiveId" clId="{A72CB41C-E91E-43B8-BC7C-2010C00BBD27}" dt="2023-04-17T18:59:21.585" v="843" actId="14100"/>
        <pc:sldMkLst>
          <pc:docMk/>
          <pc:sldMk cId="1590674546" sldId="274"/>
        </pc:sldMkLst>
        <pc:spChg chg="del">
          <ac:chgData name="Елена Маврова-Ненкова" userId="8ad5aa20a146f40c" providerId="LiveId" clId="{A72CB41C-E91E-43B8-BC7C-2010C00BBD27}" dt="2023-04-17T18:58:23.125" v="833" actId="478"/>
          <ac:spMkLst>
            <pc:docMk/>
            <pc:sldMk cId="1590674546" sldId="274"/>
            <ac:spMk id="2" creationId="{F24F182D-5A07-11C8-E1E8-116FCC02E5D9}"/>
          </ac:spMkLst>
        </pc:spChg>
        <pc:spChg chg="del">
          <ac:chgData name="Елена Маврова-Ненкова" userId="8ad5aa20a146f40c" providerId="LiveId" clId="{A72CB41C-E91E-43B8-BC7C-2010C00BBD27}" dt="2023-04-17T18:58:24.221" v="834" actId="478"/>
          <ac:spMkLst>
            <pc:docMk/>
            <pc:sldMk cId="1590674546" sldId="274"/>
            <ac:spMk id="3" creationId="{D9412FFE-295B-37D8-20F2-EC3301024E7A}"/>
          </ac:spMkLst>
        </pc:spChg>
        <pc:picChg chg="add mod modCrop">
          <ac:chgData name="Елена Маврова-Ненкова" userId="8ad5aa20a146f40c" providerId="LiveId" clId="{A72CB41C-E91E-43B8-BC7C-2010C00BBD27}" dt="2023-04-17T18:59:21.585" v="843" actId="14100"/>
          <ac:picMkLst>
            <pc:docMk/>
            <pc:sldMk cId="1590674546" sldId="274"/>
            <ac:picMk id="5" creationId="{C2DBBFCB-C0FC-50E1-65AD-07842E45874E}"/>
          </ac:picMkLst>
        </pc:picChg>
        <pc:picChg chg="add mod modCrop">
          <ac:chgData name="Елена Маврова-Ненкова" userId="8ad5aa20a146f40c" providerId="LiveId" clId="{A72CB41C-E91E-43B8-BC7C-2010C00BBD27}" dt="2023-04-17T18:58:41.368" v="839" actId="14100"/>
          <ac:picMkLst>
            <pc:docMk/>
            <pc:sldMk cId="1590674546" sldId="274"/>
            <ac:picMk id="7" creationId="{4252660A-36AE-2AE7-F2FE-71BBFD9EE1EF}"/>
          </ac:picMkLst>
        </pc:picChg>
      </pc:sldChg>
      <pc:sldChg chg="new del">
        <pc:chgData name="Елена Маврова-Ненкова" userId="8ad5aa20a146f40c" providerId="LiveId" clId="{A72CB41C-E91E-43B8-BC7C-2010C00BBD27}" dt="2023-04-17T19:02:45.132" v="858" actId="47"/>
        <pc:sldMkLst>
          <pc:docMk/>
          <pc:sldMk cId="58310945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6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3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6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4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1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5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4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85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1201FD-B9B8-44FB-827C-2B72B2C61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D50380-B737-4843-B657-D1F72ECE0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38A1CE-8855-4800-8759-A56D50C74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0E8BB7-1962-48A1-AE75-138B858AD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4B998B9-5288-4CE0-B72D-57048D824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CCB6E9-345A-4FF8-A88D-3E5CF21D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318E85-96B6-461C-8287-F6CA4968C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6BFD751-AAE9-43DB-8D9F-FBD0019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33B7E8-7994-46BB-A708-1BAEAE9A4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24BAA5-7F61-4495-857C-97EDFC96F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16A69CD-5F58-4D4E-8784-EF04768B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B01CAAA-9CED-4D6E-94EF-252DDFCB7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46C2E15-6DB9-400F-A463-3A7488119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48849A-5ABA-4068-B1B8-62885377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26C35F-2E6D-487D-B9F7-C4FEC99C2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96CD3E-B1D7-4FEB-A4C4-9D2224756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504DA9-0960-480F-A0D1-43F798BA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D211248-4214-4C32-9181-236A5054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C8DA7D9-8888-4AE1-88A9-070E3D39A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EF6DF4-75E2-40AE-898D-8439C1A1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EB5A874-B7FD-462A-B169-E7FDB5AA6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40B800-A1C4-40CF-B676-3714D7BC6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9DC799A-8E1B-473C-8A5C-61A7E6E17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41FE59-669C-46CE-BD6B-BCC0E38E3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8A03C7-4888-469E-B83E-68A5A252F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949D6E2-575B-4B3B-9200-F89FF6263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192BECB-21C3-4E10-BA4A-1A40B32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99FED6-669D-4F33-B077-DCABEE44C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F0A4E8B-1AAA-4226-98A8-D787BCF2A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9842F70-1987-4D9B-A998-AB1CA140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2A5A85E-17B3-4952-B61F-2F5B41D63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1FC6E2-FA10-41E8-AD12-66A1CF983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AF30C4D-F43E-2B87-C8E0-311883294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394" y="3335502"/>
            <a:ext cx="4592933" cy="3039530"/>
          </a:xfrm>
        </p:spPr>
        <p:txBody>
          <a:bodyPr anchor="t">
            <a:normAutofit fontScale="90000"/>
          </a:bodyPr>
          <a:lstStyle/>
          <a:p>
            <a:pPr algn="r"/>
            <a:r>
              <a:rPr 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Преминаване от език за блоково програмиране към скриптов текстов език</a:t>
            </a:r>
          </a:p>
        </p:txBody>
      </p:sp>
      <p:pic>
        <p:nvPicPr>
          <p:cNvPr id="4" name="Picture 3" descr="A splash of colours on a white surface">
            <a:extLst>
              <a:ext uri="{FF2B5EF4-FFF2-40B4-BE49-F238E27FC236}">
                <a16:creationId xmlns:a16="http://schemas.microsoft.com/office/drawing/2014/main" id="{2F127CF9-B011-A3F0-F3E3-EA60AE1D5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32" b="41636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7D6616B-CA16-4E7A-AD49-69268088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Правоъгълник 4">
            <a:extLst>
              <a:ext uri="{FF2B5EF4-FFF2-40B4-BE49-F238E27FC236}">
                <a16:creationId xmlns:a16="http://schemas.microsoft.com/office/drawing/2014/main" id="{9F3CA174-3DA2-4EC0-768A-1EDF3BB9B44C}"/>
              </a:ext>
            </a:extLst>
          </p:cNvPr>
          <p:cNvSpPr/>
          <p:nvPr/>
        </p:nvSpPr>
        <p:spPr>
          <a:xfrm>
            <a:off x="777948" y="1237433"/>
            <a:ext cx="105474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КОМПЮТЪРНО МОДЕЛИРАНЕ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2D3E3516-4D61-4DE6-A426-948159E7B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1" t="5977" r="11120" b="9119"/>
          <a:stretch/>
        </p:blipFill>
        <p:spPr>
          <a:xfrm>
            <a:off x="5875495" y="3214720"/>
            <a:ext cx="5349766" cy="2934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182BF06-C268-15EB-BC38-99F22A44D4BD}"/>
              </a:ext>
            </a:extLst>
          </p:cNvPr>
          <p:cNvSpPr txBox="1"/>
          <p:nvPr/>
        </p:nvSpPr>
        <p:spPr>
          <a:xfrm>
            <a:off x="986541" y="6235141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415549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9D90E87-8AFA-3DD8-629E-05CEA57EB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88" y="216094"/>
            <a:ext cx="4927425" cy="1340428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rgbClr val="FF0000"/>
                </a:solidFill>
              </a:rPr>
              <a:t>1. Език за програмиране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4C9D29E7-63D1-C4D4-6A59-9597B8AF9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055026"/>
            <a:ext cx="5810760" cy="40770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Езици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за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програмиране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са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изкуствено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създадени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изразни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средства, с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които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програмистите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дават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инструкции на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машината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как да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изпълни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първоначално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зададената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в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спецификацията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цел. </a:t>
            </a:r>
            <a:r>
              <a:rPr lang="en-US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 </a:t>
            </a:r>
            <a:endParaRPr lang="bg-BG" sz="2400" b="0" i="0" dirty="0">
              <a:solidFill>
                <a:srgbClr val="1D252D"/>
              </a:solidFill>
              <a:effectLst/>
              <a:latin typeface="Roboto Slab" panose="020B0604020202020204" pitchFamily="2" charset="0"/>
            </a:endParaRPr>
          </a:p>
          <a:p>
            <a:pPr marL="0" indent="0">
              <a:buNone/>
            </a:pPr>
            <a:r>
              <a:rPr lang="bg-BG" sz="2400" b="0" i="0" dirty="0">
                <a:solidFill>
                  <a:srgbClr val="1D252D"/>
                </a:solidFill>
                <a:effectLst/>
                <a:latin typeface="Roboto Slab" panose="020B0604020202020204" pitchFamily="2" charset="0"/>
              </a:rPr>
              <a:t>Те представляват набор от символи, команди и правила, с помощта на които програмистът задава на компютъра да изпълни някаква дейност.</a:t>
            </a:r>
            <a:endParaRPr lang="bg-BG" sz="2400" dirty="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4D4C4E2B-D9EA-2EE1-AF43-866F4E6E1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17" r="13222" b="-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117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A0345C9-3446-E4E9-D15D-17787BBE1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46" y="431432"/>
            <a:ext cx="11009690" cy="35644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Съществуват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 множество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класификации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 на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езиците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, но най-общо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могат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 да се разделят на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няколко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основни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 </a:t>
            </a:r>
            <a:r>
              <a:rPr lang="ru-RU" sz="2400" b="0" i="0" dirty="0" err="1">
                <a:solidFill>
                  <a:srgbClr val="1D252D"/>
                </a:solidFill>
                <a:effectLst/>
                <a:latin typeface="Roboto Slab" pitchFamily="2" charset="0"/>
              </a:rPr>
              <a:t>типове</a:t>
            </a:r>
            <a:r>
              <a:rPr lang="ru-RU" sz="2400" b="0" i="0" dirty="0">
                <a:solidFill>
                  <a:srgbClr val="1D252D"/>
                </a:solidFill>
                <a:effectLst/>
                <a:latin typeface="Roboto Slab" pitchFamily="2" charset="0"/>
              </a:rPr>
              <a:t>:</a:t>
            </a:r>
            <a:endParaRPr lang="bg-BG" sz="24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03F47DE-E3CB-2908-65AF-A9AF8AECA8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07" t="48025" r="36207" b="29962"/>
          <a:stretch/>
        </p:blipFill>
        <p:spPr>
          <a:xfrm>
            <a:off x="1079051" y="1948954"/>
            <a:ext cx="10180479" cy="2960092"/>
          </a:xfrm>
          <a:prstGeom prst="rect">
            <a:avLst/>
          </a:prstGeom>
        </p:spPr>
      </p:pic>
      <p:cxnSp>
        <p:nvCxnSpPr>
          <p:cNvPr id="20" name="Съединител: с чупка 19">
            <a:extLst>
              <a:ext uri="{FF2B5EF4-FFF2-40B4-BE49-F238E27FC236}">
                <a16:creationId xmlns:a16="http://schemas.microsoft.com/office/drawing/2014/main" id="{C23F8861-D77C-2734-8FBE-419A56FA39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11249" y="2873805"/>
            <a:ext cx="12700" cy="3897987"/>
          </a:xfrm>
          <a:prstGeom prst="bentConnector4">
            <a:avLst>
              <a:gd name="adj1" fmla="val 2533984"/>
              <a:gd name="adj2" fmla="val 100182"/>
            </a:avLst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Текстово поле 28">
            <a:extLst>
              <a:ext uri="{FF2B5EF4-FFF2-40B4-BE49-F238E27FC236}">
                <a16:creationId xmlns:a16="http://schemas.microsoft.com/office/drawing/2014/main" id="{1824CBED-C47F-86F6-752F-27F2A46C0A63}"/>
              </a:ext>
            </a:extLst>
          </p:cNvPr>
          <p:cNvSpPr txBox="1"/>
          <p:nvPr/>
        </p:nvSpPr>
        <p:spPr>
          <a:xfrm>
            <a:off x="6322469" y="5122746"/>
            <a:ext cx="4314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всяка команда на асемблерния език може да се замени с код от машинния език</a:t>
            </a:r>
          </a:p>
        </p:txBody>
      </p:sp>
      <p:sp>
        <p:nvSpPr>
          <p:cNvPr id="30" name="Текстово поле 29">
            <a:extLst>
              <a:ext uri="{FF2B5EF4-FFF2-40B4-BE49-F238E27FC236}">
                <a16:creationId xmlns:a16="http://schemas.microsoft.com/office/drawing/2014/main" id="{E42706D0-D072-C90F-AFD2-676B500D9522}"/>
              </a:ext>
            </a:extLst>
          </p:cNvPr>
          <p:cNvSpPr txBox="1"/>
          <p:nvPr/>
        </p:nvSpPr>
        <p:spPr>
          <a:xfrm>
            <a:off x="1260627" y="5200098"/>
            <a:ext cx="30450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Java, Python, JavaScript, C++, C#, PHP</a:t>
            </a:r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Scratch</a:t>
            </a:r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bg-BG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др.</a:t>
            </a:r>
          </a:p>
        </p:txBody>
      </p:sp>
      <p:sp>
        <p:nvSpPr>
          <p:cNvPr id="31" name="Лява фигурна скоба 30">
            <a:extLst>
              <a:ext uri="{FF2B5EF4-FFF2-40B4-BE49-F238E27FC236}">
                <a16:creationId xmlns:a16="http://schemas.microsoft.com/office/drawing/2014/main" id="{6606C7A6-49B5-62DE-2DB3-65DF53153938}"/>
              </a:ext>
            </a:extLst>
          </p:cNvPr>
          <p:cNvSpPr/>
          <p:nvPr/>
        </p:nvSpPr>
        <p:spPr>
          <a:xfrm rot="16200000">
            <a:off x="2594705" y="3448178"/>
            <a:ext cx="376887" cy="3126953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357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03F47DE-E3CB-2908-65AF-A9AF8AECA8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07" t="48025" r="65124" b="30745"/>
          <a:stretch/>
        </p:blipFill>
        <p:spPr>
          <a:xfrm>
            <a:off x="708834" y="999043"/>
            <a:ext cx="3886351" cy="4401205"/>
          </a:xfrm>
          <a:prstGeom prst="rect">
            <a:avLst/>
          </a:prstGeom>
        </p:spPr>
      </p:pic>
      <p:sp>
        <p:nvSpPr>
          <p:cNvPr id="30" name="Текстово поле 29">
            <a:extLst>
              <a:ext uri="{FF2B5EF4-FFF2-40B4-BE49-F238E27FC236}">
                <a16:creationId xmlns:a16="http://schemas.microsoft.com/office/drawing/2014/main" id="{E42706D0-D072-C90F-AFD2-676B500D9522}"/>
              </a:ext>
            </a:extLst>
          </p:cNvPr>
          <p:cNvSpPr txBox="1"/>
          <p:nvPr/>
        </p:nvSpPr>
        <p:spPr>
          <a:xfrm>
            <a:off x="5074593" y="861744"/>
            <a:ext cx="58360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  <a:r>
              <a:rPr lang="bg-BG" sz="2800" dirty="0"/>
              <a:t> – използва се в мобилните устройства;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bg-BG" sz="2800" dirty="0"/>
              <a:t> – интуитивен език и се използва при разработка на изкуствен интелект;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r>
              <a:rPr lang="bg-BG" sz="2800" dirty="0"/>
              <a:t> – за разработка на интернет страници, заедно с езика</a:t>
            </a:r>
            <a:r>
              <a:rPr lang="en-US" sz="2800" dirty="0"/>
              <a:t> </a:t>
            </a:r>
            <a:r>
              <a:rPr lang="bg-BG" sz="2800" dirty="0"/>
              <a:t>за програмиране </a:t>
            </a:r>
            <a:r>
              <a:rPr lang="en-US" sz="2800" dirty="0"/>
              <a:t>HTML; </a:t>
            </a:r>
            <a:endParaRPr lang="bg-BG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bg-BG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dirty="0"/>
              <a:t>- за направа на игри, но е труден за писане;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Scratch </a:t>
            </a:r>
            <a:r>
              <a:rPr lang="bg-BG" sz="2800" dirty="0"/>
              <a:t>- блоков език за не толкова сложни програми.</a:t>
            </a:r>
            <a:endParaRPr lang="bg-BG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12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0AE062B-6888-E386-19FA-7E6B107DD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500" y="500821"/>
            <a:ext cx="10325000" cy="35644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2800" dirty="0"/>
              <a:t>Една и съща програма, написана на различни езици за програмиране.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853B18F-3FAE-AE5C-2BAC-499C37704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52" t="22682" r="16380" b="19081"/>
          <a:stretch/>
        </p:blipFill>
        <p:spPr>
          <a:xfrm>
            <a:off x="1134454" y="1707687"/>
            <a:ext cx="9421096" cy="48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279CA66-300C-4FEC-A240-B35DBC290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D64010D-982A-4BC5-92B2-BA2F3DF0A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E92C7A3-2BC7-40DB-8496-0EDFCF509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8FD8D05-4FF4-444E-8183-676C2C1F7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FEA98D4-7C33-4473-99C2-7C8C54FA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BC0A07B-CBE5-4893-9662-608378CED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5C23C82-961F-4E29-8C4C-44CA197A2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A3426D0-49A5-49ED-AB52-A27BAF8C8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9C34D38-C698-49A1-A628-DFEA6972C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9321292-AD15-429A-B60E-5228C0B5C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0C671D0-73DE-4F27-A73A-7B02DB40C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99F50E1-94C0-4CD5-950B-6AF363C59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372A368A-7067-4F3D-B29E-7874B542C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AEA78DC-026C-415A-BA89-A71DB6C37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C9DCD0E-40D9-4DF0-92CE-E8E84F825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BB83AD0-038F-40FC-8121-2222E25E4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21EE1C9-7F05-446E-879B-BF5F76EF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F504365-EEE5-4E2A-A939-723AB2D19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A133E3D-EF45-4656-91E1-DEA1E2281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C62060A-0C17-422E-947A-73925CB50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BAF1200-579B-48C8-87E5-DCE94DBDB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3430D59-383A-4414-8281-612BDF58B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72CD72A-E48C-410D-AEF9-26E644078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83BF9F6E-3878-4835-9359-24AD3F3B8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46619FB-7C8E-4B57-AE1F-F10DAB8EC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E41D847B-E304-4A5B-AD27-BEC4AFBD4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59D75BB-F527-4FC5-A85A-D6A90B9EF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0AF5022-6A2C-4216-B411-526EAFD05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E07C600A-E63F-467A-8015-0543F37C9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21D8C94-01E4-45DB-8FDC-C2B345CEE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3EB761D-5858-4F3E-90F0-E972EB78F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A5A1FC7-9A11-42A4-8A8D-5D588D3AE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Заглавие 5">
            <a:extLst>
              <a:ext uri="{FF2B5EF4-FFF2-40B4-BE49-F238E27FC236}">
                <a16:creationId xmlns:a16="http://schemas.microsoft.com/office/drawing/2014/main" id="{3FEC475A-B9B5-B51C-CF3A-1A99A961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92" y="4930532"/>
            <a:ext cx="5408026" cy="14827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sz="4000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Среда</a:t>
            </a: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</a:t>
            </a: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програмиране</a:t>
            </a:r>
            <a:endParaRPr lang="en-US" sz="4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CBEAB787-7610-18C5-2F3F-F460A014A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3" t="9021" r="1943" b="5313"/>
          <a:stretch/>
        </p:blipFill>
        <p:spPr>
          <a:xfrm>
            <a:off x="184172" y="291137"/>
            <a:ext cx="5928441" cy="4594790"/>
          </a:xfrm>
          <a:custGeom>
            <a:avLst/>
            <a:gdLst/>
            <a:ahLst/>
            <a:cxnLst/>
            <a:rect l="l" t="t" r="r" b="b"/>
            <a:pathLst>
              <a:path w="6098270" h="3364737">
                <a:moveTo>
                  <a:pt x="0" y="0"/>
                </a:moveTo>
                <a:lnTo>
                  <a:pt x="6098270" y="0"/>
                </a:lnTo>
                <a:lnTo>
                  <a:pt x="6098270" y="2797313"/>
                </a:lnTo>
                <a:lnTo>
                  <a:pt x="5553658" y="2801010"/>
                </a:lnTo>
                <a:cubicBezTo>
                  <a:pt x="2869842" y="2838087"/>
                  <a:pt x="1441449" y="3141616"/>
                  <a:pt x="13056" y="3362844"/>
                </a:cubicBezTo>
                <a:lnTo>
                  <a:pt x="0" y="3364737"/>
                </a:lnTo>
                <a:close/>
              </a:path>
            </a:pathLst>
          </a:cu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14EFDB11-1745-0DC0-0665-C52A53A267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29" t="8326" r="1753"/>
          <a:stretch/>
        </p:blipFill>
        <p:spPr>
          <a:xfrm>
            <a:off x="6021695" y="297186"/>
            <a:ext cx="5979920" cy="4098163"/>
          </a:xfrm>
          <a:custGeom>
            <a:avLst/>
            <a:gdLst/>
            <a:ahLst/>
            <a:cxnLst/>
            <a:rect l="l" t="t" r="r" b="b"/>
            <a:pathLst>
              <a:path w="6089008" h="3596861">
                <a:moveTo>
                  <a:pt x="0" y="0"/>
                </a:moveTo>
                <a:lnTo>
                  <a:pt x="6089008" y="0"/>
                </a:lnTo>
                <a:lnTo>
                  <a:pt x="6089008" y="3363637"/>
                </a:lnTo>
                <a:lnTo>
                  <a:pt x="5520143" y="3446119"/>
                </a:lnTo>
                <a:cubicBezTo>
                  <a:pt x="4166146" y="3626327"/>
                  <a:pt x="2666333" y="3694334"/>
                  <a:pt x="0" y="3366590"/>
                </a:cubicBezTo>
                <a:close/>
              </a:path>
            </a:pathLst>
          </a:custGeom>
        </p:spPr>
      </p:pic>
      <p:sp>
        <p:nvSpPr>
          <p:cNvPr id="170" name="Right Triangle 169">
            <a:extLst>
              <a:ext uri="{FF2B5EF4-FFF2-40B4-BE49-F238E27FC236}">
                <a16:creationId xmlns:a16="http://schemas.microsoft.com/office/drawing/2014/main" id="{E3EB5C22-1C26-454C-BCAD-CC1908B77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425224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23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Контейнер за съдържание 7">
            <a:extLst>
              <a:ext uri="{FF2B5EF4-FFF2-40B4-BE49-F238E27FC236}">
                <a16:creationId xmlns:a16="http://schemas.microsoft.com/office/drawing/2014/main" id="{CB4E0C5A-D295-C842-6F0E-66F6BAF5C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369" y="671130"/>
            <a:ext cx="10805503" cy="3564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/>
              <a:t>За да напишем и изпълним програма на компютъра са ни необходими следните неща: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/>
              <a:t>За писане на текста – </a:t>
            </a:r>
            <a:r>
              <a:rPr lang="bg-BG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редактор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r>
              <a:rPr lang="bg-BG" sz="24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/>
              <a:t>За изпълнение на програмата тя трябва да се компилира или интерпретира – </a:t>
            </a:r>
            <a:r>
              <a:rPr lang="bg-BG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компилатор</a:t>
            </a:r>
            <a:r>
              <a:rPr lang="bg-BG" sz="2400" dirty="0">
                <a:solidFill>
                  <a:schemeClr val="tx1"/>
                </a:solidFill>
              </a:rPr>
              <a:t>/</a:t>
            </a:r>
            <a:r>
              <a:rPr lang="bg-BG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интерпретатор</a:t>
            </a:r>
            <a:r>
              <a:rPr lang="bg-BG" sz="2400" dirty="0">
                <a:solidFill>
                  <a:schemeClr val="tx1"/>
                </a:solidFill>
              </a:rPr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>
                <a:solidFill>
                  <a:schemeClr val="tx1"/>
                </a:solidFill>
              </a:rPr>
              <a:t>За проследяване на грешки и неточности в кода на програмата и тяхното отстраняване -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debugger</a:t>
            </a:r>
            <a:endParaRPr lang="bg-BG" sz="24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1C5C8771-A514-5D27-F9E5-8406F3F617EE}"/>
              </a:ext>
            </a:extLst>
          </p:cNvPr>
          <p:cNvSpPr txBox="1"/>
          <p:nvPr/>
        </p:nvSpPr>
        <p:spPr>
          <a:xfrm>
            <a:off x="1547571" y="4782002"/>
            <a:ext cx="8857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/>
              <a:t>Софтуерът, който осигурява всички тези неща, се нарича </a:t>
            </a:r>
            <a:r>
              <a:rPr lang="bg-BG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среда за програмиране</a:t>
            </a:r>
            <a:r>
              <a:rPr lang="bg-BG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11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F7D9096C-9316-E646-E868-2D93398A93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45" t="10585" r="7069" b="8659"/>
          <a:stretch/>
        </p:blipFill>
        <p:spPr>
          <a:xfrm>
            <a:off x="383713" y="486253"/>
            <a:ext cx="11274862" cy="604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3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B55322F-5C54-B0EC-73AD-78F9F510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49835"/>
            <a:ext cx="10325000" cy="703598"/>
          </a:xfrm>
        </p:spPr>
        <p:txBody>
          <a:bodyPr/>
          <a:lstStyle/>
          <a:p>
            <a:r>
              <a:rPr lang="bg-BG" sz="3200" b="1" dirty="0"/>
              <a:t>Среда за програмиране 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</a:t>
            </a:r>
            <a:endParaRPr lang="bg-BG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87089F36-2BDA-37AE-2E50-ABA05F7055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05" t="15632" r="20111" b="3755"/>
          <a:stretch/>
        </p:blipFill>
        <p:spPr>
          <a:xfrm>
            <a:off x="1178485" y="1198179"/>
            <a:ext cx="9051122" cy="4758738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31007440-36AF-F288-CA4A-7174D5940F35}"/>
              </a:ext>
            </a:extLst>
          </p:cNvPr>
          <p:cNvSpPr/>
          <p:nvPr/>
        </p:nvSpPr>
        <p:spPr>
          <a:xfrm>
            <a:off x="5007006" y="1677572"/>
            <a:ext cx="1168893" cy="577355"/>
          </a:xfrm>
          <a:prstGeom prst="ellipse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6" name="Съединител &quot;права стрелка&quot; 15">
            <a:extLst>
              <a:ext uri="{FF2B5EF4-FFF2-40B4-BE49-F238E27FC236}">
                <a16:creationId xmlns:a16="http://schemas.microsoft.com/office/drawing/2014/main" id="{4EE40A2E-0096-8123-031F-4AC68EC5EF67}"/>
              </a:ext>
            </a:extLst>
          </p:cNvPr>
          <p:cNvCxnSpPr>
            <a:cxnSpLocks/>
          </p:cNvCxnSpPr>
          <p:nvPr/>
        </p:nvCxnSpPr>
        <p:spPr>
          <a:xfrm>
            <a:off x="4589755" y="1331650"/>
            <a:ext cx="726643" cy="5164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15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9CF3400-712B-4A54-AA97-63691A1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86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BCC43BE-B496-4A5B-AAD7-F0F69BA21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97DD0A7-99B5-40E1-ABCA-BE535E775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CAF3513-E2DC-42F1-8F00-949F16CE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9685A4E-43E1-4ED0-93B0-8D4402783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DC413A5-A523-40CC-96D3-ED63C394D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D25610-0173-44F0-AFFE-7427F1F29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7925567-A2D3-4F52-B7E9-56C436EE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167520C-8F3F-4CAE-A7ED-30476E6E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43F498-AF93-41DF-89CA-D19BCE8F6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21741E-506D-459F-AA12-6CE9F15CD9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030791B-E6A0-471E-8709-0D8F9D238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D3F242F-79B7-4749-976F-A27C7D31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BE4F727-1ED6-4E04-B586-E058744B6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994E2EC-2763-4131-9BD3-92C2AE172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3677D4-BFB6-47AF-8722-0A8D71E7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6A10715-F501-41F3-B1B7-E097A5263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2495331-9452-449E-8AB8-F0355F3C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88DD0C0-9E46-4E4E-ABC4-F908B3E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2E254AC-141E-46F7-86E8-0E7412785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20FC2D-6D9D-4AF1-9728-A9FB3CEE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F7E34D7-D4B0-403A-9AD2-714897B8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C8BCEBA-2A4E-4177-A332-1DC5E76EF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B7B350A-903A-412A-8F4B-F0BCA602E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F2E75DC-BD54-41F1-9947-AFAED44FA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DE1290C-F8A4-48B6-BBD6-1D93D25B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AFE6EDC-0C88-4664-A186-CA6B82E4C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B281018-B505-45E1-B063-EA8474C8C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9104272-C096-4761-B915-A9D4B3881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CA26F8B-B3D2-4B34-8966-03EA36D13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9C68CA5-A882-4E90-AEA3-134C7A53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118A2B1-DA3F-4896-BF6A-9958C5BCB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Заглавие 1">
            <a:extLst>
              <a:ext uri="{FF2B5EF4-FFF2-40B4-BE49-F238E27FC236}">
                <a16:creationId xmlns:a16="http://schemas.microsoft.com/office/drawing/2014/main" id="{F8B4087B-F0B0-6C0F-57FD-30220A7F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87" y="5546332"/>
            <a:ext cx="10307041" cy="1087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 err="1"/>
              <a:t>Среда</a:t>
            </a:r>
            <a:r>
              <a:rPr lang="en-US" sz="3600" b="1" dirty="0"/>
              <a:t> </a:t>
            </a:r>
            <a:r>
              <a:rPr lang="en-US" sz="3600" b="1" dirty="0" err="1"/>
              <a:t>за</a:t>
            </a:r>
            <a:r>
              <a:rPr lang="en-US" sz="3600" b="1" dirty="0"/>
              <a:t> </a:t>
            </a:r>
            <a:r>
              <a:rPr lang="en-US" sz="3600" b="1" dirty="0" err="1"/>
              <a:t>програмиране</a:t>
            </a:r>
            <a:r>
              <a:rPr lang="en-US" sz="3600" b="1" dirty="0"/>
              <a:t>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Thonny</a:t>
            </a:r>
            <a:endParaRPr lang="en-US" sz="36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3E8C3BB2-CCBD-3CE8-819D-25E198A585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47" r="2619" b="7307"/>
          <a:stretch/>
        </p:blipFill>
        <p:spPr>
          <a:xfrm>
            <a:off x="169702" y="188817"/>
            <a:ext cx="5938683" cy="5354411"/>
          </a:xfrm>
          <a:custGeom>
            <a:avLst/>
            <a:gdLst/>
            <a:ahLst/>
            <a:cxnLst/>
            <a:rect l="l" t="t" r="r" b="b"/>
            <a:pathLst>
              <a:path w="6098270" h="3364737">
                <a:moveTo>
                  <a:pt x="0" y="0"/>
                </a:moveTo>
                <a:lnTo>
                  <a:pt x="6098270" y="0"/>
                </a:lnTo>
                <a:lnTo>
                  <a:pt x="6098270" y="2797313"/>
                </a:lnTo>
                <a:lnTo>
                  <a:pt x="5553658" y="2801010"/>
                </a:lnTo>
                <a:cubicBezTo>
                  <a:pt x="2869842" y="2838087"/>
                  <a:pt x="1441449" y="3141616"/>
                  <a:pt x="13056" y="3362844"/>
                </a:cubicBezTo>
                <a:lnTo>
                  <a:pt x="0" y="3364737"/>
                </a:lnTo>
                <a:close/>
              </a:path>
            </a:pathLst>
          </a:cu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8AE40DDB-0E9D-5DD1-FB42-0691C6C88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4" t="1880" r="15230"/>
          <a:stretch/>
        </p:blipFill>
        <p:spPr>
          <a:xfrm>
            <a:off x="4748380" y="171715"/>
            <a:ext cx="7256292" cy="4768082"/>
          </a:xfrm>
          <a:custGeom>
            <a:avLst/>
            <a:gdLst/>
            <a:ahLst/>
            <a:cxnLst/>
            <a:rect l="l" t="t" r="r" b="b"/>
            <a:pathLst>
              <a:path w="6089008" h="3596861">
                <a:moveTo>
                  <a:pt x="0" y="0"/>
                </a:moveTo>
                <a:lnTo>
                  <a:pt x="6089008" y="0"/>
                </a:lnTo>
                <a:lnTo>
                  <a:pt x="6089008" y="3363637"/>
                </a:lnTo>
                <a:lnTo>
                  <a:pt x="5520143" y="3446119"/>
                </a:lnTo>
                <a:cubicBezTo>
                  <a:pt x="4166146" y="3626327"/>
                  <a:pt x="2666333" y="3694334"/>
                  <a:pt x="0" y="3366590"/>
                </a:cubicBezTo>
                <a:close/>
              </a:path>
            </a:pathLst>
          </a:custGeom>
        </p:spPr>
      </p:pic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D507CED1-3C18-429E-A877-80F9779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42288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194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71C3AC0-DEC5-78E8-ECEB-8D9DB0AE7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13" y="1487875"/>
            <a:ext cx="10325000" cy="356443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bg-BG" sz="3200" dirty="0"/>
              <a:t>В тези среди за програмиране няма възможност за работа с графични обекти, не могат да се чертаят линии, да се вмъкват и използват </a:t>
            </a:r>
            <a:r>
              <a:rPr lang="bg-BG" sz="3200" dirty="0" err="1"/>
              <a:t>спрайтове</a:t>
            </a:r>
            <a:r>
              <a:rPr lang="bg-BG" sz="3200" dirty="0"/>
              <a:t> (герои) и др.</a:t>
            </a:r>
          </a:p>
          <a:p>
            <a:pPr marL="0" indent="0" algn="ctr">
              <a:buNone/>
            </a:pPr>
            <a:r>
              <a:rPr lang="bg-BG" sz="3200" dirty="0"/>
              <a:t>За да се работи с графика или да се използват допълнителни команди, са нужни разширения, наречени </a:t>
            </a:r>
            <a:r>
              <a:rPr lang="bg-BG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БИБЛИОТЕКИ.</a:t>
            </a:r>
          </a:p>
        </p:txBody>
      </p:sp>
    </p:spTree>
    <p:extLst>
      <p:ext uri="{BB962C8B-B14F-4D97-AF65-F5344CB8AC3E}">
        <p14:creationId xmlns:p14="http://schemas.microsoft.com/office/powerpoint/2010/main" val="164877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C86F2599-154A-323E-DA2D-80C0379E8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244" t="12049" r="4154" b="1"/>
          <a:stretch/>
        </p:blipFill>
        <p:spPr>
          <a:xfrm>
            <a:off x="5339255" y="451944"/>
            <a:ext cx="6674069" cy="3298789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997E8FA4-CD77-E676-4CEC-BDEAE0A642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987" b="23093"/>
          <a:stretch/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1C1AD61-C0DF-2CA8-1231-5270029595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58" r="19201"/>
          <a:stretch/>
        </p:blipFill>
        <p:spPr>
          <a:xfrm>
            <a:off x="20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D666849A-90F9-C231-54C8-C1F3B646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6" y="809128"/>
            <a:ext cx="5751607" cy="703598"/>
          </a:xfrm>
        </p:spPr>
        <p:txBody>
          <a:bodyPr/>
          <a:lstStyle/>
          <a:p>
            <a:r>
              <a:rPr lang="bg-BG" sz="3200" b="1" dirty="0"/>
              <a:t>Среда за програмиране 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Kodu</a:t>
            </a:r>
            <a:endParaRPr lang="bg-BG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038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49EA37C-6637-BDAE-B9A0-539952915E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57" t="11217" r="7887" b="9659"/>
          <a:stretch/>
        </p:blipFill>
        <p:spPr>
          <a:xfrm>
            <a:off x="402728" y="545059"/>
            <a:ext cx="11102732" cy="60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4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8B70FBE5-2088-D934-90BD-48621C04D5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145" y="0"/>
            <a:ext cx="5324475" cy="4134919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02537E6-1D43-2F8F-522F-E5484EA9BF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8" t="10584" r="1897" b="3755"/>
          <a:stretch/>
        </p:blipFill>
        <p:spPr>
          <a:xfrm>
            <a:off x="3151991" y="2551191"/>
            <a:ext cx="8615514" cy="4134919"/>
          </a:xfrm>
          <a:prstGeom prst="rect">
            <a:avLst/>
          </a:prstGeom>
        </p:spPr>
      </p:pic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05F661EB-BCF6-704A-A729-0A03875E5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16949"/>
            <a:ext cx="5891303" cy="10878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Среда</a:t>
            </a:r>
            <a:r>
              <a:rPr lang="en-US" sz="3600" b="1" dirty="0"/>
              <a:t> </a:t>
            </a:r>
            <a:r>
              <a:rPr lang="en-US" sz="3600" b="1" dirty="0" err="1"/>
              <a:t>за</a:t>
            </a:r>
            <a:r>
              <a:rPr lang="en-US" sz="3600" b="1" dirty="0"/>
              <a:t> </a:t>
            </a:r>
            <a:r>
              <a:rPr lang="en-US" sz="3600" b="1" dirty="0" err="1"/>
              <a:t>програмиране</a:t>
            </a:r>
            <a:r>
              <a:rPr lang="en-US" sz="3600" b="1" dirty="0"/>
              <a:t> </a:t>
            </a:r>
            <a:br>
              <a:rPr lang="en-US" sz="3600" b="1" dirty="0"/>
            </a:b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mBlock</a:t>
            </a:r>
            <a:endParaRPr lang="en-US" sz="36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2682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533A4EA-C6F9-9D0B-3D42-442F0929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143A752-AB50-EA55-681C-39710D64D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8777596-2963-CCA2-901B-0D5968C970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43" r="1293" b="5747"/>
          <a:stretch/>
        </p:blipFill>
        <p:spPr>
          <a:xfrm>
            <a:off x="0" y="620110"/>
            <a:ext cx="12034345" cy="584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7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Right Triangle 119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DA92228-6CF2-4813-A749-DD44343AC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42F7D8C-DFF7-4527-A67C-52E9448A3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085ED8C-1E68-4A9F-9185-746B5FAD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8463B19-90A5-421D-8F0E-E1AF87715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039737C-A085-4F82-B67C-F39B984D8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D594886-1F65-4A38-8BE6-E11914389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84C2A01-FD00-49B2-A6CF-0107EEE7D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558719F-4BDC-404B-9DE9-8FFB3C5B0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0CDFA1C-0BF4-48F8-8746-8D16B187D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BBBAD5D-EF92-4711-85A0-DA49F7EF3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E9CD15-0ABD-4362-B61C-5747F62C0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79FB752-36D5-4892-9599-DB40B2AAF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56D7D47-69C4-47C1-88B3-BA9DAE480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9AB9E32-6828-4552-9AAB-BFAC61B59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C94637C-FD70-4B09-ADFD-458FB2C26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848B7F-FCAE-4421-897B-9B2C54C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FEFB877-5EA6-4353-9C57-94E63714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A0BC6ED-CA58-49F2-BC62-A116192D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994DC2A-8A4C-4B7C-9395-05A20D3F8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0FBE187-A7A0-4E99-BCD0-1CB99FB63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5875DF1-803D-4271-A198-3CE1C10FD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EDA470B-B3E9-4288-8D4C-BF94AF419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4440C7C-F6DA-4689-99DD-572827F60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80C8F19-A0CA-49F5-9BA2-D3AC65A8E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CA1E5F78-222F-4971-B6AD-1BD8CF0AE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324F494B-C1B2-4DED-AA80-1ECBE3330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C31A77B-9092-418C-AE8E-BC849BE9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CB40006-F5E8-4442-94AA-CCCA6B264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754E2C2-E693-473B-9A5F-9DECDA98F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92425C8-698F-4115-8698-4FC2902A8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8197B15-477A-4EDD-8B2F-5E1AF98E4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C176450B-7E31-4902-9268-0FA55AA22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Right Triangle 156">
            <a:extLst>
              <a:ext uri="{FF2B5EF4-FFF2-40B4-BE49-F238E27FC236}">
                <a16:creationId xmlns:a16="http://schemas.microsoft.com/office/drawing/2014/main" id="{9A6704D6-67A6-4D3A-8CF0-11B37803D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905448" y="9875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9C057260-8170-9EC8-82D7-A82DE64DC2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3" r="6619" b="10599"/>
          <a:stretch/>
        </p:blipFill>
        <p:spPr>
          <a:xfrm>
            <a:off x="30041" y="42610"/>
            <a:ext cx="8372929" cy="4247123"/>
          </a:xfrm>
          <a:custGeom>
            <a:avLst/>
            <a:gdLst/>
            <a:ahLst/>
            <a:cxnLst/>
            <a:rect l="l" t="t" r="r" b="b"/>
            <a:pathLst>
              <a:path w="5932752" h="3427250">
                <a:moveTo>
                  <a:pt x="0" y="0"/>
                </a:moveTo>
                <a:lnTo>
                  <a:pt x="5615779" y="0"/>
                </a:lnTo>
                <a:lnTo>
                  <a:pt x="5695822" y="275137"/>
                </a:lnTo>
                <a:cubicBezTo>
                  <a:pt x="6060670" y="1612190"/>
                  <a:pt x="5954458" y="2401982"/>
                  <a:pt x="5710666" y="3123366"/>
                </a:cubicBezTo>
                <a:lnTo>
                  <a:pt x="5599642" y="3427250"/>
                </a:lnTo>
                <a:lnTo>
                  <a:pt x="0" y="3427250"/>
                </a:lnTo>
                <a:close/>
              </a:path>
            </a:pathLst>
          </a:cu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17F293-3F6E-CE09-32BE-1D38C43C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66" y="4506377"/>
            <a:ext cx="4146511" cy="184823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/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sz="4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Среда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програмиране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4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2EDBE1E8-3A94-9F9D-215E-ECE6A26130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93" t="26625" r="5261" b="23435"/>
          <a:stretch/>
        </p:blipFill>
        <p:spPr>
          <a:xfrm>
            <a:off x="4783463" y="1728976"/>
            <a:ext cx="6949271" cy="4732268"/>
          </a:xfrm>
          <a:custGeom>
            <a:avLst/>
            <a:gdLst/>
            <a:ahLst/>
            <a:cxnLst/>
            <a:rect l="l" t="t" r="r" b="b"/>
            <a:pathLst>
              <a:path w="5594459" h="3427815">
                <a:moveTo>
                  <a:pt x="0" y="0"/>
                </a:moveTo>
                <a:lnTo>
                  <a:pt x="5594459" y="0"/>
                </a:lnTo>
                <a:lnTo>
                  <a:pt x="5592520" y="5308"/>
                </a:lnTo>
                <a:cubicBezTo>
                  <a:pt x="5276755" y="818579"/>
                  <a:pt x="4843516" y="1631850"/>
                  <a:pt x="4790594" y="3159910"/>
                </a:cubicBezTo>
                <a:lnTo>
                  <a:pt x="4786036" y="3427815"/>
                </a:lnTo>
                <a:lnTo>
                  <a:pt x="0" y="342781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6423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CF3400-712B-4A54-AA97-63691A1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BCC43BE-B496-4A5B-AAD7-F0F69BA21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97DD0A7-99B5-40E1-ABCA-BE535E775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CAF3513-E2DC-42F1-8F00-949F16CE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9685A4E-43E1-4ED0-93B0-8D4402783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DC413A5-A523-40CC-96D3-ED63C394D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3D25610-0173-44F0-AFFE-7427F1F29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925567-A2D3-4F52-B7E9-56C436EE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167520C-8F3F-4CAE-A7ED-30476E6E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F43F498-AF93-41DF-89CA-D19BCE8F6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C21741E-506D-459F-AA12-6CE9F15CD9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030791B-E6A0-471E-8709-0D8F9D238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D3F242F-79B7-4749-976F-A27C7D31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BE4F727-1ED6-4E04-B586-E058744B6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994E2EC-2763-4131-9BD3-92C2AE172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73677D4-BFB6-47AF-8722-0A8D71E7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6A10715-F501-41F3-B1B7-E097A5263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2495331-9452-449E-8AB8-F0355F3C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88DD0C0-9E46-4E4E-ABC4-F908B3E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2E254AC-141E-46F7-86E8-0E7412785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A20FC2D-6D9D-4AF1-9728-A9FB3CEE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F7E34D7-D4B0-403A-9AD2-714897B8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C8BCEBA-2A4E-4177-A332-1DC5E76EF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B7B350A-903A-412A-8F4B-F0BCA602E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F2E75DC-BD54-41F1-9947-AFAED44FA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DE1290C-F8A4-48B6-BBD6-1D93D25B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AFE6EDC-0C88-4664-A186-CA6B82E4C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B281018-B505-45E1-B063-EA8474C8C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9104272-C096-4761-B915-A9D4B3881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CA26F8B-B3D2-4B34-8966-03EA36D13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9C68CA5-A882-4E90-AEA3-134C7A53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118A2B1-DA3F-4896-BF6A-9958C5BCB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Заглавие 1">
            <a:extLst>
              <a:ext uri="{FF2B5EF4-FFF2-40B4-BE49-F238E27FC236}">
                <a16:creationId xmlns:a16="http://schemas.microsoft.com/office/drawing/2014/main" id="{874E3BAF-C9A5-8A80-72FA-E659982CF5EB}"/>
              </a:ext>
            </a:extLst>
          </p:cNvPr>
          <p:cNvSpPr txBox="1">
            <a:spLocks/>
          </p:cNvSpPr>
          <p:nvPr/>
        </p:nvSpPr>
        <p:spPr>
          <a:xfrm>
            <a:off x="691078" y="722903"/>
            <a:ext cx="5411688" cy="21597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Среда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програмиране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D507CED1-3C18-429E-A877-80F9779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1" y="9585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13E1FD2D-FE53-F872-CEFC-A9B8B0A346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" t="6323" r="592" b="5998"/>
          <a:stretch/>
        </p:blipFill>
        <p:spPr>
          <a:xfrm>
            <a:off x="49441" y="2443031"/>
            <a:ext cx="6424931" cy="4252609"/>
          </a:xfrm>
          <a:custGeom>
            <a:avLst/>
            <a:gdLst/>
            <a:ahLst/>
            <a:cxnLst/>
            <a:rect l="l" t="t" r="r" b="b"/>
            <a:pathLst>
              <a:path w="6102239" h="3342113">
                <a:moveTo>
                  <a:pt x="6102239" y="0"/>
                </a:moveTo>
                <a:lnTo>
                  <a:pt x="6102239" y="3342113"/>
                </a:lnTo>
                <a:lnTo>
                  <a:pt x="0" y="3342113"/>
                </a:lnTo>
                <a:lnTo>
                  <a:pt x="0" y="690066"/>
                </a:lnTo>
                <a:cubicBezTo>
                  <a:pt x="3047238" y="690066"/>
                  <a:pt x="4570857" y="288707"/>
                  <a:pt x="6094476" y="1371"/>
                </a:cubicBezTo>
                <a:close/>
              </a:path>
            </a:pathLst>
          </a:custGeom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1EC6C6F3-DDAA-4CCC-A3CB-38221CA5D5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14" t="21283" r="17606" b="38888"/>
          <a:stretch/>
        </p:blipFill>
        <p:spPr>
          <a:xfrm>
            <a:off x="6481223" y="2320700"/>
            <a:ext cx="5512033" cy="4356226"/>
          </a:xfrm>
          <a:custGeom>
            <a:avLst/>
            <a:gdLst/>
            <a:ahLst/>
            <a:cxnLst/>
            <a:rect l="l" t="t" r="r" b="b"/>
            <a:pathLst>
              <a:path w="6089807" h="3629135">
                <a:moveTo>
                  <a:pt x="2837610" y="30"/>
                </a:moveTo>
                <a:cubicBezTo>
                  <a:pt x="3715104" y="1783"/>
                  <a:pt x="4756640" y="80851"/>
                  <a:pt x="6089807" y="280390"/>
                </a:cubicBezTo>
                <a:lnTo>
                  <a:pt x="6089807" y="3629135"/>
                </a:lnTo>
                <a:lnTo>
                  <a:pt x="0" y="3629135"/>
                </a:lnTo>
                <a:lnTo>
                  <a:pt x="0" y="284126"/>
                </a:lnTo>
                <a:lnTo>
                  <a:pt x="569664" y="183551"/>
                </a:lnTo>
                <a:cubicBezTo>
                  <a:pt x="1246663" y="73836"/>
                  <a:pt x="1960115" y="-1724"/>
                  <a:pt x="2837610" y="30"/>
                </a:cubicBezTo>
                <a:close/>
              </a:path>
            </a:pathLst>
          </a:custGeom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C381F63E-1741-A555-9A14-5A7F40B398CA}"/>
              </a:ext>
            </a:extLst>
          </p:cNvPr>
          <p:cNvSpPr txBox="1"/>
          <p:nvPr/>
        </p:nvSpPr>
        <p:spPr>
          <a:xfrm>
            <a:off x="6653048" y="840812"/>
            <a:ext cx="3871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0070C0"/>
                </a:solidFill>
              </a:rPr>
              <a:t>app.edublocks.org</a:t>
            </a:r>
            <a:endParaRPr lang="bg-BG" sz="3200" i="1" dirty="0">
              <a:solidFill>
                <a:srgbClr val="0070C0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6AF0AB8-A9F8-CECA-6DA6-AFE36832FC23}"/>
              </a:ext>
            </a:extLst>
          </p:cNvPr>
          <p:cNvSpPr/>
          <p:nvPr/>
        </p:nvSpPr>
        <p:spPr>
          <a:xfrm>
            <a:off x="401845" y="5486400"/>
            <a:ext cx="1272626" cy="1296570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2" name="Съединител &quot;права стрелка&quot; 11">
            <a:extLst>
              <a:ext uri="{FF2B5EF4-FFF2-40B4-BE49-F238E27FC236}">
                <a16:creationId xmlns:a16="http://schemas.microsoft.com/office/drawing/2014/main" id="{A0FADB0A-C56A-9A8A-4A1E-05FC60F1B0E6}"/>
              </a:ext>
            </a:extLst>
          </p:cNvPr>
          <p:cNvCxnSpPr/>
          <p:nvPr/>
        </p:nvCxnSpPr>
        <p:spPr>
          <a:xfrm>
            <a:off x="198741" y="5132675"/>
            <a:ext cx="595702" cy="7177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Правоъгълник: със заоблени ъгли 44">
            <a:extLst>
              <a:ext uri="{FF2B5EF4-FFF2-40B4-BE49-F238E27FC236}">
                <a16:creationId xmlns:a16="http://schemas.microsoft.com/office/drawing/2014/main" id="{5EE5EB01-B9D8-A646-15D8-86FCD59629D0}"/>
              </a:ext>
            </a:extLst>
          </p:cNvPr>
          <p:cNvSpPr/>
          <p:nvPr/>
        </p:nvSpPr>
        <p:spPr>
          <a:xfrm>
            <a:off x="6178858" y="840812"/>
            <a:ext cx="4346158" cy="709687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5281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C2DBBFCB-C0FC-50E1-65AD-07842E4587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7" r="1897" b="7279"/>
          <a:stretch/>
        </p:blipFill>
        <p:spPr>
          <a:xfrm>
            <a:off x="443882" y="564318"/>
            <a:ext cx="11345416" cy="5891346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4252660A-36AE-2AE7-F2FE-71BBFD9EE1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19" r="2063" b="9902"/>
          <a:stretch/>
        </p:blipFill>
        <p:spPr>
          <a:xfrm>
            <a:off x="3027284" y="1818357"/>
            <a:ext cx="8913181" cy="436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7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3B213A"/>
      </a:dk2>
      <a:lt2>
        <a:srgbClr val="E3E2E8"/>
      </a:lt2>
      <a:accent1>
        <a:srgbClr val="93A94E"/>
      </a:accent1>
      <a:accent2>
        <a:srgbClr val="B6A03C"/>
      </a:accent2>
      <a:accent3>
        <a:srgbClr val="EA8946"/>
      </a:accent3>
      <a:accent4>
        <a:srgbClr val="EB4E4F"/>
      </a:accent4>
      <a:accent5>
        <a:srgbClr val="EE6EA5"/>
      </a:accent5>
      <a:accent6>
        <a:srgbClr val="EB4ED2"/>
      </a:accent6>
      <a:hlink>
        <a:srgbClr val="7A69AE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354</Words>
  <Application>Microsoft Office PowerPoint</Application>
  <PresentationFormat>Широк екран</PresentationFormat>
  <Paragraphs>31</Paragraphs>
  <Slides>18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18</vt:i4>
      </vt:variant>
    </vt:vector>
  </HeadingPairs>
  <TitlesOfParts>
    <vt:vector size="24" baseType="lpstr">
      <vt:lpstr>Arial</vt:lpstr>
      <vt:lpstr>Grandview</vt:lpstr>
      <vt:lpstr>Roboto Slab</vt:lpstr>
      <vt:lpstr>Times New Roman</vt:lpstr>
      <vt:lpstr>Wingdings</vt:lpstr>
      <vt:lpstr>CosineVTI</vt:lpstr>
      <vt:lpstr>Преминаване от език за блоково програмиране към скриптов текстов език</vt:lpstr>
      <vt:lpstr>1. Език за програмиране</vt:lpstr>
      <vt:lpstr>Презентация на PowerPoint</vt:lpstr>
      <vt:lpstr>Презентация на PowerPoint</vt:lpstr>
      <vt:lpstr>Презентация на PowerPoint</vt:lpstr>
      <vt:lpstr>2. Среда за програмиране</vt:lpstr>
      <vt:lpstr>Презентация на PowerPoint</vt:lpstr>
      <vt:lpstr>Презентация на PowerPoint</vt:lpstr>
      <vt:lpstr>Среда за програмиране Mu</vt:lpstr>
      <vt:lpstr>Среда за програмиране Thonny</vt:lpstr>
      <vt:lpstr>Презентация на PowerPoint</vt:lpstr>
      <vt:lpstr>Среда за програмиране Kodu</vt:lpstr>
      <vt:lpstr>Презентация на PowerPoint</vt:lpstr>
      <vt:lpstr>3. Среда за програмиране  mBlock</vt:lpstr>
      <vt:lpstr>Презентация на PowerPoint</vt:lpstr>
      <vt:lpstr>4. Среда за програмиране  JavaScript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Преминаване от език за блоково програмиране към скриптов текстов език</dc:title>
  <dc:creator>Елена Маврова-Ненкова</dc:creator>
  <cp:lastModifiedBy>Elena Nenkova</cp:lastModifiedBy>
  <cp:revision>2</cp:revision>
  <dcterms:created xsi:type="dcterms:W3CDTF">2023-04-17T13:28:03Z</dcterms:created>
  <dcterms:modified xsi:type="dcterms:W3CDTF">2026-07-25T13:54:05Z</dcterms:modified>
</cp:coreProperties>
</file>