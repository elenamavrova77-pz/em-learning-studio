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62" r:id="rId6"/>
    <p:sldId id="264" r:id="rId7"/>
    <p:sldId id="265" r:id="rId8"/>
    <p:sldId id="263" r:id="rId9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B3F7-EB62-42E8-BC0C-DA3F03C44B53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21A8A-9817-4DDA-B46C-E198ABF453D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60796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B3F7-EB62-42E8-BC0C-DA3F03C44B53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21A8A-9817-4DDA-B46C-E198ABF453D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26411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B3F7-EB62-42E8-BC0C-DA3F03C44B53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21A8A-9817-4DDA-B46C-E198ABF453D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756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B3F7-EB62-42E8-BC0C-DA3F03C44B53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21A8A-9817-4DDA-B46C-E198ABF453D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60619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B3F7-EB62-42E8-BC0C-DA3F03C44B53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21A8A-9817-4DDA-B46C-E198ABF453D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8163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B3F7-EB62-42E8-BC0C-DA3F03C44B53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21A8A-9817-4DDA-B46C-E198ABF453D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9412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B3F7-EB62-42E8-BC0C-DA3F03C44B53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21A8A-9817-4DDA-B46C-E198ABF453D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07136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B3F7-EB62-42E8-BC0C-DA3F03C44B53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21A8A-9817-4DDA-B46C-E198ABF453D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8385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B3F7-EB62-42E8-BC0C-DA3F03C44B53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21A8A-9817-4DDA-B46C-E198ABF453D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61575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B3F7-EB62-42E8-BC0C-DA3F03C44B53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21A8A-9817-4DDA-B46C-E198ABF453D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5921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B3F7-EB62-42E8-BC0C-DA3F03C44B53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21A8A-9817-4DDA-B46C-E198ABF453D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5123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5B3F7-EB62-42E8-BC0C-DA3F03C44B53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21A8A-9817-4DDA-B46C-E198ABF453D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88089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08" y="0"/>
            <a:ext cx="915880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авоъгълник 5"/>
          <p:cNvSpPr/>
          <p:nvPr/>
        </p:nvSpPr>
        <p:spPr>
          <a:xfrm>
            <a:off x="672214" y="2808202"/>
            <a:ext cx="812927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bg-BG" sz="48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Компютърна презентация</a:t>
            </a:r>
          </a:p>
        </p:txBody>
      </p:sp>
      <p:sp>
        <p:nvSpPr>
          <p:cNvPr id="8" name="Текстово поле 7"/>
          <p:cNvSpPr txBox="1"/>
          <p:nvPr/>
        </p:nvSpPr>
        <p:spPr>
          <a:xfrm>
            <a:off x="2656384" y="4329970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УПРАЖНЕНИЕ</a:t>
            </a:r>
          </a:p>
        </p:txBody>
      </p:sp>
      <p:sp>
        <p:nvSpPr>
          <p:cNvPr id="9" name="Текстово поле 8"/>
          <p:cNvSpPr txBox="1"/>
          <p:nvPr/>
        </p:nvSpPr>
        <p:spPr>
          <a:xfrm>
            <a:off x="2339752" y="6267788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3639340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7"/>
            <a:ext cx="9144000" cy="683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424" y="1268760"/>
            <a:ext cx="4992687" cy="296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996752" y="4437112"/>
            <a:ext cx="74168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3600" b="1" dirty="0"/>
              <a:t>Създайте презентация на тема: </a:t>
            </a:r>
            <a:r>
              <a:rPr lang="bg-BG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"Глобално затопляне"</a:t>
            </a:r>
          </a:p>
        </p:txBody>
      </p:sp>
      <p:sp>
        <p:nvSpPr>
          <p:cNvPr id="5" name="Правоъгълник 4"/>
          <p:cNvSpPr/>
          <p:nvPr/>
        </p:nvSpPr>
        <p:spPr>
          <a:xfrm>
            <a:off x="3151193" y="201414"/>
            <a:ext cx="27911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Задача 1</a:t>
            </a:r>
          </a:p>
        </p:txBody>
      </p:sp>
    </p:spTree>
    <p:extLst>
      <p:ext uri="{BB962C8B-B14F-4D97-AF65-F5344CB8AC3E}">
        <p14:creationId xmlns:p14="http://schemas.microsoft.com/office/powerpoint/2010/main" val="301636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886"/>
            <a:ext cx="9144000" cy="683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107504" y="116632"/>
            <a:ext cx="892899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bg-BG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Спазвайте следната структура на презентацията:</a:t>
            </a:r>
          </a:p>
          <a:p>
            <a:pPr lvl="0" algn="ctr"/>
            <a:endParaRPr lang="bg-B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r>
              <a:rPr lang="bg-BG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Първия слайд :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сложете темата и вашето име, 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изберете подходящ дизайн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препоръчително е да вмъкнете и подходящо изображение</a:t>
            </a:r>
          </a:p>
          <a:p>
            <a:pPr lvl="0"/>
            <a:r>
              <a:rPr lang="bg-BG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Втори слайд: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да съдържа изображение на географската карта на България 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добавете стрелки с различни цветове в нея, за да покажете в кои части има повече </a:t>
            </a:r>
            <a:r>
              <a:rPr lang="bg-BG" sz="2600" dirty="0" err="1"/>
              <a:t>слънцегреене</a:t>
            </a:r>
            <a:r>
              <a:rPr lang="bg-BG" sz="2600" dirty="0"/>
              <a:t>, води, и в кои – повече вятър с помощта на </a:t>
            </a:r>
            <a:r>
              <a:rPr lang="bg-BG" sz="2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Shapes</a:t>
            </a:r>
            <a:r>
              <a:rPr lang="bg-BG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/Фигури </a:t>
            </a:r>
            <a:r>
              <a:rPr lang="bg-BG" sz="2600" dirty="0"/>
              <a:t>от меню</a:t>
            </a:r>
            <a:r>
              <a:rPr lang="bg-BG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Вмъкване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2600" dirty="0"/>
              <a:t>създайте анимационни ефекти на стрелките да излизат една след друга</a:t>
            </a:r>
            <a:endParaRPr lang="bg-BG" sz="2600" b="1" dirty="0"/>
          </a:p>
        </p:txBody>
      </p:sp>
    </p:spTree>
    <p:extLst>
      <p:ext uri="{BB962C8B-B14F-4D97-AF65-F5344CB8AC3E}">
        <p14:creationId xmlns:p14="http://schemas.microsoft.com/office/powerpoint/2010/main" val="2827477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08" y="0"/>
            <a:ext cx="915880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251519" y="382012"/>
            <a:ext cx="8748464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bg-BG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Следващите 3 слайда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2600" dirty="0"/>
              <a:t>направете със заглавие за всеки един от възобновяемите източници</a:t>
            </a:r>
            <a:r>
              <a:rPr lang="en-US" sz="2600" dirty="0"/>
              <a:t> /</a:t>
            </a:r>
            <a:r>
              <a:rPr lang="bg-BG" sz="2600" b="1" dirty="0"/>
              <a:t>Водна енергия</a:t>
            </a:r>
            <a:r>
              <a:rPr lang="en-US" sz="2600" b="1" dirty="0"/>
              <a:t>, </a:t>
            </a:r>
            <a:r>
              <a:rPr lang="bg-BG" sz="2600" b="1" dirty="0"/>
              <a:t>Вятърна</a:t>
            </a:r>
            <a:r>
              <a:rPr lang="bg-BG" sz="2600" dirty="0"/>
              <a:t> </a:t>
            </a:r>
            <a:r>
              <a:rPr lang="bg-BG" sz="2600" b="1" dirty="0"/>
              <a:t>енергия</a:t>
            </a:r>
            <a:r>
              <a:rPr lang="en-US" sz="2600" b="1" dirty="0"/>
              <a:t> </a:t>
            </a:r>
            <a:r>
              <a:rPr lang="bg-BG" sz="2600" b="1" dirty="0"/>
              <a:t>и Слънчева енергия/</a:t>
            </a:r>
            <a:endParaRPr lang="bg-BG" sz="2600" dirty="0"/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поставете изображение и текста, който ще намерите във файла </a:t>
            </a:r>
            <a:r>
              <a:rPr lang="en-US" sz="2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Green_energy.</a:t>
            </a:r>
            <a:r>
              <a:rPr 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docx</a:t>
            </a:r>
            <a:endParaRPr lang="bg-BG" sz="2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0" indent="-457200">
              <a:buFont typeface="Wingdings" panose="05000000000000000000" pitchFamily="2" charset="2"/>
              <a:buChar char="ü"/>
            </a:pPr>
            <a:endParaRPr lang="bg-BG" sz="2600" b="1" dirty="0"/>
          </a:p>
          <a:p>
            <a:pPr marL="457200" lvl="0" indent="-457200">
              <a:buFont typeface="Wingdings" panose="05000000000000000000" pitchFamily="2" charset="2"/>
              <a:buChar char="ü"/>
            </a:pPr>
            <a:endParaRPr lang="bg-BG" sz="2600" b="1" dirty="0"/>
          </a:p>
          <a:p>
            <a:pPr marL="457200" lvl="0" indent="-457200">
              <a:buFont typeface="Wingdings" panose="05000000000000000000" pitchFamily="2" charset="2"/>
              <a:buChar char="ü"/>
            </a:pPr>
            <a:endParaRPr lang="bg-BG" sz="2600" b="1" dirty="0"/>
          </a:p>
          <a:p>
            <a:pPr marL="457200" lvl="0" indent="-457200">
              <a:buFont typeface="Wingdings" panose="05000000000000000000" pitchFamily="2" charset="2"/>
              <a:buChar char="ü"/>
            </a:pPr>
            <a:endParaRPr lang="bg-BG" sz="2600" b="1" dirty="0"/>
          </a:p>
          <a:p>
            <a:pPr marL="457200" lvl="0" indent="-457200">
              <a:buFont typeface="Wingdings" panose="05000000000000000000" pitchFamily="2" charset="2"/>
              <a:buChar char="ü"/>
            </a:pPr>
            <a:endParaRPr lang="bg-BG" sz="2600" b="1" dirty="0"/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Задайте анимационни ефекти на изображенията във всички слайдове, както и преход между слайдовете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Съхранете файла с името 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bg-BG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Глобално </a:t>
            </a:r>
            <a:r>
              <a:rPr lang="bg-BG" sz="2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затопляне_Вашето</a:t>
            </a:r>
            <a:r>
              <a:rPr lang="bg-BG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име_Вашия</a:t>
            </a:r>
            <a:r>
              <a:rPr lang="bg-BG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клас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endParaRPr lang="bg-BG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83" y="2924944"/>
            <a:ext cx="2765597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231" y="2924944"/>
            <a:ext cx="2679204" cy="1786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918793"/>
            <a:ext cx="2736850" cy="179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8205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233" y="0"/>
            <a:ext cx="9144000" cy="683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авоъгълник 5"/>
          <p:cNvSpPr/>
          <p:nvPr/>
        </p:nvSpPr>
        <p:spPr>
          <a:xfrm>
            <a:off x="3151193" y="201414"/>
            <a:ext cx="27911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Задача 2</a:t>
            </a:r>
          </a:p>
        </p:txBody>
      </p:sp>
      <p:sp>
        <p:nvSpPr>
          <p:cNvPr id="4" name="Правоъгълник 3"/>
          <p:cNvSpPr/>
          <p:nvPr/>
        </p:nvSpPr>
        <p:spPr>
          <a:xfrm>
            <a:off x="729051" y="4437112"/>
            <a:ext cx="768589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b="1" dirty="0"/>
              <a:t>Създайте презентация за </a:t>
            </a:r>
            <a:r>
              <a:rPr 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най-силните природни стихии </a:t>
            </a:r>
            <a:r>
              <a:rPr lang="bg-BG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/ураган, циклон и </a:t>
            </a:r>
            <a:r>
              <a:rPr lang="bg-BG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торнадо</a:t>
            </a:r>
            <a:r>
              <a:rPr lang="bg-BG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 </a:t>
            </a:r>
            <a:r>
              <a:rPr 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през последните 5 години.</a:t>
            </a:r>
          </a:p>
        </p:txBody>
      </p:sp>
      <p:sp>
        <p:nvSpPr>
          <p:cNvPr id="7" name="AutoShape 4" descr="Внушителни и страховити природни стихии в снимки - Галерии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412776"/>
            <a:ext cx="4464496" cy="2737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1014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08" y="0"/>
            <a:ext cx="915880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авоъгълник 4"/>
          <p:cNvSpPr/>
          <p:nvPr/>
        </p:nvSpPr>
        <p:spPr>
          <a:xfrm>
            <a:off x="107504" y="116632"/>
            <a:ext cx="8928992" cy="6955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bg-BG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Спазвайте следната структура на презентацията:</a:t>
            </a:r>
          </a:p>
          <a:p>
            <a:pPr lvl="0" algn="ctr"/>
            <a:endParaRPr lang="bg-B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r>
              <a:rPr lang="bg-BG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Първия слайд :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сложете темата и вашето име; 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изберете подходящ дизайн;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препоръчително е да вмъкнете и подходящо изображение;</a:t>
            </a:r>
          </a:p>
          <a:p>
            <a:pPr lvl="0"/>
            <a:r>
              <a:rPr lang="bg-BG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Втори слайд: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покажете и запишете какво е природно бедствие;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вмъкнете изображение за илюстрация на природното бедствие;</a:t>
            </a:r>
          </a:p>
          <a:p>
            <a:pPr lvl="0"/>
            <a:r>
              <a:rPr lang="bg-BG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отделни слайдове: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съберете информация за имената на най-силните природни стихии през последните 5 години, какво представляват и през кой държави са преминали;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600" dirty="0"/>
              <a:t>добавете аудиофайл, наподобяващ техния звук от папката </a:t>
            </a:r>
            <a:r>
              <a:rPr lang="en-US" sz="2600" b="1" dirty="0">
                <a:solidFill>
                  <a:srgbClr val="002060"/>
                </a:solidFill>
              </a:rPr>
              <a:t>Storm</a:t>
            </a:r>
            <a:r>
              <a:rPr lang="bg-BG" sz="2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53160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08" y="0"/>
            <a:ext cx="915880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460140" y="1772816"/>
            <a:ext cx="82089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800" dirty="0"/>
              <a:t>Задайте анимационни ефекти на изображенията във всички слайдове, както и преход между слайдовете;</a:t>
            </a:r>
          </a:p>
          <a:p>
            <a:pPr lvl="0"/>
            <a:endParaRPr lang="bg-BG" sz="2800" b="1" dirty="0"/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bg-BG" sz="2800" dirty="0"/>
              <a:t>Съхранете файла с името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bg-BG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Природни </a:t>
            </a:r>
            <a:r>
              <a:rPr lang="bg-BG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бедствия_Вашето</a:t>
            </a:r>
            <a:r>
              <a:rPr lang="bg-BG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име_Вашия</a:t>
            </a:r>
            <a:r>
              <a:rPr lang="bg-BG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клас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bg-BG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128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7"/>
            <a:ext cx="9144000" cy="683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1814345" y="764704"/>
            <a:ext cx="5470151" cy="424731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Изпълнете</a:t>
            </a:r>
          </a:p>
          <a:p>
            <a:pPr algn="ctr"/>
            <a:r>
              <a:rPr lang="bg-BG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една от задачите </a:t>
            </a:r>
          </a:p>
          <a:p>
            <a:pPr algn="ctr"/>
            <a:r>
              <a:rPr lang="bg-BG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по ваш избор!</a:t>
            </a:r>
          </a:p>
          <a:p>
            <a:pPr algn="ctr"/>
            <a:endParaRPr lang="bg-BG" sz="5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endParaRPr lang="bg-BG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645024"/>
            <a:ext cx="3384376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авоъгълник 4"/>
          <p:cNvSpPr/>
          <p:nvPr/>
        </p:nvSpPr>
        <p:spPr>
          <a:xfrm>
            <a:off x="2254692" y="4866772"/>
            <a:ext cx="56238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4800" b="1" dirty="0">
                <a:ln w="11430"/>
                <a:solidFill>
                  <a:schemeClr val="accent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Приятна работа!</a:t>
            </a:r>
            <a:endParaRPr lang="bg-BG" sz="4800" b="1" cap="none" spc="0" dirty="0">
              <a:ln w="11430"/>
              <a:solidFill>
                <a:schemeClr val="accent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7810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310</Words>
  <Application>Microsoft Office PowerPoint</Application>
  <PresentationFormat>Презентация на цял екран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тема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Елена Маврова</dc:creator>
  <cp:lastModifiedBy>Elena Nenkova</cp:lastModifiedBy>
  <cp:revision>10</cp:revision>
  <dcterms:created xsi:type="dcterms:W3CDTF">2020-04-09T15:41:29Z</dcterms:created>
  <dcterms:modified xsi:type="dcterms:W3CDTF">2026-07-25T13:28:55Z</dcterms:modified>
</cp:coreProperties>
</file>