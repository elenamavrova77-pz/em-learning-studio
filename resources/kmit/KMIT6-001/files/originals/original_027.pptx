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002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997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8647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4682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1230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8501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034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1593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4704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0061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68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86058-69B0-4EB9-B527-F1B1A7DA84D2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E71F9-E71F-4886-89B3-94A06B9B72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8979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" y="13206"/>
            <a:ext cx="9142175" cy="6844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861049"/>
            <a:ext cx="1944216" cy="259228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2016628" y="6444133"/>
            <a:ext cx="511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81195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4EFCB735-33C6-2389-7379-D5FD7E59510B}"/>
              </a:ext>
            </a:extLst>
          </p:cNvPr>
          <p:cNvSpPr txBox="1"/>
          <p:nvPr/>
        </p:nvSpPr>
        <p:spPr>
          <a:xfrm>
            <a:off x="2016628" y="6444133"/>
            <a:ext cx="511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41263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89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CDC7A82A-F826-3D51-A833-4EC5CF2937D0}"/>
              </a:ext>
            </a:extLst>
          </p:cNvPr>
          <p:cNvSpPr txBox="1"/>
          <p:nvPr/>
        </p:nvSpPr>
        <p:spPr>
          <a:xfrm>
            <a:off x="2016628" y="6444133"/>
            <a:ext cx="511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23288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656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0"/>
            <a:ext cx="91805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4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9842"/>
            <a:ext cx="9144000" cy="68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918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A2D9610-E357-BA88-72A2-310D6EA6692A}"/>
              </a:ext>
            </a:extLst>
          </p:cNvPr>
          <p:cNvSpPr txBox="1"/>
          <p:nvPr/>
        </p:nvSpPr>
        <p:spPr>
          <a:xfrm>
            <a:off x="2016628" y="6444133"/>
            <a:ext cx="511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17974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57" y="-423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3059832" y="260648"/>
            <a:ext cx="27869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ЗАДАЧА:</a:t>
            </a:r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714715" y="1844824"/>
            <a:ext cx="77048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Намерете информация в интернет за възникването и продължителността на </a:t>
            </a:r>
            <a:r>
              <a:rPr lang="bg-BG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Ренесанса</a:t>
            </a:r>
            <a:r>
              <a:rPr lang="bg-BG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Потърсете също така информация за това, в коя държава се е зародил той и в кои части на Европа се разпростира в следващите столетия.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bg-BG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Вмъкнете подходящи изображения за Ренесанса в документа.</a:t>
            </a:r>
          </a:p>
          <a:p>
            <a:r>
              <a:rPr lang="bg-BG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Съхранете намерената информация в интегриран текстов документ и го запазете с името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Renaissance_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Вашето </a:t>
            </a:r>
            <a:r>
              <a:rPr lang="bg-BG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име_клас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D90AAB6-BFDB-AAC5-8BEA-FBE8CDC7B9AF}"/>
              </a:ext>
            </a:extLst>
          </p:cNvPr>
          <p:cNvSpPr txBox="1"/>
          <p:nvPr/>
        </p:nvSpPr>
        <p:spPr>
          <a:xfrm>
            <a:off x="2016628" y="6444133"/>
            <a:ext cx="511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5994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108</Words>
  <Application>Microsoft Office PowerPoint</Application>
  <PresentationFormat>Презентация на цял екран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4</cp:revision>
  <dcterms:created xsi:type="dcterms:W3CDTF">2020-05-14T17:23:16Z</dcterms:created>
  <dcterms:modified xsi:type="dcterms:W3CDTF">2026-07-25T13:46:47Z</dcterms:modified>
</cp:coreProperties>
</file>