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56" r:id="rId7"/>
    <p:sldId id="257" r:id="rId8"/>
    <p:sldId id="259" r:id="rId9"/>
    <p:sldId id="265" r:id="rId10"/>
    <p:sldId id="258" r:id="rId11"/>
    <p:sldId id="266" r:id="rId12"/>
    <p:sldId id="267" r:id="rId13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22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2022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159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249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0395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3037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1221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9722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9326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7264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782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6410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56A61-F336-4870-89F1-62E41291A52C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EE2B6-79AC-4E9A-A7DF-8E9FFF90D73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20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13" name="breeze.wav"/>
          </p:stSnd>
        </p:sndAc>
      </p:transition>
    </mc:Choice>
    <mc:Fallback xmlns="">
      <p:transition spd="slow" advClick="0" advTm="6000">
        <p:fade/>
        <p:sndAc>
          <p:stSnd>
            <p:snd r:embed="rId14" name="breeze.wav"/>
          </p:stSnd>
        </p:sndAc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886"/>
            <a:ext cx="9144000" cy="686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Текстово поле 3"/>
          <p:cNvSpPr txBox="1"/>
          <p:nvPr/>
        </p:nvSpPr>
        <p:spPr>
          <a:xfrm>
            <a:off x="2123728" y="6464308"/>
            <a:ext cx="5328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149999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2" name="breeze.wav"/>
          </p:stSnd>
        </p:sndAc>
      </p:transition>
    </mc:Choice>
    <mc:Fallback xmlns="">
      <p:transition spd="slow" advClick="0" advTm="6000">
        <p:fade/>
        <p:sndAc>
          <p:stSnd>
            <p:snd r:embed="rId4" name="breez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942"/>
            <a:ext cx="9143999" cy="686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1763688" y="6464308"/>
            <a:ext cx="5328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Маврова</a:t>
            </a:r>
          </a:p>
        </p:txBody>
      </p:sp>
    </p:spTree>
    <p:extLst>
      <p:ext uri="{BB962C8B-B14F-4D97-AF65-F5344CB8AC3E}">
        <p14:creationId xmlns:p14="http://schemas.microsoft.com/office/powerpoint/2010/main" val="23624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2" name="breeze.wav"/>
          </p:stSnd>
        </p:sndAc>
      </p:transition>
    </mc:Choice>
    <mc:Fallback xmlns="">
      <p:transition spd="slow" advClick="0" advTm="6000">
        <p:fade/>
        <p:sndAc>
          <p:stSnd>
            <p:snd r:embed="rId4" name="breez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1907704" y="6464308"/>
            <a:ext cx="5328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Маврова</a:t>
            </a:r>
          </a:p>
        </p:txBody>
      </p:sp>
    </p:spTree>
    <p:extLst>
      <p:ext uri="{BB962C8B-B14F-4D97-AF65-F5344CB8AC3E}">
        <p14:creationId xmlns:p14="http://schemas.microsoft.com/office/powerpoint/2010/main" val="389546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2" name="breeze.wav"/>
          </p:stSnd>
        </p:sndAc>
      </p:transition>
    </mc:Choice>
    <mc:Fallback xmlns="">
      <p:transition spd="slow" advClick="0" advTm="6000">
        <p:fade/>
        <p:sndAc>
          <p:stSnd>
            <p:snd r:embed="rId4" name="breez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1907704" y="6530604"/>
            <a:ext cx="5328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Маврова</a:t>
            </a:r>
          </a:p>
        </p:txBody>
      </p:sp>
    </p:spTree>
    <p:extLst>
      <p:ext uri="{BB962C8B-B14F-4D97-AF65-F5344CB8AC3E}">
        <p14:creationId xmlns:p14="http://schemas.microsoft.com/office/powerpoint/2010/main" val="326018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2" name="breeze.wav"/>
          </p:stSnd>
        </p:sndAc>
      </p:transition>
    </mc:Choice>
    <mc:Fallback xmlns="">
      <p:transition spd="slow" advClick="0" advTm="6000">
        <p:fade/>
        <p:sndAc>
          <p:stSnd>
            <p:snd r:embed="rId4" name="breez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816"/>
            <a:ext cx="9143999" cy="6863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2118614" y="6550222"/>
            <a:ext cx="5328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Маврова</a:t>
            </a:r>
          </a:p>
        </p:txBody>
      </p:sp>
    </p:spTree>
    <p:extLst>
      <p:ext uri="{BB962C8B-B14F-4D97-AF65-F5344CB8AC3E}">
        <p14:creationId xmlns:p14="http://schemas.microsoft.com/office/powerpoint/2010/main" val="359439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2" name="breeze.wav"/>
          </p:stSnd>
        </p:sndAc>
      </p:transition>
    </mc:Choice>
    <mc:Fallback xmlns="">
      <p:transition spd="slow" advClick="0" advTm="6000">
        <p:fade/>
        <p:sndAc>
          <p:stSnd>
            <p:snd r:embed="rId4" name="breez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bg-BG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5. Анимационен ефект на обект в слайд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16" y="1714097"/>
            <a:ext cx="8085584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Овал 5"/>
          <p:cNvSpPr/>
          <p:nvPr/>
        </p:nvSpPr>
        <p:spPr>
          <a:xfrm>
            <a:off x="2555776" y="1628800"/>
            <a:ext cx="648072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Овал 11"/>
          <p:cNvSpPr/>
          <p:nvPr/>
        </p:nvSpPr>
        <p:spPr>
          <a:xfrm>
            <a:off x="4499992" y="2062839"/>
            <a:ext cx="916822" cy="8119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323528" y="3356992"/>
            <a:ext cx="48965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вида </a:t>
            </a:r>
            <a:r>
              <a:rPr lang="bg-BG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ефекти на обект в слайд: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за влизане в слайд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за акцент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за изход от слайда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за движение по траектория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814" y="2040956"/>
            <a:ext cx="3694363" cy="473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205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2" name="breeze.wav"/>
          </p:stSnd>
        </p:sndAc>
      </p:transition>
    </mc:Choice>
    <mc:Fallback xmlns="">
      <p:transition spd="slow" advClick="0" advTm="6000">
        <p:fade/>
        <p:sndAc>
          <p:stSnd>
            <p:snd r:embed="rId5" name="breez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75000"/>
              </a:schemeClr>
            </a:gs>
            <a:gs pos="17999">
              <a:srgbClr val="99CCFF"/>
            </a:gs>
            <a:gs pos="36000">
              <a:srgbClr val="9966FF"/>
            </a:gs>
            <a:gs pos="61000">
              <a:srgbClr val="CC99FF"/>
            </a:gs>
            <a:gs pos="82001">
              <a:srgbClr val="99CCFF"/>
            </a:gs>
            <a:gs pos="100000">
              <a:srgbClr val="CCCCF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3"/>
          <p:cNvSpPr txBox="1">
            <a:spLocks/>
          </p:cNvSpPr>
          <p:nvPr/>
        </p:nvSpPr>
        <p:spPr>
          <a:xfrm>
            <a:off x="179512" y="50094"/>
            <a:ext cx="8964488" cy="680790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bg-BG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Преди задаване на ефекта, елементът задължително трябва да бъде маркиран. 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bg-BG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След това от меню </a:t>
            </a:r>
            <a:r>
              <a:rPr lang="bg-BG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Анимации</a:t>
            </a:r>
            <a:r>
              <a:rPr lang="bg-BG" sz="2600" b="1" dirty="0">
                <a:solidFill>
                  <a:srgbClr val="4F227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 избира вида на ефекта и самият ефект.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bg-BG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Всички ефекти, които сме задали в даден слайд могат да се видят като се включи специалния панел </a:t>
            </a:r>
            <a:r>
              <a:rPr lang="bg-BG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Екран за анимации.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bg-BG" sz="2800" b="1" dirty="0">
              <a:solidFill>
                <a:srgbClr val="4F227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bg-BG" sz="2800" b="1" dirty="0">
              <a:solidFill>
                <a:srgbClr val="4F227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bg-BG" sz="2800" b="1" dirty="0">
              <a:solidFill>
                <a:srgbClr val="4F227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bg-BG" sz="2800" b="1" dirty="0">
              <a:solidFill>
                <a:srgbClr val="4F227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bg-BG" sz="2800" b="1" dirty="0">
              <a:solidFill>
                <a:srgbClr val="4F227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sz="2800" b="1" dirty="0">
                <a:solidFill>
                  <a:srgbClr val="4F227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r>
              <a:rPr lang="bg-BG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Панелът се визуализира в дясната част на екрана. </a:t>
            </a:r>
          </a:p>
          <a:p>
            <a:r>
              <a:rPr lang="bg-BG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 него можем да видим зададените анимации, да ги редактираме или да ги изтрием.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56992"/>
            <a:ext cx="8712968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вал 4"/>
          <p:cNvSpPr/>
          <p:nvPr/>
        </p:nvSpPr>
        <p:spPr>
          <a:xfrm>
            <a:off x="7524328" y="3717031"/>
            <a:ext cx="1368152" cy="4680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Овал 5"/>
          <p:cNvSpPr/>
          <p:nvPr/>
        </p:nvSpPr>
        <p:spPr>
          <a:xfrm>
            <a:off x="3563888" y="3356992"/>
            <a:ext cx="972108" cy="4680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6903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  <p:sndAc>
          <p:stSnd>
            <p:snd r:embed="rId2" name="breeze.wav"/>
          </p:stSnd>
        </p:sndAc>
      </p:transition>
    </mc:Choice>
    <mc:Fallback xmlns="">
      <p:transition spd="slow">
        <p:fade/>
        <p:sndAc>
          <p:stSnd>
            <p:snd r:embed="rId4" name="breeze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75000"/>
              </a:schemeClr>
            </a:gs>
            <a:gs pos="17999">
              <a:srgbClr val="99CCFF"/>
            </a:gs>
            <a:gs pos="41000">
              <a:srgbClr val="9966FF"/>
            </a:gs>
            <a:gs pos="64000">
              <a:schemeClr val="tx2">
                <a:lumMod val="50000"/>
              </a:schemeClr>
            </a:gs>
            <a:gs pos="82001">
              <a:srgbClr val="99CCFF"/>
            </a:gs>
            <a:gs pos="100000">
              <a:srgbClr val="CCCCFF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115361"/>
            <a:ext cx="3593281" cy="5347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311010" y="692696"/>
            <a:ext cx="468052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>
                <a:solidFill>
                  <a:schemeClr val="bg1"/>
                </a:solidFill>
              </a:rPr>
              <a:t>Всеки зададен ефект има допълнителни настройки, които можем да видим в панела </a:t>
            </a:r>
            <a:r>
              <a:rPr lang="bg-BG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Екран за анимации</a:t>
            </a:r>
            <a:r>
              <a:rPr lang="bg-BG" sz="3200" dirty="0">
                <a:solidFill>
                  <a:schemeClr val="bg1"/>
                </a:solidFill>
              </a:rPr>
              <a:t>, като кликнем върху самия ефект: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3200" dirty="0">
                <a:solidFill>
                  <a:schemeClr val="bg1"/>
                </a:solidFill>
              </a:rPr>
              <a:t>Стартови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3200" dirty="0">
                <a:solidFill>
                  <a:schemeClr val="bg1"/>
                </a:solidFill>
              </a:rPr>
              <a:t>Бързина на движение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bg-BG" sz="2800" dirty="0">
              <a:solidFill>
                <a:schemeClr val="bg1"/>
              </a:solidFill>
            </a:endParaRPr>
          </a:p>
        </p:txBody>
      </p:sp>
      <p:cxnSp>
        <p:nvCxnSpPr>
          <p:cNvPr id="4" name="Съединител &quot;права стрелка&quot; 3"/>
          <p:cNvCxnSpPr/>
          <p:nvPr/>
        </p:nvCxnSpPr>
        <p:spPr>
          <a:xfrm flipV="1">
            <a:off x="4139952" y="2636912"/>
            <a:ext cx="1656184" cy="11521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Съединител &quot;права стрелка&quot; 6"/>
          <p:cNvCxnSpPr/>
          <p:nvPr/>
        </p:nvCxnSpPr>
        <p:spPr>
          <a:xfrm flipV="1">
            <a:off x="4824028" y="3429000"/>
            <a:ext cx="972108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Текстово поле 12"/>
          <p:cNvSpPr txBox="1"/>
          <p:nvPr/>
        </p:nvSpPr>
        <p:spPr>
          <a:xfrm>
            <a:off x="1904144" y="6464308"/>
            <a:ext cx="5328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Маврова</a:t>
            </a:r>
          </a:p>
        </p:txBody>
      </p:sp>
    </p:spTree>
    <p:extLst>
      <p:ext uri="{BB962C8B-B14F-4D97-AF65-F5344CB8AC3E}">
        <p14:creationId xmlns:p14="http://schemas.microsoft.com/office/powerpoint/2010/main" val="383985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2" name="breeze.wav"/>
          </p:stSnd>
        </p:sndAc>
      </p:transition>
    </mc:Choice>
    <mc:Fallback xmlns="">
      <p:transition spd="slow" advClick="0" advTm="6000">
        <p:fade/>
        <p:sndAc>
          <p:stSnd>
            <p:snd r:embed="rId4" name="breeze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75000"/>
              </a:schemeClr>
            </a:gs>
            <a:gs pos="38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bg-BG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6. Анимационен ефект за преход на слайд</a:t>
            </a:r>
          </a:p>
        </p:txBody>
      </p:sp>
      <p:sp>
        <p:nvSpPr>
          <p:cNvPr id="6" name="Овал 5"/>
          <p:cNvSpPr/>
          <p:nvPr/>
        </p:nvSpPr>
        <p:spPr>
          <a:xfrm>
            <a:off x="2987824" y="1628800"/>
            <a:ext cx="864096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852936"/>
            <a:ext cx="153352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1886231" y="2852936"/>
            <a:ext cx="2541754" cy="33855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bg-BG" sz="2800" dirty="0">
                <a:solidFill>
                  <a:schemeClr val="bg1"/>
                </a:solidFill>
              </a:rPr>
              <a:t>В раздела </a:t>
            </a:r>
            <a:r>
              <a:rPr 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Опции за ефекта </a:t>
            </a:r>
          </a:p>
          <a:p>
            <a:r>
              <a:rPr lang="bg-BG" sz="2800" dirty="0">
                <a:solidFill>
                  <a:schemeClr val="bg1"/>
                </a:solidFill>
              </a:rPr>
              <a:t>можем да изберем как да се появява слайда.</a:t>
            </a:r>
          </a:p>
          <a:p>
            <a:endParaRPr lang="bg-BG" dirty="0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7" y="1421135"/>
            <a:ext cx="9002564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Овал 11"/>
          <p:cNvSpPr/>
          <p:nvPr/>
        </p:nvSpPr>
        <p:spPr>
          <a:xfrm>
            <a:off x="5819477" y="1844825"/>
            <a:ext cx="624731" cy="843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Правоъгълник 7"/>
          <p:cNvSpPr/>
          <p:nvPr/>
        </p:nvSpPr>
        <p:spPr>
          <a:xfrm>
            <a:off x="4788025" y="3057922"/>
            <a:ext cx="3816423" cy="353943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bg-BG" sz="2800" dirty="0">
                <a:solidFill>
                  <a:prstClr val="white"/>
                </a:solidFill>
              </a:rPr>
              <a:t>В раздел </a:t>
            </a:r>
            <a:r>
              <a:rPr 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Време</a:t>
            </a:r>
            <a:r>
              <a:rPr lang="bg-BG" sz="2800" dirty="0">
                <a:solidFill>
                  <a:prstClr val="white"/>
                </a:solidFill>
              </a:rPr>
              <a:t> се посочва дали да има звук, каква да е продължителността на ефекта, дали ефекта да се приложи на всички слайдове и как да се стартира слайда.</a:t>
            </a:r>
          </a:p>
        </p:txBody>
      </p:sp>
      <p:cxnSp>
        <p:nvCxnSpPr>
          <p:cNvPr id="11" name="Съединител &quot;права стрелка&quot; 10"/>
          <p:cNvCxnSpPr/>
          <p:nvPr/>
        </p:nvCxnSpPr>
        <p:spPr>
          <a:xfrm flipH="1">
            <a:off x="2051720" y="2492896"/>
            <a:ext cx="3672408" cy="38664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Закръглен правоъгълник 12"/>
          <p:cNvSpPr/>
          <p:nvPr/>
        </p:nvSpPr>
        <p:spPr>
          <a:xfrm>
            <a:off x="6444208" y="1844824"/>
            <a:ext cx="2586243" cy="8431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5" name="Съединител &quot;права стрелка&quot; 14"/>
          <p:cNvCxnSpPr/>
          <p:nvPr/>
        </p:nvCxnSpPr>
        <p:spPr>
          <a:xfrm flipH="1">
            <a:off x="6804248" y="2687961"/>
            <a:ext cx="933081" cy="4530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45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Tm="6000">
        <p14:honeycomb/>
        <p:sndAc>
          <p:stSnd>
            <p:snd r:embed="rId2" name="breeze.wav"/>
          </p:stSnd>
        </p:sndAc>
      </p:transition>
    </mc:Choice>
    <mc:Fallback xmlns="">
      <p:transition spd="slow" advTm="6000">
        <p:fade/>
        <p:sndAc>
          <p:stSnd>
            <p:snd r:embed="rId5" name="breeze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CCCFF"/>
            </a:gs>
            <a:gs pos="17999">
              <a:srgbClr val="99CCFF"/>
            </a:gs>
            <a:gs pos="36000">
              <a:srgbClr val="9966FF"/>
            </a:gs>
            <a:gs pos="61000">
              <a:srgbClr val="CC99FF"/>
            </a:gs>
            <a:gs pos="82001">
              <a:srgbClr val="99CCFF"/>
            </a:gs>
            <a:gs pos="100000">
              <a:srgbClr val="CCCC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634082"/>
          </a:xfrm>
        </p:spPr>
        <p:txBody>
          <a:bodyPr>
            <a:noAutofit/>
          </a:bodyPr>
          <a:lstStyle/>
          <a:p>
            <a:pPr algn="l"/>
            <a:r>
              <a:rPr lang="bg-BG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7. Настройки на дизайн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269776" y="1196752"/>
            <a:ext cx="8640960" cy="5328592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Дизайн на слайд може да се избере от менюто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Проектиране</a:t>
            </a:r>
            <a:r>
              <a:rPr lang="bg-BG" dirty="0"/>
              <a:t>.</a:t>
            </a: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В раздел Теми избираме вариант за дизайн на слайдовете. Можем да променяме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Цветовете</a:t>
            </a:r>
            <a:r>
              <a:rPr lang="bg-BG" dirty="0"/>
              <a:t>,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Шрифтовете</a:t>
            </a:r>
            <a:r>
              <a:rPr lang="bg-BG" dirty="0"/>
              <a:t> и </a:t>
            </a:r>
            <a:r>
              <a:rPr lang="bg-BG" b="1" dirty="0"/>
              <a:t>Ефектите</a:t>
            </a:r>
            <a:r>
              <a:rPr lang="bg-BG" dirty="0"/>
              <a:t> на избрания дизайн.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2420888"/>
            <a:ext cx="9036496" cy="162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Овал 6"/>
          <p:cNvSpPr/>
          <p:nvPr/>
        </p:nvSpPr>
        <p:spPr>
          <a:xfrm>
            <a:off x="1403648" y="2607004"/>
            <a:ext cx="792088" cy="5339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Овал 7"/>
          <p:cNvSpPr/>
          <p:nvPr/>
        </p:nvSpPr>
        <p:spPr>
          <a:xfrm>
            <a:off x="7020272" y="2956999"/>
            <a:ext cx="936104" cy="9765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Овал 8"/>
          <p:cNvSpPr/>
          <p:nvPr/>
        </p:nvSpPr>
        <p:spPr>
          <a:xfrm>
            <a:off x="4211960" y="3789040"/>
            <a:ext cx="792088" cy="3679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208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2" name="breeze.wav"/>
          </p:stSnd>
        </p:sndAc>
      </p:transition>
    </mc:Choice>
    <mc:Fallback xmlns="">
      <p:transition spd="slow" advClick="0" advTm="6000">
        <p:fade/>
        <p:sndAc>
          <p:stSnd>
            <p:snd r:embed="rId4" name="breeze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94000"/>
              </a:schemeClr>
            </a:gs>
            <a:gs pos="35000">
              <a:srgbClr val="92D050"/>
            </a:gs>
            <a:gs pos="75000">
              <a:srgbClr val="0087E6"/>
            </a:gs>
            <a:gs pos="100000">
              <a:srgbClr val="005CB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Контейнер за съдържание 4"/>
          <p:cNvSpPr>
            <a:spLocks noGrp="1"/>
          </p:cNvSpPr>
          <p:nvPr>
            <p:ph idx="1"/>
          </p:nvPr>
        </p:nvSpPr>
        <p:spPr>
          <a:xfrm>
            <a:off x="331186" y="1628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bg-BG" dirty="0"/>
              <a:t>В меню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Проектиране</a:t>
            </a:r>
            <a:r>
              <a:rPr lang="bg-BG" dirty="0"/>
              <a:t> можем да зададем и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Фон на слайда </a:t>
            </a:r>
            <a:r>
              <a:rPr lang="bg-BG" dirty="0"/>
              <a:t>по наш избор.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731166"/>
            <a:ext cx="4591819" cy="3939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80928"/>
            <a:ext cx="2822995" cy="1487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6" y="332656"/>
            <a:ext cx="846094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Закръглен правоъгълник 10"/>
          <p:cNvSpPr/>
          <p:nvPr/>
        </p:nvSpPr>
        <p:spPr>
          <a:xfrm>
            <a:off x="7392390" y="685381"/>
            <a:ext cx="1293122" cy="8431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Овал 11"/>
          <p:cNvSpPr/>
          <p:nvPr/>
        </p:nvSpPr>
        <p:spPr>
          <a:xfrm>
            <a:off x="1403648" y="3924339"/>
            <a:ext cx="792088" cy="3679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7" name="Съединител &quot;права стрелка&quot; 6"/>
          <p:cNvCxnSpPr/>
          <p:nvPr/>
        </p:nvCxnSpPr>
        <p:spPr>
          <a:xfrm flipV="1">
            <a:off x="2267744" y="3717032"/>
            <a:ext cx="1512168" cy="3912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00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2" name="breeze.wav"/>
          </p:stSnd>
        </p:sndAc>
      </p:transition>
    </mc:Choice>
    <mc:Fallback xmlns="">
      <p:transition spd="slow" advClick="0" advTm="6000">
        <p:fade/>
        <p:sndAc>
          <p:stSnd>
            <p:snd r:embed="rId6" name="breeze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B0F0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Контейнер за съдържание 3"/>
          <p:cNvSpPr txBox="1">
            <a:spLocks noGrp="1"/>
          </p:cNvSpPr>
          <p:nvPr>
            <p:ph idx="1"/>
          </p:nvPr>
        </p:nvSpPr>
        <p:spPr>
          <a:xfrm>
            <a:off x="539552" y="27856"/>
            <a:ext cx="82296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Задача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bg-BG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bg-BG" sz="2400" dirty="0"/>
              <a:t>Създайте презентация на </a:t>
            </a: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тема по ваш избор</a:t>
            </a:r>
            <a:r>
              <a:rPr lang="bg-BG" sz="2400" dirty="0"/>
              <a:t>, която да бъде </a:t>
            </a: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минимум 8 слайда</a:t>
            </a:r>
            <a:r>
              <a:rPr lang="bg-BG" sz="2400" dirty="0"/>
              <a:t>.</a:t>
            </a:r>
            <a:endParaRPr lang="bg-BG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Първият /заглавен/ слайд </a:t>
            </a:r>
            <a:r>
              <a:rPr lang="bg-BG" sz="2400" dirty="0"/>
              <a:t>трябва да съдържа темата на вашата презентация, а </a:t>
            </a: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последният</a:t>
            </a:r>
            <a:r>
              <a:rPr lang="bg-BG" sz="2400" dirty="0"/>
              <a:t> – вашето име и клас.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дизайн на слайдовете </a:t>
            </a:r>
            <a:r>
              <a:rPr lang="bg-BG" sz="2400" dirty="0"/>
              <a:t>използвайте за всеки от тях различни цветови схеми или теми.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sz="2400" dirty="0"/>
              <a:t>Поставете </a:t>
            </a: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анимация за преход на слайдовете</a:t>
            </a:r>
            <a:r>
              <a:rPr lang="bg-BG" sz="2400" dirty="0"/>
              <a:t>, както и настройка да се стартират автоматично след 5 секунди.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sz="2400" dirty="0"/>
              <a:t>Поставете </a:t>
            </a: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анимации за вход на обектите </a:t>
            </a:r>
            <a:r>
              <a:rPr lang="bg-BG" sz="2400" dirty="0"/>
              <a:t>в слайда.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Съхранете презентацията</a:t>
            </a:r>
            <a:r>
              <a:rPr lang="en-US" sz="2400" dirty="0"/>
              <a:t>,</a:t>
            </a:r>
            <a:r>
              <a:rPr lang="bg-BG" sz="2400" dirty="0"/>
              <a:t> като в името поставите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</a:t>
            </a:r>
            <a:r>
              <a:rPr lang="bg-BG" sz="2400" dirty="0"/>
              <a:t>темата на презентацията</a:t>
            </a:r>
            <a:r>
              <a:rPr lang="en-US" sz="2400" dirty="0"/>
              <a:t>, </a:t>
            </a:r>
            <a:r>
              <a:rPr lang="bg-BG" sz="2400" dirty="0"/>
              <a:t>Вашето име</a:t>
            </a:r>
            <a:r>
              <a:rPr lang="en-US" sz="2400" dirty="0"/>
              <a:t> </a:t>
            </a:r>
            <a:r>
              <a:rPr lang="bg-BG" sz="2400" dirty="0"/>
              <a:t>и класа. </a:t>
            </a:r>
          </a:p>
          <a:p>
            <a:pPr marL="0" indent="0">
              <a:buNone/>
            </a:pPr>
            <a:r>
              <a:rPr lang="en-US" sz="2400" dirty="0"/>
              <a:t>     </a:t>
            </a:r>
            <a:r>
              <a:rPr lang="bg-BG" sz="2400" dirty="0"/>
              <a:t>Например: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velikden_Elena Danova_6a</a:t>
            </a:r>
            <a:endParaRPr lang="bg-BG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1979712" y="6486252"/>
            <a:ext cx="5328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Маврова</a:t>
            </a:r>
          </a:p>
        </p:txBody>
      </p:sp>
    </p:spTree>
    <p:extLst>
      <p:ext uri="{BB962C8B-B14F-4D97-AF65-F5344CB8AC3E}">
        <p14:creationId xmlns:p14="http://schemas.microsoft.com/office/powerpoint/2010/main" val="96360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Click="0" advTm="6000">
        <p14:honeycomb/>
        <p:sndAc>
          <p:stSnd>
            <p:snd r:embed="rId2" name="breeze.wav"/>
          </p:stSnd>
        </p:sndAc>
      </p:transition>
    </mc:Choice>
    <mc:Fallback xmlns="">
      <p:transition spd="slow" advClick="0" advTm="6000">
        <p:fade/>
        <p:sndAc>
          <p:stSnd>
            <p:snd r:embed="rId3" name="breez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389</Words>
  <Application>Microsoft Office PowerPoint</Application>
  <PresentationFormat>Презентация на цял екран (4:3)</PresentationFormat>
  <Paragraphs>49</Paragraphs>
  <Slides>12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5. Анимационен ефект на обект в слайд</vt:lpstr>
      <vt:lpstr>Презентация на PowerPoint</vt:lpstr>
      <vt:lpstr>Презентация на PowerPoint</vt:lpstr>
      <vt:lpstr>6. Анимационен ефект за преход на слайд</vt:lpstr>
      <vt:lpstr>7. Настройки на дизайн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Г. Маврова-Ненкова</dc:creator>
  <cp:lastModifiedBy>Elena Nenkova</cp:lastModifiedBy>
  <cp:revision>18</cp:revision>
  <dcterms:created xsi:type="dcterms:W3CDTF">2020-04-02T12:25:38Z</dcterms:created>
  <dcterms:modified xsi:type="dcterms:W3CDTF">2026-07-25T13:04:56Z</dcterms:modified>
</cp:coreProperties>
</file>