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4875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5517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180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836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8716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9433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8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679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6888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572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954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D13A5-FA20-4203-AA2E-28B6EC1369DB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612F1-8CB6-44AF-95AD-8668C542A41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35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1" y="23014"/>
            <a:ext cx="9116410" cy="683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2029512" y="6381328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120610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" y="27824"/>
            <a:ext cx="915626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661360" y="404664"/>
            <a:ext cx="8015096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Компютърна мрежа</a:t>
            </a:r>
          </a:p>
          <a:p>
            <a:endParaRPr lang="bg-BG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Компютърната мрежа представлява два или повече компютъра, свързани помежду си със специализиран хардуер, с цел обмяна на данни</a:t>
            </a:r>
          </a:p>
          <a:p>
            <a:endParaRPr lang="bg-BG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651847" y="2552035"/>
            <a:ext cx="7848872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Локална компютърна мрежа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(LAN)</a:t>
            </a:r>
            <a:endParaRPr lang="bg-BG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Глобална компютърна мрежа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WAN)</a:t>
            </a:r>
            <a:endParaRPr lang="bg-BG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bg-BG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369" y="4069007"/>
            <a:ext cx="3138914" cy="220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972" y="3890863"/>
            <a:ext cx="2821208" cy="255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380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39" y="0"/>
            <a:ext cx="9166239" cy="688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728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61" y="0"/>
            <a:ext cx="915626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21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656"/>
            <a:ext cx="9143999" cy="682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473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5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755576" y="6237312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коаксиален кабел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131840" y="522920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оптичен кабел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7018249" y="502246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рутер</a:t>
            </a:r>
          </a:p>
        </p:txBody>
      </p:sp>
    </p:spTree>
    <p:extLst>
      <p:ext uri="{BB962C8B-B14F-4D97-AF65-F5344CB8AC3E}">
        <p14:creationId xmlns:p14="http://schemas.microsoft.com/office/powerpoint/2010/main" val="661443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65" y="0"/>
            <a:ext cx="91724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337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902" y="0"/>
            <a:ext cx="9144000" cy="52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14" y="3789040"/>
            <a:ext cx="7845626" cy="288032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6228184" y="3573016"/>
            <a:ext cx="2520280" cy="2016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561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48</Words>
  <Application>Microsoft Office PowerPoint</Application>
  <PresentationFormat>Презентация на цял екран (4:3)</PresentationFormat>
  <Paragraphs>15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12</cp:revision>
  <dcterms:created xsi:type="dcterms:W3CDTF">2020-05-07T15:36:07Z</dcterms:created>
  <dcterms:modified xsi:type="dcterms:W3CDTF">2026-07-25T13:42:58Z</dcterms:modified>
</cp:coreProperties>
</file>