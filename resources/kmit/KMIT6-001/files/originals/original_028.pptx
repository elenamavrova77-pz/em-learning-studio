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D06F-0860-42CD-B401-80DD9004049D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DEBC-98C2-4E45-9A19-E007B57C675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54804786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D06F-0860-42CD-B401-80DD9004049D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DEBC-98C2-4E45-9A19-E007B57C675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3359915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D06F-0860-42CD-B401-80DD9004049D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DEBC-98C2-4E45-9A19-E007B57C675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51914044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D06F-0860-42CD-B401-80DD9004049D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DEBC-98C2-4E45-9A19-E007B57C675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4703801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D06F-0860-42CD-B401-80DD9004049D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DEBC-98C2-4E45-9A19-E007B57C675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341142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D06F-0860-42CD-B401-80DD9004049D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DEBC-98C2-4E45-9A19-E007B57C675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9924488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D06F-0860-42CD-B401-80DD9004049D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DEBC-98C2-4E45-9A19-E007B57C675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9415365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D06F-0860-42CD-B401-80DD9004049D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DEBC-98C2-4E45-9A19-E007B57C675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3045486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D06F-0860-42CD-B401-80DD9004049D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DEBC-98C2-4E45-9A19-E007B57C675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26490336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D06F-0860-42CD-B401-80DD9004049D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DEBC-98C2-4E45-9A19-E007B57C675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3402351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5D06F-0860-42CD-B401-80DD9004049D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4DEBC-98C2-4E45-9A19-E007B57C675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942477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5D06F-0860-42CD-B401-80DD9004049D}" type="datetimeFigureOut">
              <a:rPr lang="bg-BG" smtClean="0"/>
              <a:t>25.7.2026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4DEBC-98C2-4E45-9A19-E007B57C675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3620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452733" y="1700808"/>
            <a:ext cx="8454559" cy="34163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 и </a:t>
            </a:r>
          </a:p>
          <a:p>
            <a:pPr algn="ctr"/>
            <a:r>
              <a:rPr lang="bg-BG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интегриране на дейности </a:t>
            </a:r>
          </a:p>
          <a:p>
            <a:pPr algn="ctr"/>
            <a:endParaRPr lang="bg-BG" sz="5400" b="1" dirty="0">
              <a:ln w="11430"/>
              <a:solidFill>
                <a:srgbClr val="0070C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bg-BG" sz="5400" b="1" cap="none" spc="0" dirty="0" err="1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Упражннеие</a:t>
            </a:r>
            <a:endParaRPr lang="bg-BG" sz="5400" b="1" cap="none" spc="0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Текстово поле 6"/>
          <p:cNvSpPr txBox="1"/>
          <p:nvPr/>
        </p:nvSpPr>
        <p:spPr>
          <a:xfrm>
            <a:off x="2123728" y="6298243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2880574307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Заглавие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bg-BG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Задача.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br>
              <a:rPr lang="bg-BG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Създайте презентация на тема: </a:t>
            </a:r>
            <a:b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„Природни забележителности в Китай“. </a:t>
            </a:r>
            <a:b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bg-BG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 descr="pitanka - Новини от Самоков и региона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76672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9A2153E0-E930-C17D-51DD-E43AF51A533D}"/>
              </a:ext>
            </a:extLst>
          </p:cNvPr>
          <p:cNvSpPr txBox="1"/>
          <p:nvPr/>
        </p:nvSpPr>
        <p:spPr>
          <a:xfrm>
            <a:off x="2123728" y="6298243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328164935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Текстово поле 3"/>
          <p:cNvSpPr txBox="1"/>
          <p:nvPr/>
        </p:nvSpPr>
        <p:spPr>
          <a:xfrm>
            <a:off x="345953" y="260648"/>
            <a:ext cx="860575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Направете си папка с името </a:t>
            </a:r>
            <a:r>
              <a:rPr lang="bg-BG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Проект_Вашето</a:t>
            </a:r>
            <a:r>
              <a:rPr lang="bg-BG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име и класа </a:t>
            </a:r>
            <a:r>
              <a:rPr lang="bg-BG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вашия компютър. </a:t>
            </a:r>
          </a:p>
          <a:p>
            <a:pPr marL="342900" indent="-342900">
              <a:buAutoNum type="arabicPeriod"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Намерете информация в интернет за седем интересни природни забележителности в Китай. Копирайте информацията във файл в програмата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Word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Форматирайте документа със следните характеристики: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Заглавие на документа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шрифт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Roman, 14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червен цвят, центрирано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Имена на забележителности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шрифт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Roman, 1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всяко име на  забележителност с различен цвят, двустранно подравнени, отстъп на първи ред 1,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Основен текст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шрифт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Roman, 12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черен цвят, двустранно подравнени, отстъп на първи ред 1,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Съхранете документа с името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china.docx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създадената от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Вас работна папка.</a:t>
            </a:r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367352875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Текстово поле 5"/>
          <p:cNvSpPr txBox="1"/>
          <p:nvPr/>
        </p:nvSpPr>
        <p:spPr>
          <a:xfrm>
            <a:off x="395536" y="620688"/>
            <a:ext cx="8352928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Изтеглете от интернет изображения на описаните от вас забележителности в текстовия документ. Съхранете ги във вашата работна папка с подходящи имена.  </a:t>
            </a:r>
          </a:p>
          <a:p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В програмата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Power Point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създайте презентация, като всяка забележителност да бъде на отделен слайд. От текстовия документ подберете най-важната информация за забележителността. В слайда добавете и изображението, което сте съхранили за нея.</a:t>
            </a:r>
          </a:p>
          <a:p>
            <a:endParaRPr lang="bg-BG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Пример: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4104109"/>
            <a:ext cx="4286250" cy="2637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420511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91201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39552" y="116601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Изберете подходящ дизайн и фон на презентацията.</a:t>
            </a:r>
          </a:p>
          <a:p>
            <a:pPr marL="0" indent="0"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Вмъкнете анимационни ефекти за появата на отделните елементите в слайдовете.</a:t>
            </a:r>
          </a:p>
          <a:p>
            <a:pPr marL="0" indent="0"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Вмъкнете ефекти за преход на слайдовете и времетраене на всеки слайд 5 секунди.</a:t>
            </a:r>
          </a:p>
          <a:p>
            <a:pPr marL="0" indent="0">
              <a:buNone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Съхранете презентацията с име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priroda_china.pptx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работната ви папка.</a:t>
            </a:r>
          </a:p>
        </p:txBody>
      </p:sp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3AD45E5D-3A65-98AE-C62F-3D58649B363A}"/>
              </a:ext>
            </a:extLst>
          </p:cNvPr>
          <p:cNvSpPr txBox="1"/>
          <p:nvPr/>
        </p:nvSpPr>
        <p:spPr>
          <a:xfrm>
            <a:off x="2123728" y="6298243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6 клас, Елена Маврова-Ненкова</a:t>
            </a:r>
          </a:p>
        </p:txBody>
      </p:sp>
    </p:spTree>
    <p:extLst>
      <p:ext uri="{BB962C8B-B14F-4D97-AF65-F5344CB8AC3E}">
        <p14:creationId xmlns:p14="http://schemas.microsoft.com/office/powerpoint/2010/main" val="14202851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298</Words>
  <Application>Microsoft Office PowerPoint</Application>
  <PresentationFormat>Презентация на цял екран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Wingdings</vt:lpstr>
      <vt:lpstr>Office тема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Елена Маврова</dc:creator>
  <cp:lastModifiedBy>Elena Nenkova</cp:lastModifiedBy>
  <cp:revision>11</cp:revision>
  <dcterms:created xsi:type="dcterms:W3CDTF">2020-05-21T19:13:39Z</dcterms:created>
  <dcterms:modified xsi:type="dcterms:W3CDTF">2026-07-25T13:49:06Z</dcterms:modified>
</cp:coreProperties>
</file>