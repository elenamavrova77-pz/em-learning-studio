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Текстово поле 1">
            <a:extLst>
              <a:ext uri="{FF2B5EF4-FFF2-40B4-BE49-F238E27FC236}">
                <a16:creationId xmlns:a16="http://schemas.microsoft.com/office/drawing/2014/main" id="{A2A975CA-513A-155F-68E8-A2983EC22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600" y="8305800"/>
            <a:ext cx="5400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bg-BG" altLang="bg-BG" sz="2400" dirty="0">
                <a:solidFill>
                  <a:srgbClr val="7030A0"/>
                </a:solidFill>
              </a:rPr>
              <a:t>КМИТ, 6 клас, Елена Маврова-Ненкова</a:t>
            </a:r>
          </a:p>
        </p:txBody>
      </p:sp>
      <p:sp>
        <p:nvSpPr>
          <p:cNvPr id="4" name="Правоъгълник 3">
            <a:extLst>
              <a:ext uri="{FF2B5EF4-FFF2-40B4-BE49-F238E27FC236}">
                <a16:creationId xmlns:a16="http://schemas.microsoft.com/office/drawing/2014/main" id="{8986717B-D2D9-70CA-A8DE-3CFCC627D075}"/>
              </a:ext>
            </a:extLst>
          </p:cNvPr>
          <p:cNvSpPr/>
          <p:nvPr/>
        </p:nvSpPr>
        <p:spPr>
          <a:xfrm>
            <a:off x="3575086" y="228600"/>
            <a:ext cx="91058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bg-BG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Език за програмиране </a:t>
            </a:r>
            <a:r>
              <a:rPr lang="en-US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endParaRPr lang="bg-BG" sz="5400" b="1" cap="none" spc="0" dirty="0">
              <a:ln/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</Words>
  <Application>Microsoft Office PowerPoint</Application>
  <PresentationFormat>По избор</PresentationFormat>
  <Paragraphs>2</Paragraphs>
  <Slides>13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2026-07-27T11:34:50Z</dcterms:modified>
</cp:coreProperties>
</file>