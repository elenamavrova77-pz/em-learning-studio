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Текстово поле 1">
            <a:extLst>
              <a:ext uri="{FF2B5EF4-FFF2-40B4-BE49-F238E27FC236}">
                <a16:creationId xmlns:a16="http://schemas.microsoft.com/office/drawing/2014/main" id="{CD1B425B-6C44-BC03-FD97-807C0AB0A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200" y="8458200"/>
            <a:ext cx="5400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742950" indent="-28575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1430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16002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0574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bg-BG" altLang="bg-BG" sz="2400" dirty="0">
                <a:solidFill>
                  <a:schemeClr val="bg1"/>
                </a:solidFill>
              </a:rPr>
              <a:t>КМИТ, 6 клас, Елена Маврова-Ненкова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По избор</PresentationFormat>
  <Paragraphs>1</Paragraphs>
  <Slides>13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2026-07-27T11:36:25Z</dcterms:modified>
</cp:coreProperties>
</file>