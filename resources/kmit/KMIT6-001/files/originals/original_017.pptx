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1" r:id="rId8"/>
    <p:sldId id="263" r:id="rId9"/>
    <p:sldId id="265" r:id="rId10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7757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3219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7473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8035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922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196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6990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574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3893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015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675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C9D7-16EA-4E57-863A-9E6C6E04CA45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40758-0034-4314-B256-49F210F236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3624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D06314DD-4833-B288-A0BE-708F6270F45E}"/>
              </a:ext>
            </a:extLst>
          </p:cNvPr>
          <p:cNvSpPr txBox="1"/>
          <p:nvPr/>
        </p:nvSpPr>
        <p:spPr>
          <a:xfrm>
            <a:off x="1691680" y="6381328"/>
            <a:ext cx="576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  <p:pic>
        <p:nvPicPr>
          <p:cNvPr id="3" name="Picture 2" descr="Microsoft PowerPoint – Уикипедия">
            <a:extLst>
              <a:ext uri="{FF2B5EF4-FFF2-40B4-BE49-F238E27FC236}">
                <a16:creationId xmlns:a16="http://schemas.microsoft.com/office/drawing/2014/main" id="{20938D83-82D9-4BA3-EC62-F51CAFA9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60848"/>
            <a:ext cx="2013577" cy="195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авоъгълник 4">
            <a:extLst>
              <a:ext uri="{FF2B5EF4-FFF2-40B4-BE49-F238E27FC236}">
                <a16:creationId xmlns:a16="http://schemas.microsoft.com/office/drawing/2014/main" id="{CD140BE0-3CD1-520A-FEA5-90B78345DA0B}"/>
              </a:ext>
            </a:extLst>
          </p:cNvPr>
          <p:cNvSpPr/>
          <p:nvPr/>
        </p:nvSpPr>
        <p:spPr>
          <a:xfrm>
            <a:off x="251520" y="2060848"/>
            <a:ext cx="602613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Компютърна презентация</a:t>
            </a:r>
            <a:endParaRPr lang="bg-BG" sz="40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572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4" y="10952"/>
            <a:ext cx="9146253" cy="684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843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79" y="7284"/>
            <a:ext cx="9146379" cy="685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59" y="2181525"/>
            <a:ext cx="8619902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Овал 1"/>
          <p:cNvSpPr/>
          <p:nvPr/>
        </p:nvSpPr>
        <p:spPr>
          <a:xfrm>
            <a:off x="6948264" y="2276872"/>
            <a:ext cx="2195736" cy="1656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Овал 5"/>
          <p:cNvSpPr/>
          <p:nvPr/>
        </p:nvSpPr>
        <p:spPr>
          <a:xfrm>
            <a:off x="827584" y="2102687"/>
            <a:ext cx="1008112" cy="3483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Текстово поле 2"/>
          <p:cNvSpPr txBox="1"/>
          <p:nvPr/>
        </p:nvSpPr>
        <p:spPr>
          <a:xfrm>
            <a:off x="1033544" y="4171160"/>
            <a:ext cx="7074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Вмъкване 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Аудио  </a:t>
            </a:r>
            <a:r>
              <a:rPr lang="bg-BG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Аудио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от файл…  </a:t>
            </a:r>
          </a:p>
          <a:p>
            <a:pPr algn="ctr"/>
            <a:endParaRPr lang="bg-BG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ctr"/>
            <a:r>
              <a:rPr lang="bg-BG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Избираме файла, който искаме да вмъкнем от нашия компютър</a:t>
            </a:r>
            <a:endParaRPr lang="bg-BG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D5123F04-66BA-65C0-7538-14355549E12E}"/>
              </a:ext>
            </a:extLst>
          </p:cNvPr>
          <p:cNvSpPr txBox="1"/>
          <p:nvPr/>
        </p:nvSpPr>
        <p:spPr>
          <a:xfrm>
            <a:off x="1669976" y="6479554"/>
            <a:ext cx="576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58709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48" y="1"/>
            <a:ext cx="9176048" cy="688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8640960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924944"/>
            <a:ext cx="3629203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вал 4"/>
          <p:cNvSpPr/>
          <p:nvPr/>
        </p:nvSpPr>
        <p:spPr>
          <a:xfrm>
            <a:off x="6948264" y="1484784"/>
            <a:ext cx="2195736" cy="1656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Овал 5"/>
          <p:cNvSpPr/>
          <p:nvPr/>
        </p:nvSpPr>
        <p:spPr>
          <a:xfrm>
            <a:off x="827584" y="1340768"/>
            <a:ext cx="1008112" cy="3483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7" name="Съединител &quot;права стрелка&quot; 6"/>
          <p:cNvCxnSpPr/>
          <p:nvPr/>
        </p:nvCxnSpPr>
        <p:spPr>
          <a:xfrm flipH="1">
            <a:off x="5220072" y="2708920"/>
            <a:ext cx="1728192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Текстово поле 8"/>
          <p:cNvSpPr txBox="1"/>
          <p:nvPr/>
        </p:nvSpPr>
        <p:spPr>
          <a:xfrm>
            <a:off x="946983" y="5085184"/>
            <a:ext cx="7074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Вмъкване 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Аудио  Записване на аудио </a:t>
            </a:r>
          </a:p>
          <a:p>
            <a:pPr algn="ctr"/>
            <a:endParaRPr lang="bg-BG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ctr"/>
            <a:r>
              <a:rPr lang="bg-BG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Даваме име на записания звук. </a:t>
            </a:r>
          </a:p>
          <a:p>
            <a:pPr algn="ctr"/>
            <a:r>
              <a:rPr lang="bg-BG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Натискаме бутона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Пусни</a:t>
            </a:r>
            <a:r>
              <a:rPr lang="bg-BG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и записваме. </a:t>
            </a:r>
          </a:p>
        </p:txBody>
      </p:sp>
      <p:sp>
        <p:nvSpPr>
          <p:cNvPr id="8" name="Текстово поле 7"/>
          <p:cNvSpPr txBox="1"/>
          <p:nvPr/>
        </p:nvSpPr>
        <p:spPr>
          <a:xfrm>
            <a:off x="2097623" y="4365104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Пусни</a:t>
            </a:r>
          </a:p>
        </p:txBody>
      </p:sp>
      <p:sp>
        <p:nvSpPr>
          <p:cNvPr id="11" name="Текстово поле 10"/>
          <p:cNvSpPr txBox="1"/>
          <p:nvPr/>
        </p:nvSpPr>
        <p:spPr>
          <a:xfrm>
            <a:off x="3343579" y="4517504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Пауза</a:t>
            </a:r>
          </a:p>
        </p:txBody>
      </p:sp>
      <p:sp>
        <p:nvSpPr>
          <p:cNvPr id="12" name="Текстово поле 11"/>
          <p:cNvSpPr txBox="1"/>
          <p:nvPr/>
        </p:nvSpPr>
        <p:spPr>
          <a:xfrm>
            <a:off x="4716016" y="436602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Спри</a:t>
            </a:r>
          </a:p>
        </p:txBody>
      </p:sp>
      <p:cxnSp>
        <p:nvCxnSpPr>
          <p:cNvPr id="13" name="Съединител &quot;права стрелка&quot; 12"/>
          <p:cNvCxnSpPr>
            <a:stCxn id="8" idx="0"/>
          </p:cNvCxnSpPr>
          <p:nvPr/>
        </p:nvCxnSpPr>
        <p:spPr>
          <a:xfrm flipV="1">
            <a:off x="2601679" y="4221088"/>
            <a:ext cx="530161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Съединител &quot;права стрелка&quot; 14"/>
          <p:cNvCxnSpPr/>
          <p:nvPr/>
        </p:nvCxnSpPr>
        <p:spPr>
          <a:xfrm flipV="1">
            <a:off x="3779912" y="4284712"/>
            <a:ext cx="72008" cy="2964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Съединител &quot;права стрелка&quot; 16"/>
          <p:cNvCxnSpPr>
            <a:stCxn id="12" idx="1"/>
          </p:cNvCxnSpPr>
          <p:nvPr/>
        </p:nvCxnSpPr>
        <p:spPr>
          <a:xfrm flipH="1" flipV="1">
            <a:off x="4484249" y="4365104"/>
            <a:ext cx="231767" cy="2009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9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64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F46F6241-4100-D48E-20DC-8F8F50D04A96}"/>
              </a:ext>
            </a:extLst>
          </p:cNvPr>
          <p:cNvSpPr txBox="1"/>
          <p:nvPr/>
        </p:nvSpPr>
        <p:spPr>
          <a:xfrm>
            <a:off x="2123728" y="6488669"/>
            <a:ext cx="576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0171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5" y="0"/>
            <a:ext cx="912140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197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59" y="476672"/>
            <a:ext cx="336232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43" y="2609094"/>
            <a:ext cx="8208912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вал 4"/>
          <p:cNvSpPr/>
          <p:nvPr/>
        </p:nvSpPr>
        <p:spPr>
          <a:xfrm>
            <a:off x="6488507" y="2588669"/>
            <a:ext cx="108012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Текстово поле 5"/>
          <p:cNvSpPr txBox="1"/>
          <p:nvPr/>
        </p:nvSpPr>
        <p:spPr>
          <a:xfrm>
            <a:off x="151803" y="4553310"/>
            <a:ext cx="2232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Стартиране на записа</a:t>
            </a:r>
          </a:p>
        </p:txBody>
      </p:sp>
      <p:cxnSp>
        <p:nvCxnSpPr>
          <p:cNvPr id="7" name="Съединител &quot;права стрелка&quot; 6"/>
          <p:cNvCxnSpPr>
            <a:stCxn id="6" idx="0"/>
          </p:cNvCxnSpPr>
          <p:nvPr/>
        </p:nvCxnSpPr>
        <p:spPr>
          <a:xfrm flipH="1" flipV="1">
            <a:off x="799875" y="3833230"/>
            <a:ext cx="468052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Текстово поле 10"/>
          <p:cNvSpPr txBox="1"/>
          <p:nvPr/>
        </p:nvSpPr>
        <p:spPr>
          <a:xfrm>
            <a:off x="773591" y="1730537"/>
            <a:ext cx="3266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Скриване на части от </a:t>
            </a:r>
            <a:r>
              <a:rPr lang="bg-BG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аудиозаписа</a:t>
            </a:r>
            <a:endParaRPr lang="bg-BG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Съединител &quot;права стрелка&quot; 11"/>
          <p:cNvCxnSpPr/>
          <p:nvPr/>
        </p:nvCxnSpPr>
        <p:spPr>
          <a:xfrm>
            <a:off x="2163358" y="2453855"/>
            <a:ext cx="364709" cy="9113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Текстово поле 14"/>
          <p:cNvSpPr txBox="1"/>
          <p:nvPr/>
        </p:nvSpPr>
        <p:spPr>
          <a:xfrm>
            <a:off x="2524645" y="4377534"/>
            <a:ext cx="3266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Стартиране и завършване на </a:t>
            </a:r>
            <a:r>
              <a:rPr lang="bg-BG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аудиозаписа</a:t>
            </a:r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с ефект</a:t>
            </a:r>
          </a:p>
        </p:txBody>
      </p:sp>
      <p:cxnSp>
        <p:nvCxnSpPr>
          <p:cNvPr id="16" name="Съединител &quot;права стрелка&quot; 15"/>
          <p:cNvCxnSpPr/>
          <p:nvPr/>
        </p:nvCxnSpPr>
        <p:spPr>
          <a:xfrm flipH="1" flipV="1">
            <a:off x="3950225" y="3977246"/>
            <a:ext cx="90012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Съединител &quot;права стрелка&quot; 20"/>
          <p:cNvCxnSpPr/>
          <p:nvPr/>
        </p:nvCxnSpPr>
        <p:spPr>
          <a:xfrm>
            <a:off x="4355976" y="1081508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Текстово поле 21"/>
          <p:cNvSpPr txBox="1"/>
          <p:nvPr/>
        </p:nvSpPr>
        <p:spPr>
          <a:xfrm>
            <a:off x="5688124" y="850676"/>
            <a:ext cx="27363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Възпроизвеждане</a:t>
            </a:r>
          </a:p>
        </p:txBody>
      </p:sp>
      <p:cxnSp>
        <p:nvCxnSpPr>
          <p:cNvPr id="24" name="Съединител &quot;права стрелка&quot; 23"/>
          <p:cNvCxnSpPr/>
          <p:nvPr/>
        </p:nvCxnSpPr>
        <p:spPr>
          <a:xfrm>
            <a:off x="8424428" y="1081509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Текстово поле 31"/>
          <p:cNvSpPr txBox="1"/>
          <p:nvPr/>
        </p:nvSpPr>
        <p:spPr>
          <a:xfrm>
            <a:off x="202374" y="245838"/>
            <a:ext cx="5616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Кликваме върху иконата на </a:t>
            </a:r>
            <a:r>
              <a:rPr lang="bg-BG" sz="22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аудиозаписа</a:t>
            </a:r>
            <a:endParaRPr lang="bg-BG" sz="2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Текстово поле 33"/>
          <p:cNvSpPr txBox="1"/>
          <p:nvPr/>
        </p:nvSpPr>
        <p:spPr>
          <a:xfrm>
            <a:off x="3911040" y="2076983"/>
            <a:ext cx="3266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Сила на </a:t>
            </a:r>
            <a:r>
              <a:rPr lang="bg-BG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зука</a:t>
            </a:r>
            <a:endParaRPr lang="bg-BG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69" name="Съединител &quot;права стрелка&quot; 7168"/>
          <p:cNvCxnSpPr/>
          <p:nvPr/>
        </p:nvCxnSpPr>
        <p:spPr>
          <a:xfrm flipH="1">
            <a:off x="4976339" y="2477093"/>
            <a:ext cx="288032" cy="708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Текстово поле 36"/>
          <p:cNvSpPr txBox="1"/>
          <p:nvPr/>
        </p:nvSpPr>
        <p:spPr>
          <a:xfrm>
            <a:off x="5791289" y="5079214"/>
            <a:ext cx="32666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Опции за пускане на звука </a:t>
            </a:r>
            <a:r>
              <a:rPr lang="bg-BG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/при щракване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автоматично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при смяна на слайдовете/</a:t>
            </a:r>
          </a:p>
        </p:txBody>
      </p:sp>
      <p:cxnSp>
        <p:nvCxnSpPr>
          <p:cNvPr id="38" name="Съединител &quot;права стрелка&quot; 37"/>
          <p:cNvCxnSpPr/>
          <p:nvPr/>
        </p:nvCxnSpPr>
        <p:spPr>
          <a:xfrm flipH="1" flipV="1">
            <a:off x="6488507" y="3365178"/>
            <a:ext cx="306898" cy="17390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15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" y="22384"/>
            <a:ext cx="9136507" cy="683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755575" y="548680"/>
            <a:ext cx="784887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Задача</a:t>
            </a:r>
          </a:p>
          <a:p>
            <a:pPr algn="ctr"/>
            <a:endParaRPr lang="bg-BG" sz="2800" dirty="0"/>
          </a:p>
          <a:p>
            <a:pPr algn="ctr"/>
            <a:r>
              <a:rPr lang="bg-BG" sz="2800" dirty="0"/>
              <a:t>Създайте презентация на тема </a:t>
            </a:r>
          </a:p>
          <a:p>
            <a:pPr algn="ctr"/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„Празниците през месец май“.</a:t>
            </a:r>
          </a:p>
          <a:p>
            <a:pPr algn="ctr"/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bg-BG" sz="2800" dirty="0"/>
              <a:t>Използвайте текст и изображения от Интернет. </a:t>
            </a:r>
          </a:p>
          <a:p>
            <a:pPr algn="ctr"/>
            <a:r>
              <a:rPr lang="bg-BG" sz="2800" dirty="0"/>
              <a:t>Постарайте се да обхванете всички празници през месеца /1 май – Ден на труда и солидарността, 2 май – Св. Цар Борис, 6 май – Гергьовден, 11 май – Св. Св. Кирил и Методий, 21 май - Св.Константин и Елена</a:t>
            </a:r>
          </a:p>
          <a:p>
            <a:pPr algn="ctr"/>
            <a:r>
              <a:rPr lang="bg-BG" sz="2800" dirty="0"/>
              <a:t>24 май – Ден на славянската писменост/.</a:t>
            </a:r>
          </a:p>
          <a:p>
            <a:pPr algn="ctr"/>
            <a:endParaRPr lang="bg-BG" sz="2800" dirty="0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4585BAF-948E-384E-B4ED-351D143FAC77}"/>
              </a:ext>
            </a:extLst>
          </p:cNvPr>
          <p:cNvSpPr txBox="1"/>
          <p:nvPr/>
        </p:nvSpPr>
        <p:spPr>
          <a:xfrm>
            <a:off x="1669976" y="6479554"/>
            <a:ext cx="576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315801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77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авоъгълник 2"/>
          <p:cNvSpPr/>
          <p:nvPr/>
        </p:nvSpPr>
        <p:spPr>
          <a:xfrm>
            <a:off x="708542" y="1628800"/>
            <a:ext cx="806489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3200" dirty="0"/>
              <a:t>В създадената вече презентация на тема </a:t>
            </a:r>
          </a:p>
          <a:p>
            <a:pPr algn="ctr"/>
            <a:r>
              <a:rPr lang="bg-BG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„Празниците през месец май“ </a:t>
            </a:r>
            <a:r>
              <a:rPr lang="bg-BG" sz="3200" dirty="0"/>
              <a:t>вмъкнете подходящ аудиофайл по ваш избор, изтеглен от Интернет.</a:t>
            </a:r>
          </a:p>
          <a:p>
            <a:pPr algn="ctr"/>
            <a:r>
              <a:rPr lang="bg-BG" sz="3200" dirty="0"/>
              <a:t>Направете следните настройки на звука: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3200" dirty="0"/>
              <a:t> да се стартира автоматично със започване на презентацията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3200" dirty="0"/>
              <a:t>да звучи през цялата презентация</a:t>
            </a:r>
          </a:p>
        </p:txBody>
      </p:sp>
      <p:sp>
        <p:nvSpPr>
          <p:cNvPr id="4" name="Правоъгълник 3"/>
          <p:cNvSpPr/>
          <p:nvPr/>
        </p:nvSpPr>
        <p:spPr>
          <a:xfrm>
            <a:off x="3680506" y="598596"/>
            <a:ext cx="17395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Задача</a:t>
            </a:r>
          </a:p>
        </p:txBody>
      </p:sp>
      <p:sp>
        <p:nvSpPr>
          <p:cNvPr id="6" name="Текстово поле 5"/>
          <p:cNvSpPr txBox="1"/>
          <p:nvPr/>
        </p:nvSpPr>
        <p:spPr>
          <a:xfrm>
            <a:off x="1669976" y="6479554"/>
            <a:ext cx="576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1386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239</Words>
  <Application>Microsoft Office PowerPoint</Application>
  <PresentationFormat>Презентация на цял екран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9</cp:revision>
  <dcterms:created xsi:type="dcterms:W3CDTF">2020-03-26T06:57:51Z</dcterms:created>
  <dcterms:modified xsi:type="dcterms:W3CDTF">2026-07-25T13:19:38Z</dcterms:modified>
</cp:coreProperties>
</file>