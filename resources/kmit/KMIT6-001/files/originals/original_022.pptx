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185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42E8A0B-3F49-48D6-B8A0-5157E9794177}"/>
              </a:ext>
            </a:extLst>
          </p:cNvPr>
          <p:cNvSpPr txBox="1"/>
          <p:nvPr/>
        </p:nvSpPr>
        <p:spPr>
          <a:xfrm>
            <a:off x="4546600" y="133290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r>
              <a:rPr lang="bg-BG" sz="2000" dirty="0">
                <a:latin typeface="Bookman Old Style" pitchFamily="18" charset="0"/>
                <a:cs typeface="Calibri" pitchFamily="34" charset="0"/>
              </a:rPr>
              <a:t>КМИТ, 6 клас, Маврова-Ненкова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По избор</PresentationFormat>
  <Paragraphs>1</Paragraphs>
  <Slides>14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2026-07-27T10:56:18Z</dcterms:modified>
</cp:coreProperties>
</file>