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Override1.xml" ContentType="application/vnd.openxmlformats-officedocument.themeOverr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60" r:id="rId3"/>
    <p:sldId id="257" r:id="rId4"/>
    <p:sldId id="276" r:id="rId5"/>
    <p:sldId id="269" r:id="rId6"/>
    <p:sldId id="270" r:id="rId7"/>
    <p:sldId id="275" r:id="rId8"/>
  </p:sldIdLst>
  <p:sldSz cx="12192000" cy="6858000"/>
  <p:notesSz cx="6858000" cy="9144000"/>
  <p:custDataLst>
    <p:tags r:id="rId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63" Type="http://schemas.openxmlformats.org/officeDocument/2006/relationships/tags" Target="../tags/tag64.xml"/><Relationship Id="rId68" Type="http://schemas.openxmlformats.org/officeDocument/2006/relationships/tags" Target="../tags/tag69.xml"/><Relationship Id="rId76" Type="http://schemas.openxmlformats.org/officeDocument/2006/relationships/tags" Target="../tags/tag77.xml"/><Relationship Id="rId84" Type="http://schemas.openxmlformats.org/officeDocument/2006/relationships/tags" Target="../tags/tag85.xml"/><Relationship Id="rId89" Type="http://schemas.openxmlformats.org/officeDocument/2006/relationships/tags" Target="../tags/tag90.xml"/><Relationship Id="rId7" Type="http://schemas.openxmlformats.org/officeDocument/2006/relationships/tags" Target="../tags/tag8.xml"/><Relationship Id="rId71" Type="http://schemas.openxmlformats.org/officeDocument/2006/relationships/tags" Target="../tags/tag72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66" Type="http://schemas.openxmlformats.org/officeDocument/2006/relationships/tags" Target="../tags/tag67.xml"/><Relationship Id="rId74" Type="http://schemas.openxmlformats.org/officeDocument/2006/relationships/tags" Target="../tags/tag75.xml"/><Relationship Id="rId79" Type="http://schemas.openxmlformats.org/officeDocument/2006/relationships/tags" Target="../tags/tag80.xml"/><Relationship Id="rId87" Type="http://schemas.openxmlformats.org/officeDocument/2006/relationships/tags" Target="../tags/tag88.xml"/><Relationship Id="rId5" Type="http://schemas.openxmlformats.org/officeDocument/2006/relationships/tags" Target="../tags/tag6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90" Type="http://schemas.openxmlformats.org/officeDocument/2006/relationships/tags" Target="../tags/tag91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64" Type="http://schemas.openxmlformats.org/officeDocument/2006/relationships/tags" Target="../tags/tag65.xml"/><Relationship Id="rId69" Type="http://schemas.openxmlformats.org/officeDocument/2006/relationships/tags" Target="../tags/tag70.xml"/><Relationship Id="rId77" Type="http://schemas.openxmlformats.org/officeDocument/2006/relationships/tags" Target="../tags/tag78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80" Type="http://schemas.openxmlformats.org/officeDocument/2006/relationships/tags" Target="../tags/tag81.xml"/><Relationship Id="rId85" Type="http://schemas.openxmlformats.org/officeDocument/2006/relationships/tags" Target="../tags/tag86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59" Type="http://schemas.openxmlformats.org/officeDocument/2006/relationships/tags" Target="../tags/tag60.xml"/><Relationship Id="rId67" Type="http://schemas.openxmlformats.org/officeDocument/2006/relationships/tags" Target="../tags/tag68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62" Type="http://schemas.openxmlformats.org/officeDocument/2006/relationships/tags" Target="../tags/tag63.xml"/><Relationship Id="rId70" Type="http://schemas.openxmlformats.org/officeDocument/2006/relationships/tags" Target="../tags/tag71.xml"/><Relationship Id="rId75" Type="http://schemas.openxmlformats.org/officeDocument/2006/relationships/tags" Target="../tags/tag76.xml"/><Relationship Id="rId83" Type="http://schemas.openxmlformats.org/officeDocument/2006/relationships/tags" Target="../tags/tag84.xml"/><Relationship Id="rId88" Type="http://schemas.openxmlformats.org/officeDocument/2006/relationships/tags" Target="../tags/tag89.xml"/><Relationship Id="rId91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tags" Target="../tags/tag5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65" Type="http://schemas.openxmlformats.org/officeDocument/2006/relationships/tags" Target="../tags/tag66.xml"/><Relationship Id="rId73" Type="http://schemas.openxmlformats.org/officeDocument/2006/relationships/tags" Target="../tags/tag74.xml"/><Relationship Id="rId78" Type="http://schemas.openxmlformats.org/officeDocument/2006/relationships/tags" Target="../tags/tag79.xml"/><Relationship Id="rId81" Type="http://schemas.openxmlformats.org/officeDocument/2006/relationships/tags" Target="../tags/tag82.xml"/><Relationship Id="rId86" Type="http://schemas.openxmlformats.org/officeDocument/2006/relationships/tags" Target="../tags/tag87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26" Type="http://schemas.openxmlformats.org/officeDocument/2006/relationships/tags" Target="../tags/tag116.xml"/><Relationship Id="rId39" Type="http://schemas.openxmlformats.org/officeDocument/2006/relationships/tags" Target="../tags/tag129.xml"/><Relationship Id="rId21" Type="http://schemas.openxmlformats.org/officeDocument/2006/relationships/tags" Target="../tags/tag111.xml"/><Relationship Id="rId34" Type="http://schemas.openxmlformats.org/officeDocument/2006/relationships/tags" Target="../tags/tag124.xml"/><Relationship Id="rId42" Type="http://schemas.openxmlformats.org/officeDocument/2006/relationships/tags" Target="../tags/tag132.xml"/><Relationship Id="rId47" Type="http://schemas.openxmlformats.org/officeDocument/2006/relationships/tags" Target="../tags/tag137.xml"/><Relationship Id="rId50" Type="http://schemas.openxmlformats.org/officeDocument/2006/relationships/tags" Target="../tags/tag140.xml"/><Relationship Id="rId55" Type="http://schemas.openxmlformats.org/officeDocument/2006/relationships/tags" Target="../tags/tag145.xml"/><Relationship Id="rId63" Type="http://schemas.openxmlformats.org/officeDocument/2006/relationships/tags" Target="../tags/tag153.xml"/><Relationship Id="rId68" Type="http://schemas.openxmlformats.org/officeDocument/2006/relationships/tags" Target="../tags/tag158.xml"/><Relationship Id="rId76" Type="http://schemas.openxmlformats.org/officeDocument/2006/relationships/tags" Target="../tags/tag166.xml"/><Relationship Id="rId84" Type="http://schemas.openxmlformats.org/officeDocument/2006/relationships/tags" Target="../tags/tag174.xml"/><Relationship Id="rId89" Type="http://schemas.openxmlformats.org/officeDocument/2006/relationships/tags" Target="../tags/tag179.xml"/><Relationship Id="rId7" Type="http://schemas.openxmlformats.org/officeDocument/2006/relationships/tags" Target="../tags/tag97.xml"/><Relationship Id="rId71" Type="http://schemas.openxmlformats.org/officeDocument/2006/relationships/tags" Target="../tags/tag161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9" Type="http://schemas.openxmlformats.org/officeDocument/2006/relationships/tags" Target="../tags/tag119.xml"/><Relationship Id="rId11" Type="http://schemas.openxmlformats.org/officeDocument/2006/relationships/tags" Target="../tags/tag101.xml"/><Relationship Id="rId24" Type="http://schemas.openxmlformats.org/officeDocument/2006/relationships/tags" Target="../tags/tag114.xml"/><Relationship Id="rId32" Type="http://schemas.openxmlformats.org/officeDocument/2006/relationships/tags" Target="../tags/tag122.xml"/><Relationship Id="rId37" Type="http://schemas.openxmlformats.org/officeDocument/2006/relationships/tags" Target="../tags/tag127.xml"/><Relationship Id="rId40" Type="http://schemas.openxmlformats.org/officeDocument/2006/relationships/tags" Target="../tags/tag130.xml"/><Relationship Id="rId45" Type="http://schemas.openxmlformats.org/officeDocument/2006/relationships/tags" Target="../tags/tag135.xml"/><Relationship Id="rId53" Type="http://schemas.openxmlformats.org/officeDocument/2006/relationships/tags" Target="../tags/tag143.xml"/><Relationship Id="rId58" Type="http://schemas.openxmlformats.org/officeDocument/2006/relationships/tags" Target="../tags/tag148.xml"/><Relationship Id="rId66" Type="http://schemas.openxmlformats.org/officeDocument/2006/relationships/tags" Target="../tags/tag156.xml"/><Relationship Id="rId74" Type="http://schemas.openxmlformats.org/officeDocument/2006/relationships/tags" Target="../tags/tag164.xml"/><Relationship Id="rId79" Type="http://schemas.openxmlformats.org/officeDocument/2006/relationships/tags" Target="../tags/tag169.xml"/><Relationship Id="rId87" Type="http://schemas.openxmlformats.org/officeDocument/2006/relationships/tags" Target="../tags/tag177.xml"/><Relationship Id="rId5" Type="http://schemas.openxmlformats.org/officeDocument/2006/relationships/tags" Target="../tags/tag95.xml"/><Relationship Id="rId61" Type="http://schemas.openxmlformats.org/officeDocument/2006/relationships/tags" Target="../tags/tag151.xml"/><Relationship Id="rId82" Type="http://schemas.openxmlformats.org/officeDocument/2006/relationships/tags" Target="../tags/tag172.xml"/><Relationship Id="rId90" Type="http://schemas.openxmlformats.org/officeDocument/2006/relationships/tags" Target="../tags/tag180.xml"/><Relationship Id="rId19" Type="http://schemas.openxmlformats.org/officeDocument/2006/relationships/tags" Target="../tags/tag109.xml"/><Relationship Id="rId14" Type="http://schemas.openxmlformats.org/officeDocument/2006/relationships/tags" Target="../tags/tag104.xml"/><Relationship Id="rId22" Type="http://schemas.openxmlformats.org/officeDocument/2006/relationships/tags" Target="../tags/tag112.xml"/><Relationship Id="rId27" Type="http://schemas.openxmlformats.org/officeDocument/2006/relationships/tags" Target="../tags/tag117.xml"/><Relationship Id="rId30" Type="http://schemas.openxmlformats.org/officeDocument/2006/relationships/tags" Target="../tags/tag120.xml"/><Relationship Id="rId35" Type="http://schemas.openxmlformats.org/officeDocument/2006/relationships/tags" Target="../tags/tag125.xml"/><Relationship Id="rId43" Type="http://schemas.openxmlformats.org/officeDocument/2006/relationships/tags" Target="../tags/tag133.xml"/><Relationship Id="rId48" Type="http://schemas.openxmlformats.org/officeDocument/2006/relationships/tags" Target="../tags/tag138.xml"/><Relationship Id="rId56" Type="http://schemas.openxmlformats.org/officeDocument/2006/relationships/tags" Target="../tags/tag146.xml"/><Relationship Id="rId64" Type="http://schemas.openxmlformats.org/officeDocument/2006/relationships/tags" Target="../tags/tag154.xml"/><Relationship Id="rId69" Type="http://schemas.openxmlformats.org/officeDocument/2006/relationships/tags" Target="../tags/tag159.xml"/><Relationship Id="rId77" Type="http://schemas.openxmlformats.org/officeDocument/2006/relationships/tags" Target="../tags/tag167.xml"/><Relationship Id="rId8" Type="http://schemas.openxmlformats.org/officeDocument/2006/relationships/tags" Target="../tags/tag98.xml"/><Relationship Id="rId51" Type="http://schemas.openxmlformats.org/officeDocument/2006/relationships/tags" Target="../tags/tag141.xml"/><Relationship Id="rId72" Type="http://schemas.openxmlformats.org/officeDocument/2006/relationships/tags" Target="../tags/tag162.xml"/><Relationship Id="rId80" Type="http://schemas.openxmlformats.org/officeDocument/2006/relationships/tags" Target="../tags/tag170.xml"/><Relationship Id="rId85" Type="http://schemas.openxmlformats.org/officeDocument/2006/relationships/tags" Target="../tags/tag175.xml"/><Relationship Id="rId3" Type="http://schemas.openxmlformats.org/officeDocument/2006/relationships/tags" Target="../tags/tag93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5" Type="http://schemas.openxmlformats.org/officeDocument/2006/relationships/tags" Target="../tags/tag115.xml"/><Relationship Id="rId33" Type="http://schemas.openxmlformats.org/officeDocument/2006/relationships/tags" Target="../tags/tag123.xml"/><Relationship Id="rId38" Type="http://schemas.openxmlformats.org/officeDocument/2006/relationships/tags" Target="../tags/tag128.xml"/><Relationship Id="rId46" Type="http://schemas.openxmlformats.org/officeDocument/2006/relationships/tags" Target="../tags/tag136.xml"/><Relationship Id="rId59" Type="http://schemas.openxmlformats.org/officeDocument/2006/relationships/tags" Target="../tags/tag149.xml"/><Relationship Id="rId67" Type="http://schemas.openxmlformats.org/officeDocument/2006/relationships/tags" Target="../tags/tag157.xml"/><Relationship Id="rId20" Type="http://schemas.openxmlformats.org/officeDocument/2006/relationships/tags" Target="../tags/tag110.xml"/><Relationship Id="rId41" Type="http://schemas.openxmlformats.org/officeDocument/2006/relationships/tags" Target="../tags/tag131.xml"/><Relationship Id="rId54" Type="http://schemas.openxmlformats.org/officeDocument/2006/relationships/tags" Target="../tags/tag144.xml"/><Relationship Id="rId62" Type="http://schemas.openxmlformats.org/officeDocument/2006/relationships/tags" Target="../tags/tag152.xml"/><Relationship Id="rId70" Type="http://schemas.openxmlformats.org/officeDocument/2006/relationships/tags" Target="../tags/tag160.xml"/><Relationship Id="rId75" Type="http://schemas.openxmlformats.org/officeDocument/2006/relationships/tags" Target="../tags/tag165.xml"/><Relationship Id="rId83" Type="http://schemas.openxmlformats.org/officeDocument/2006/relationships/tags" Target="../tags/tag173.xml"/><Relationship Id="rId88" Type="http://schemas.openxmlformats.org/officeDocument/2006/relationships/tags" Target="../tags/tag178.xml"/><Relationship Id="rId91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96.xml"/><Relationship Id="rId15" Type="http://schemas.openxmlformats.org/officeDocument/2006/relationships/tags" Target="../tags/tag105.xml"/><Relationship Id="rId23" Type="http://schemas.openxmlformats.org/officeDocument/2006/relationships/tags" Target="../tags/tag113.xml"/><Relationship Id="rId28" Type="http://schemas.openxmlformats.org/officeDocument/2006/relationships/tags" Target="../tags/tag118.xml"/><Relationship Id="rId36" Type="http://schemas.openxmlformats.org/officeDocument/2006/relationships/tags" Target="../tags/tag126.xml"/><Relationship Id="rId49" Type="http://schemas.openxmlformats.org/officeDocument/2006/relationships/tags" Target="../tags/tag139.xml"/><Relationship Id="rId57" Type="http://schemas.openxmlformats.org/officeDocument/2006/relationships/tags" Target="../tags/tag147.xml"/><Relationship Id="rId10" Type="http://schemas.openxmlformats.org/officeDocument/2006/relationships/tags" Target="../tags/tag100.xml"/><Relationship Id="rId31" Type="http://schemas.openxmlformats.org/officeDocument/2006/relationships/tags" Target="../tags/tag121.xml"/><Relationship Id="rId44" Type="http://schemas.openxmlformats.org/officeDocument/2006/relationships/tags" Target="../tags/tag134.xml"/><Relationship Id="rId52" Type="http://schemas.openxmlformats.org/officeDocument/2006/relationships/tags" Target="../tags/tag142.xml"/><Relationship Id="rId60" Type="http://schemas.openxmlformats.org/officeDocument/2006/relationships/tags" Target="../tags/tag150.xml"/><Relationship Id="rId65" Type="http://schemas.openxmlformats.org/officeDocument/2006/relationships/tags" Target="../tags/tag155.xml"/><Relationship Id="rId73" Type="http://schemas.openxmlformats.org/officeDocument/2006/relationships/tags" Target="../tags/tag163.xml"/><Relationship Id="rId78" Type="http://schemas.openxmlformats.org/officeDocument/2006/relationships/tags" Target="../tags/tag168.xml"/><Relationship Id="rId81" Type="http://schemas.openxmlformats.org/officeDocument/2006/relationships/tags" Target="../tags/tag171.xml"/><Relationship Id="rId86" Type="http://schemas.openxmlformats.org/officeDocument/2006/relationships/tags" Target="../tags/tag176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0" y="-30163"/>
            <a:ext cx="12090400" cy="6889751"/>
            <a:chOff x="0" y="-30477"/>
            <a:chExt cx="9067800" cy="6889273"/>
          </a:xfrm>
        </p:grpSpPr>
        <p:sp>
          <p:nvSpPr>
            <p:cNvPr id="5" name="Straight Connector 10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rot="16200000" flipH="1">
              <a:off x="-14478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" name="Straight Connector 176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rot="16200000" flipH="1">
              <a:off x="-1638300" y="3238500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" name="Straight Connector 177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rot="5400000">
              <a:off x="-1485900" y="3238500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" name="Straight Connector 18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rot="5400000">
              <a:off x="-3238500" y="3314700"/>
              <a:ext cx="6858000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" name="Straight Connector 18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rot="16200000" flipH="1">
              <a:off x="-3314700" y="3314700"/>
              <a:ext cx="6858000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0" name="Straight Connector 18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rot="16200000" flipH="1">
              <a:off x="-1371600" y="2971800"/>
              <a:ext cx="6858000" cy="9144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1" name="Straight Connector 18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rot="16200000" flipH="1">
              <a:off x="-2819400" y="3200400"/>
              <a:ext cx="6858000" cy="457200"/>
            </a:xfrm>
            <a:prstGeom prst="line">
              <a:avLst/>
            </a:prstGeom>
            <a:noFill/>
            <a:ln w="9525" algn="ctr">
              <a:solidFill>
                <a:srgbClr val="759AA5">
                  <a:alpha val="9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Straight Connector 18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rot="5400000">
              <a:off x="-2705099" y="3238500"/>
              <a:ext cx="6858000" cy="38100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Straight Connector 18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rot="16200000" flipH="1">
              <a:off x="-2133599" y="3200399"/>
              <a:ext cx="6858000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Straight Connector 18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rot="16200000" flipH="1">
              <a:off x="-3124200" y="3276600"/>
              <a:ext cx="6858000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Straight Connector 18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rot="16200000" flipH="1">
              <a:off x="-1828799" y="3352798"/>
              <a:ext cx="6858000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Straight Connector 188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rot="16200000" flipH="1">
              <a:off x="-28194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Straight Connector 18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rot="16200000" flipH="1">
              <a:off x="-2438400" y="3124200"/>
              <a:ext cx="6858000" cy="6096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Straight Connector 164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rot="5400000">
              <a:off x="-1731645" y="2722245"/>
              <a:ext cx="6858000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3882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Straight Connector 165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rot="5400000">
              <a:off x="-1142048" y="3277551"/>
              <a:ext cx="6858000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Straight Connector 168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rot="5400000">
              <a:off x="-914400" y="3276600"/>
              <a:ext cx="6858000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Straight Connector 172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rot="5400000">
              <a:off x="-1855470" y="3227070"/>
              <a:ext cx="6858000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Straight Connector 120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rot="16200000" flipH="1">
              <a:off x="-2643186" y="3252788"/>
              <a:ext cx="6858000" cy="352425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3" name="Straight Connector 144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rot="16200000" flipH="1">
              <a:off x="-1954530" y="3326130"/>
              <a:ext cx="6858000" cy="205740"/>
            </a:xfrm>
            <a:prstGeom prst="line">
              <a:avLst/>
            </a:prstGeom>
            <a:noFill/>
            <a:ln w="5080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4" name="Straight Connector 107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rot="16200000" flipH="1">
              <a:off x="-23622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Straight Connector 208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rot="16200000" flipH="1">
              <a:off x="-21336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Straight Connector 209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rot="16200000" flipH="1">
              <a:off x="10668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Straight Connector 210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rot="16200000" flipH="1">
              <a:off x="876300" y="3238500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Straight Connector 211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rot="5400000">
              <a:off x="1028700" y="3238500"/>
              <a:ext cx="6858000" cy="3810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9" name="Straight Connector 212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rot="5400000">
              <a:off x="-723900" y="3314700"/>
              <a:ext cx="6858000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0" name="Straight Connector 213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rot="16200000" flipH="1">
              <a:off x="-800100" y="3314700"/>
              <a:ext cx="6858000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Straight Connector 214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rot="5400000">
              <a:off x="-152400" y="3429000"/>
              <a:ext cx="6858000" cy="1588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Straight Connector 215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rot="16200000" flipH="1">
              <a:off x="-304800" y="3200400"/>
              <a:ext cx="6858000" cy="4572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Straight Connector 216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rot="5400000">
              <a:off x="-190499" y="3238500"/>
              <a:ext cx="6858000" cy="381000"/>
            </a:xfrm>
            <a:prstGeom prst="line">
              <a:avLst/>
            </a:prstGeom>
            <a:noFill/>
            <a:ln w="5080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Straight Connector 217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rot="16200000" flipH="1">
              <a:off x="381000" y="3200399"/>
              <a:ext cx="6858000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Straight Connector 218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rot="16200000" flipH="1">
              <a:off x="-609600" y="3276600"/>
              <a:ext cx="6858000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Straight Connector 219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rot="16200000" flipH="1">
              <a:off x="685801" y="3352798"/>
              <a:ext cx="6858000" cy="152401"/>
            </a:xfrm>
            <a:prstGeom prst="line">
              <a:avLst/>
            </a:prstGeom>
            <a:noFill/>
            <a:ln w="5080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7" name="Straight Connector 220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rot="16200000" flipH="1">
              <a:off x="-3048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8" name="Straight Connector 221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rot="5400000">
              <a:off x="-1028700" y="3314700"/>
              <a:ext cx="6858000" cy="2286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9" name="Straight Connector 222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rot="5400000">
              <a:off x="782955" y="2722245"/>
              <a:ext cx="6858000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3882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0" name="Straight Connector 223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rot="5400000">
              <a:off x="1372552" y="3277551"/>
              <a:ext cx="6858000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1" name="Straight Connector 224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rot="5400000">
              <a:off x="16002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2" name="Straight Connector 225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rot="5400000">
              <a:off x="659130" y="3227070"/>
              <a:ext cx="6858000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3" name="Straight Connector 226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rot="16200000" flipH="1">
              <a:off x="-128587" y="3252788"/>
              <a:ext cx="6858000" cy="352425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4" name="Straight Connector 227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rot="16200000" flipH="1">
              <a:off x="560070" y="3326130"/>
              <a:ext cx="6858000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5" name="Straight Connector 228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rot="16200000" flipH="1">
              <a:off x="1524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6" name="Straight Connector 229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rot="16200000" flipH="1">
              <a:off x="3810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7" name="Straight Connector 236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rot="16200000" flipH="1">
              <a:off x="2743200" y="3352801"/>
              <a:ext cx="6858000" cy="152400"/>
            </a:xfrm>
            <a:prstGeom prst="line">
              <a:avLst/>
            </a:prstGeom>
            <a:noFill/>
            <a:ln w="5080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8" name="Straight Connector 237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rot="16200000" flipH="1">
              <a:off x="2095501" y="3238501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9" name="Straight Connector 238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rot="5400000">
              <a:off x="2705100" y="3238501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0" name="Straight Connector 239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 rot="5400000">
              <a:off x="1828800" y="3276601"/>
              <a:ext cx="6857999" cy="3048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1" name="Straight Connector 240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rot="16200000" flipH="1">
              <a:off x="1066800" y="3200401"/>
              <a:ext cx="6858000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2" name="Straight Connector 241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rot="16200000" flipH="1">
              <a:off x="2362201" y="3352800"/>
              <a:ext cx="6858000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3" name="Straight Connector 242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rot="5400000">
              <a:off x="2646045" y="2722246"/>
              <a:ext cx="6858000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5607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4" name="Straight Connector 243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rot="5400000">
              <a:off x="3048952" y="3277553"/>
              <a:ext cx="6858000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5" name="Straight Connector 244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 rot="5400000">
              <a:off x="2895600" y="3276601"/>
              <a:ext cx="6858000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6" name="Straight Connector 245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 rot="5400000">
              <a:off x="2388870" y="3227071"/>
              <a:ext cx="6858000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7" name="Straight Connector 246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rot="16200000" flipH="1">
              <a:off x="2236470" y="3326131"/>
              <a:ext cx="6858000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8" name="Straight Connector 247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rot="16200000" flipH="1">
              <a:off x="1752600" y="3352801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9" name="Straight Connector 248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rot="16200000" flipH="1">
              <a:off x="19812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0" name="Straight Connector 249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rot="5400000">
              <a:off x="3467100" y="3314701"/>
              <a:ext cx="6858000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1" name="Straight Connector 250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rot="16200000" flipH="1">
              <a:off x="3467099" y="3314701"/>
              <a:ext cx="6858000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2" name="Straight Connector 251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rot="5400000">
              <a:off x="4038600" y="3429001"/>
              <a:ext cx="6858000" cy="1588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3" name="Straight Connector 252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rot="16200000" flipH="1">
              <a:off x="3886200" y="3200401"/>
              <a:ext cx="6858000" cy="457200"/>
            </a:xfrm>
            <a:prstGeom prst="line">
              <a:avLst/>
            </a:prstGeom>
            <a:noFill/>
            <a:ln w="9525" algn="ctr">
              <a:solidFill>
                <a:srgbClr val="759AA5">
                  <a:alpha val="9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4" name="Straight Connector 253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rot="5400000">
              <a:off x="4000501" y="3238501"/>
              <a:ext cx="6858000" cy="38100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5" name="Straight Connector 254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rot="16200000" flipH="1">
              <a:off x="4572000" y="3200400"/>
              <a:ext cx="6858000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6" name="Straight Connector 256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 rot="16200000" flipH="1">
              <a:off x="3733800" y="3352800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7" name="Straight Connector 257"/>
            <p:cNvSpPr>
              <a:spLocks noChangeShapeType="1"/>
            </p:cNvSpPr>
            <p:nvPr>
              <p:custDataLst>
                <p:tags r:id="rId70"/>
              </p:custDataLst>
            </p:nvPr>
          </p:nvSpPr>
          <p:spPr bwMode="auto">
            <a:xfrm rot="5400000">
              <a:off x="3619500" y="3314700"/>
              <a:ext cx="6858000" cy="2286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8" name="Straight Connector 258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rot="16200000" flipH="1">
              <a:off x="4214813" y="3252788"/>
              <a:ext cx="6858000" cy="352425"/>
            </a:xfrm>
            <a:prstGeom prst="line">
              <a:avLst/>
            </a:prstGeom>
            <a:noFill/>
            <a:ln w="15875" algn="ctr">
              <a:solidFill>
                <a:srgbClr val="759AA5">
                  <a:alpha val="7215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9" name="Straight Connector 259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rot="16200000" flipH="1">
              <a:off x="4751070" y="3326131"/>
              <a:ext cx="6858000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0" name="Straight Connector 260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 rot="16200000" flipH="1">
              <a:off x="4343400" y="3352801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1" name="Straight Connector 261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 rot="16200000" flipH="1">
              <a:off x="4572000" y="3352801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2" name="Straight Connector 263"/>
            <p:cNvSpPr>
              <a:spLocks noChangeShapeType="1"/>
            </p:cNvSpPr>
            <p:nvPr>
              <p:custDataLst>
                <p:tags r:id="rId75"/>
              </p:custDataLst>
            </p:nvPr>
          </p:nvSpPr>
          <p:spPr bwMode="auto">
            <a:xfrm rot="16200000" flipH="1">
              <a:off x="5257800" y="3352802"/>
              <a:ext cx="6858000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3" name="Straight Connector 264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 rot="16200000" flipH="1">
              <a:off x="5067300" y="3238502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4" name="Straight Connector 265"/>
            <p:cNvSpPr>
              <a:spLocks noChangeShapeType="1"/>
            </p:cNvSpPr>
            <p:nvPr>
              <p:custDataLst>
                <p:tags r:id="rId77"/>
              </p:custDataLst>
            </p:nvPr>
          </p:nvSpPr>
          <p:spPr bwMode="auto">
            <a:xfrm rot="5400000">
              <a:off x="5219700" y="3238502"/>
              <a:ext cx="6858000" cy="381000"/>
            </a:xfrm>
            <a:prstGeom prst="line">
              <a:avLst/>
            </a:prstGeom>
            <a:noFill/>
            <a:ln w="5080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5" name="Straight Connector 266"/>
            <p:cNvSpPr>
              <a:spLocks noChangeShapeType="1"/>
            </p:cNvSpPr>
            <p:nvPr>
              <p:custDataLst>
                <p:tags r:id="rId78"/>
              </p:custDataLst>
            </p:nvPr>
          </p:nvSpPr>
          <p:spPr bwMode="auto">
            <a:xfrm rot="16200000" flipH="1">
              <a:off x="4876801" y="3352801"/>
              <a:ext cx="6858000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6" name="Straight Connector 267"/>
            <p:cNvSpPr>
              <a:spLocks noChangeShapeType="1"/>
            </p:cNvSpPr>
            <p:nvPr>
              <p:custDataLst>
                <p:tags r:id="rId79"/>
              </p:custDataLst>
            </p:nvPr>
          </p:nvSpPr>
          <p:spPr bwMode="auto">
            <a:xfrm rot="5400000">
              <a:off x="5527994" y="3318196"/>
              <a:ext cx="6888479" cy="191133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7" name="Straight Connector 269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 rot="5400000">
              <a:off x="4850130" y="3227072"/>
              <a:ext cx="6858000" cy="40386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8" name="Straight Connector 270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 rot="16200000" flipH="1">
              <a:off x="4751070" y="3326132"/>
              <a:ext cx="6858000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9" name="Straight Connector 277"/>
            <p:cNvSpPr>
              <a:spLocks noChangeShapeType="1"/>
            </p:cNvSpPr>
            <p:nvPr>
              <p:custDataLst>
                <p:tags r:id="rId82"/>
              </p:custDataLst>
            </p:nvPr>
          </p:nvSpPr>
          <p:spPr bwMode="auto">
            <a:xfrm rot="5400000">
              <a:off x="5562599" y="3429001"/>
              <a:ext cx="6858002" cy="1588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0" name="Straight Connector 282"/>
            <p:cNvSpPr>
              <a:spLocks noChangeShapeType="1"/>
            </p:cNvSpPr>
            <p:nvPr>
              <p:custDataLst>
                <p:tags r:id="rId83"/>
              </p:custDataLst>
            </p:nvPr>
          </p:nvSpPr>
          <p:spPr bwMode="auto">
            <a:xfrm rot="5400000">
              <a:off x="2552700" y="3390900"/>
              <a:ext cx="6858000" cy="76200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1" name="Straight Connector 288"/>
            <p:cNvSpPr>
              <a:spLocks noChangeShapeType="1"/>
            </p:cNvSpPr>
            <p:nvPr>
              <p:custDataLst>
                <p:tags r:id="rId84"/>
              </p:custDataLst>
            </p:nvPr>
          </p:nvSpPr>
          <p:spPr bwMode="auto">
            <a:xfrm rot="16200000" flipH="1">
              <a:off x="3048000" y="3352800"/>
              <a:ext cx="6858000" cy="1524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2" name="Straight Connector 291"/>
            <p:cNvSpPr>
              <a:spLocks noChangeShapeType="1"/>
            </p:cNvSpPr>
            <p:nvPr>
              <p:custDataLst>
                <p:tags r:id="rId85"/>
              </p:custDataLst>
            </p:nvPr>
          </p:nvSpPr>
          <p:spPr bwMode="auto">
            <a:xfrm rot="16200000" flipH="1">
              <a:off x="3238500" y="3238500"/>
              <a:ext cx="6858000" cy="381000"/>
            </a:xfrm>
            <a:prstGeom prst="line">
              <a:avLst/>
            </a:prstGeom>
            <a:noFill/>
            <a:ln w="19050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3" name="Straight Connector 293"/>
            <p:cNvSpPr>
              <a:spLocks noChangeShapeType="1"/>
            </p:cNvSpPr>
            <p:nvPr>
              <p:custDataLst>
                <p:tags r:id="rId86"/>
              </p:custDataLst>
            </p:nvPr>
          </p:nvSpPr>
          <p:spPr bwMode="auto">
            <a:xfrm rot="5400000">
              <a:off x="2133600" y="3276600"/>
              <a:ext cx="6858000" cy="3048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4" name="Straight Connector 297"/>
            <p:cNvSpPr>
              <a:spLocks noChangeShapeType="1"/>
            </p:cNvSpPr>
            <p:nvPr>
              <p:custDataLst>
                <p:tags r:id="rId87"/>
              </p:custDataLst>
            </p:nvPr>
          </p:nvSpPr>
          <p:spPr bwMode="auto">
            <a:xfrm rot="16200000" flipH="1">
              <a:off x="3148013" y="3252788"/>
              <a:ext cx="6858000" cy="352425"/>
            </a:xfrm>
            <a:prstGeom prst="line">
              <a:avLst/>
            </a:prstGeom>
            <a:noFill/>
            <a:ln w="15875" algn="ctr">
              <a:solidFill>
                <a:srgbClr val="759AA5">
                  <a:alpha val="7215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5" name="Straight Connector 298"/>
            <p:cNvSpPr>
              <a:spLocks noChangeShapeType="1"/>
            </p:cNvSpPr>
            <p:nvPr>
              <p:custDataLst>
                <p:tags r:id="rId88"/>
              </p:custDataLst>
            </p:nvPr>
          </p:nvSpPr>
          <p:spPr bwMode="auto">
            <a:xfrm rot="5400000">
              <a:off x="3771900" y="3238500"/>
              <a:ext cx="6858000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6" name="Straight Connector 301"/>
            <p:cNvSpPr>
              <a:spLocks noChangeShapeType="1"/>
            </p:cNvSpPr>
            <p:nvPr>
              <p:custDataLst>
                <p:tags r:id="rId89"/>
              </p:custDataLst>
            </p:nvPr>
          </p:nvSpPr>
          <p:spPr bwMode="auto">
            <a:xfrm rot="5400000">
              <a:off x="4229100" y="2933700"/>
              <a:ext cx="6858000" cy="990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7" name="Straight Connector 306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 rot="16200000" flipH="1">
              <a:off x="1371600" y="3200402"/>
              <a:ext cx="6858000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88" name="Rectangle 112"/>
          <p:cNvSpPr/>
          <p:nvPr>
            <p:custDataLst>
              <p:tags r:id="rId1"/>
            </p:custDataLst>
          </p:nvPr>
        </p:nvSpPr>
        <p:spPr>
          <a:xfrm>
            <a:off x="0" y="1905000"/>
            <a:ext cx="6604000" cy="3124200"/>
          </a:xfrm>
          <a:prstGeom prst="rect">
            <a:avLst/>
          </a:prstGeom>
          <a:solidFill>
            <a:srgbClr val="759AA5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 eaLnBrk="0" hangingPunct="0">
              <a:defRPr/>
            </a:pPr>
            <a:endParaRPr lang="en-US" altLang="bg-BG">
              <a:solidFill>
                <a:srgbClr val="FFFFFF"/>
              </a:solidFill>
              <a:latin typeface="Tw Cen MT"/>
            </a:endParaRPr>
          </a:p>
        </p:txBody>
      </p:sp>
      <p:grpSp>
        <p:nvGrpSpPr>
          <p:cNvPr id="89" name="Group 93"/>
          <p:cNvGrpSpPr>
            <a:grpSpLocks/>
          </p:cNvGrpSpPr>
          <p:nvPr/>
        </p:nvGrpSpPr>
        <p:grpSpPr bwMode="auto">
          <a:xfrm>
            <a:off x="0" y="2057400"/>
            <a:ext cx="6402388" cy="2820988"/>
            <a:chOff x="0" y="2057400"/>
            <a:chExt cx="4801394" cy="2820988"/>
          </a:xfrm>
        </p:grpSpPr>
        <p:sp>
          <p:nvSpPr>
            <p:cNvPr id="90" name="Straight Connector 11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0" y="2057400"/>
              <a:ext cx="4800600" cy="1588"/>
            </a:xfrm>
            <a:prstGeom prst="line">
              <a:avLst/>
            </a:prstGeom>
            <a:noFill/>
            <a:ln w="19050" algn="ctr">
              <a:solidFill>
                <a:srgbClr val="CFC6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1" name="Straight Connector 11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4876800"/>
              <a:ext cx="4800600" cy="1588"/>
            </a:xfrm>
            <a:prstGeom prst="line">
              <a:avLst/>
            </a:prstGeom>
            <a:noFill/>
            <a:ln w="19050" algn="ctr">
              <a:solidFill>
                <a:srgbClr val="CFC6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2" name="Straight Connector 119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rot="5400000">
              <a:off x="3391694" y="3467100"/>
              <a:ext cx="2818606" cy="794"/>
            </a:xfrm>
            <a:prstGeom prst="line">
              <a:avLst/>
            </a:prstGeom>
            <a:noFill/>
            <a:ln w="19050" algn="ctr">
              <a:solidFill>
                <a:srgbClr val="CFC60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5892800" cy="1600327"/>
          </a:xfrm>
        </p:spPr>
        <p:txBody>
          <a:bodyPr/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733800"/>
            <a:ext cx="5892800" cy="1066800"/>
          </a:xfrm>
        </p:spPr>
        <p:txBody>
          <a:bodyPr/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noProof="0"/>
              <a:t>Щракнете за редакция стил подзагл. обр.</a:t>
            </a:r>
            <a:endParaRPr lang="en-US" noProof="0"/>
          </a:p>
        </p:txBody>
      </p:sp>
      <p:sp>
        <p:nvSpPr>
          <p:cNvPr id="93" name="Date Placeholder 3"/>
          <p:cNvSpPr>
            <a:spLocks noGrp="1" noChangeArrowheads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94" name="Footer Placeholder 4"/>
          <p:cNvSpPr>
            <a:spLocks noGrp="1" noChangeArrowheads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95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A475B-662F-4AD8-9575-94A9885ADCC9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274350188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689AB-1D0B-45AC-9225-F127B88B6C08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994394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2"/>
          <p:cNvGrpSpPr>
            <a:grpSpLocks/>
          </p:cNvGrpSpPr>
          <p:nvPr/>
        </p:nvGrpSpPr>
        <p:grpSpPr bwMode="auto">
          <a:xfrm>
            <a:off x="0" y="-30163"/>
            <a:ext cx="12090400" cy="4846638"/>
            <a:chOff x="1" y="-30477"/>
            <a:chExt cx="9067799" cy="4526277"/>
          </a:xfrm>
        </p:grpSpPr>
        <p:sp>
          <p:nvSpPr>
            <p:cNvPr id="5" name="Straight Connector 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rot="16200000" flipH="1">
              <a:off x="-271666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" name="Straight Connector 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rot="16200000" flipH="1">
              <a:off x="-462166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" name="Straight Connector 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rot="5400000">
              <a:off x="-309766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" name="Straight Connector 1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rot="5400000">
              <a:off x="-2062366" y="2128113"/>
              <a:ext cx="4505731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9" name="Straight Connector 1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rot="16200000" flipH="1">
              <a:off x="-2138566" y="2128113"/>
              <a:ext cx="4505731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0" name="Straight Connector 1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rot="16200000" flipH="1">
              <a:off x="-195466" y="1785213"/>
              <a:ext cx="4505731" cy="9144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1" name="Straight Connector 1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rot="16200000" flipH="1">
              <a:off x="-1643266" y="2013813"/>
              <a:ext cx="4505731" cy="457200"/>
            </a:xfrm>
            <a:prstGeom prst="line">
              <a:avLst/>
            </a:prstGeom>
            <a:noFill/>
            <a:ln w="9525" algn="ctr">
              <a:solidFill>
                <a:srgbClr val="759AA5">
                  <a:alpha val="9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Straight Connector 1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rot="5400000">
              <a:off x="-1528965" y="2051913"/>
              <a:ext cx="4505731" cy="38100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Straight Connector 1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rot="16200000" flipH="1">
              <a:off x="-957465" y="2013812"/>
              <a:ext cx="4505731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Straight Connector 1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rot="16200000" flipH="1">
              <a:off x="-1948066" y="2090013"/>
              <a:ext cx="4505731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Straight Connector 1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rot="16200000" flipH="1">
              <a:off x="-652664" y="2166211"/>
              <a:ext cx="4505731" cy="152401"/>
            </a:xfrm>
            <a:prstGeom prst="line">
              <a:avLst/>
            </a:prstGeom>
            <a:noFill/>
            <a:ln w="5715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Straight Connector 18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rot="16200000" flipH="1">
              <a:off x="-1643266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Straight Connector 1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rot="16200000" flipH="1">
              <a:off x="-1790700" y="2019300"/>
              <a:ext cx="4495800" cy="4572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Straight Connector 2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rot="5400000">
              <a:off x="-555511" y="1535658"/>
              <a:ext cx="4505731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3882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Straight Connector 21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rot="5400000">
              <a:off x="34087" y="2090964"/>
              <a:ext cx="4505731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Straight Connector 22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rot="5400000">
              <a:off x="261734" y="2090013"/>
              <a:ext cx="4505731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Straight Connector 23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rot="5400000">
              <a:off x="-679336" y="2040483"/>
              <a:ext cx="4505731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Straight Connector 24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rot="16200000" flipH="1">
              <a:off x="-1467052" y="2066200"/>
              <a:ext cx="4505731" cy="352425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3" name="Straight Connector 25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rot="16200000" flipH="1">
              <a:off x="-778396" y="2139543"/>
              <a:ext cx="4505731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4" name="Straight Connector 26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rot="16200000" flipH="1">
              <a:off x="-1186066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Straight Connector 27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rot="16200000" flipH="1">
              <a:off x="-957466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Straight Connector 28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rot="16200000" flipH="1">
              <a:off x="22429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Straight Connector 29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rot="16200000" flipH="1">
              <a:off x="2052434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Straight Connector 30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rot="5400000">
              <a:off x="2204834" y="2051913"/>
              <a:ext cx="4505731" cy="3810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9" name="Straight Connector 3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rot="5400000">
              <a:off x="452234" y="2128113"/>
              <a:ext cx="4505731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0" name="Straight Connector 32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rot="16200000" flipH="1">
              <a:off x="376034" y="2128113"/>
              <a:ext cx="4505731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Straight Connector 3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rot="5400000">
              <a:off x="1023734" y="2242140"/>
              <a:ext cx="4505731" cy="1588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Straight Connector 34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rot="16200000" flipH="1">
              <a:off x="871334" y="2013813"/>
              <a:ext cx="4505731" cy="4572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Straight Connector 35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rot="5400000">
              <a:off x="985635" y="2051913"/>
              <a:ext cx="4505731" cy="38100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Straight Connector 36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rot="16200000" flipH="1">
              <a:off x="1557135" y="2013812"/>
              <a:ext cx="4505731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Straight Connector 37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rot="16200000" flipH="1">
              <a:off x="566534" y="2090013"/>
              <a:ext cx="4505731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Straight Connector 38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rot="16200000" flipH="1">
              <a:off x="1861936" y="2166211"/>
              <a:ext cx="4505731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7" name="Straight Connector 39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rot="16200000" flipH="1">
              <a:off x="8713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8" name="Straight Connector 40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rot="5400000">
              <a:off x="147434" y="2128113"/>
              <a:ext cx="4505731" cy="2286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9" name="Straight Connector 41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rot="5400000">
              <a:off x="1959089" y="1535658"/>
              <a:ext cx="4505731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3882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0" name="Straight Connector 42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rot="5400000">
              <a:off x="2548687" y="2090964"/>
              <a:ext cx="4505731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1" name="Straight Connector 43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rot="5400000">
              <a:off x="27763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2" name="Straight Connector 44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rot="5400000">
              <a:off x="1835264" y="2040483"/>
              <a:ext cx="4505731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3" name="Straight Connector 45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rot="16200000" flipH="1">
              <a:off x="1047548" y="2066200"/>
              <a:ext cx="4505731" cy="352425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4" name="Straight Connector 46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rot="16200000" flipH="1">
              <a:off x="1736204" y="2139543"/>
              <a:ext cx="4505731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5" name="Straight Connector 47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rot="16200000" flipH="1">
              <a:off x="13285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6" name="Straight Connector 48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rot="16200000" flipH="1">
              <a:off x="15571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7" name="Straight Connector 49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rot="16200000" flipH="1">
              <a:off x="3919334" y="2166213"/>
              <a:ext cx="4505731" cy="152400"/>
            </a:xfrm>
            <a:prstGeom prst="line">
              <a:avLst/>
            </a:prstGeom>
            <a:noFill/>
            <a:ln w="5715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8" name="Straight Connector 50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rot="16200000" flipH="1">
              <a:off x="3271636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9" name="Straight Connector 51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rot="5400000">
              <a:off x="3881234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0" name="Straight Connector 52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 rot="5400000">
              <a:off x="3004936" y="2090012"/>
              <a:ext cx="4505730" cy="3048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1" name="Straight Connector 53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rot="16200000" flipH="1">
              <a:off x="2242935" y="2013813"/>
              <a:ext cx="4505731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2" name="Straight Connector 54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rot="16200000" flipH="1">
              <a:off x="3538336" y="2166212"/>
              <a:ext cx="4505731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3" name="Straight Connector 55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rot="5400000">
              <a:off x="3822179" y="1535658"/>
              <a:ext cx="4505731" cy="1413510"/>
            </a:xfrm>
            <a:prstGeom prst="line">
              <a:avLst/>
            </a:prstGeom>
            <a:noFill/>
            <a:ln w="9525" algn="ctr">
              <a:solidFill>
                <a:srgbClr val="759AA5">
                  <a:alpha val="5607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4" name="Straight Connector 56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rot="5400000">
              <a:off x="4225087" y="2090965"/>
              <a:ext cx="4505731" cy="302895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5" name="Straight Connector 57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 rot="5400000">
              <a:off x="4071734" y="2090013"/>
              <a:ext cx="4505731" cy="3048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6" name="Straight Connector 58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 rot="5400000">
              <a:off x="3565004" y="2040483"/>
              <a:ext cx="4505731" cy="40386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7" name="Straight Connector 59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rot="16200000" flipH="1">
              <a:off x="3412604" y="2139543"/>
              <a:ext cx="4505731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8" name="Straight Connector 60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rot="16200000" flipH="1">
              <a:off x="2928734" y="2166213"/>
              <a:ext cx="4505731" cy="152400"/>
            </a:xfrm>
            <a:prstGeom prst="line">
              <a:avLst/>
            </a:prstGeom>
            <a:noFill/>
            <a:ln w="57150" algn="ctr">
              <a:solidFill>
                <a:srgbClr val="759AA5">
                  <a:alpha val="29803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9" name="Straight Connector 61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rot="16200000" flipH="1">
              <a:off x="30811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0" name="Straight Connector 62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rot="5400000">
              <a:off x="4643234" y="2128113"/>
              <a:ext cx="4505731" cy="228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1" name="Straight Connector 63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rot="16200000" flipH="1">
              <a:off x="4643234" y="2128113"/>
              <a:ext cx="4505731" cy="2286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2" name="Straight Connector 64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rot="5400000">
              <a:off x="5214734" y="2242141"/>
              <a:ext cx="4505731" cy="1588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3" name="Straight Connector 65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rot="16200000" flipH="1">
              <a:off x="5062334" y="2013813"/>
              <a:ext cx="4505731" cy="457200"/>
            </a:xfrm>
            <a:prstGeom prst="line">
              <a:avLst/>
            </a:prstGeom>
            <a:noFill/>
            <a:ln w="9525" algn="ctr">
              <a:solidFill>
                <a:srgbClr val="759AA5">
                  <a:alpha val="9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4" name="Straight Connector 66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 rot="5400000">
              <a:off x="5176636" y="2051913"/>
              <a:ext cx="4505731" cy="381000"/>
            </a:xfrm>
            <a:prstGeom prst="line">
              <a:avLst/>
            </a:prstGeom>
            <a:noFill/>
            <a:ln w="12700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5" name="Straight Connector 67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rot="16200000" flipH="1">
              <a:off x="5748135" y="2013813"/>
              <a:ext cx="4505731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6" name="Straight Connector 68"/>
            <p:cNvSpPr>
              <a:spLocks noChangeShapeType="1"/>
            </p:cNvSpPr>
            <p:nvPr>
              <p:custDataLst>
                <p:tags r:id="rId69"/>
              </p:custDataLst>
            </p:nvPr>
          </p:nvSpPr>
          <p:spPr bwMode="auto">
            <a:xfrm rot="16200000" flipH="1">
              <a:off x="49099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7" name="Straight Connector 69"/>
            <p:cNvSpPr>
              <a:spLocks noChangeShapeType="1"/>
            </p:cNvSpPr>
            <p:nvPr>
              <p:custDataLst>
                <p:tags r:id="rId70"/>
              </p:custDataLst>
            </p:nvPr>
          </p:nvSpPr>
          <p:spPr bwMode="auto">
            <a:xfrm rot="5400000">
              <a:off x="4795634" y="2128113"/>
              <a:ext cx="4505731" cy="228600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8" name="Straight Connector 70"/>
            <p:cNvSpPr>
              <a:spLocks noChangeShapeType="1"/>
            </p:cNvSpPr>
            <p:nvPr>
              <p:custDataLst>
                <p:tags r:id="rId71"/>
              </p:custDataLst>
            </p:nvPr>
          </p:nvSpPr>
          <p:spPr bwMode="auto">
            <a:xfrm rot="16200000" flipH="1">
              <a:off x="5390948" y="2066200"/>
              <a:ext cx="4505731" cy="352425"/>
            </a:xfrm>
            <a:prstGeom prst="line">
              <a:avLst/>
            </a:prstGeom>
            <a:noFill/>
            <a:ln w="15875" algn="ctr">
              <a:solidFill>
                <a:srgbClr val="759AA5">
                  <a:alpha val="7215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9" name="Straight Connector 71"/>
            <p:cNvSpPr>
              <a:spLocks noChangeShapeType="1"/>
            </p:cNvSpPr>
            <p:nvPr>
              <p:custDataLst>
                <p:tags r:id="rId72"/>
              </p:custDataLst>
            </p:nvPr>
          </p:nvSpPr>
          <p:spPr bwMode="auto">
            <a:xfrm rot="16200000" flipH="1">
              <a:off x="5927204" y="2139543"/>
              <a:ext cx="4505731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0" name="Straight Connector 72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 rot="16200000" flipH="1">
              <a:off x="55195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1" name="Straight Connector 73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 rot="16200000" flipH="1">
              <a:off x="5748134" y="2166213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2" name="Straight Connector 74"/>
            <p:cNvSpPr>
              <a:spLocks noChangeShapeType="1"/>
            </p:cNvSpPr>
            <p:nvPr>
              <p:custDataLst>
                <p:tags r:id="rId75"/>
              </p:custDataLst>
            </p:nvPr>
          </p:nvSpPr>
          <p:spPr bwMode="auto">
            <a:xfrm rot="16200000" flipH="1">
              <a:off x="6433934" y="2166214"/>
              <a:ext cx="4505731" cy="1524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3" name="Straight Connector 75"/>
            <p:cNvSpPr>
              <a:spLocks noChangeShapeType="1"/>
            </p:cNvSpPr>
            <p:nvPr>
              <p:custDataLst>
                <p:tags r:id="rId76"/>
              </p:custDataLst>
            </p:nvPr>
          </p:nvSpPr>
          <p:spPr bwMode="auto">
            <a:xfrm rot="16200000" flipH="1">
              <a:off x="6243434" y="2051914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4" name="Straight Connector 76"/>
            <p:cNvSpPr>
              <a:spLocks noChangeShapeType="1"/>
            </p:cNvSpPr>
            <p:nvPr>
              <p:custDataLst>
                <p:tags r:id="rId77"/>
              </p:custDataLst>
            </p:nvPr>
          </p:nvSpPr>
          <p:spPr bwMode="auto">
            <a:xfrm rot="5400000">
              <a:off x="6395834" y="2051914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5" name="Straight Connector 77"/>
            <p:cNvSpPr>
              <a:spLocks noChangeShapeType="1"/>
            </p:cNvSpPr>
            <p:nvPr>
              <p:custDataLst>
                <p:tags r:id="rId78"/>
              </p:custDataLst>
            </p:nvPr>
          </p:nvSpPr>
          <p:spPr bwMode="auto">
            <a:xfrm rot="16200000" flipH="1">
              <a:off x="6052936" y="2166212"/>
              <a:ext cx="4505731" cy="152401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6" name="Straight Connector 78"/>
            <p:cNvSpPr>
              <a:spLocks noChangeShapeType="1"/>
            </p:cNvSpPr>
            <p:nvPr>
              <p:custDataLst>
                <p:tags r:id="rId79"/>
              </p:custDataLst>
            </p:nvPr>
          </p:nvSpPr>
          <p:spPr bwMode="auto">
            <a:xfrm rot="5400000">
              <a:off x="6709356" y="2136834"/>
              <a:ext cx="4525755" cy="191133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7" name="Straight Connector 79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 rot="5400000">
              <a:off x="6026264" y="2040484"/>
              <a:ext cx="4505731" cy="40386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8" name="Straight Connector 80"/>
            <p:cNvSpPr>
              <a:spLocks noChangeShapeType="1"/>
            </p:cNvSpPr>
            <p:nvPr>
              <p:custDataLst>
                <p:tags r:id="rId81"/>
              </p:custDataLst>
            </p:nvPr>
          </p:nvSpPr>
          <p:spPr bwMode="auto">
            <a:xfrm rot="16200000" flipH="1">
              <a:off x="5927204" y="2139544"/>
              <a:ext cx="4505731" cy="20574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79" name="Straight Connector 81"/>
            <p:cNvSpPr>
              <a:spLocks noChangeShapeType="1"/>
            </p:cNvSpPr>
            <p:nvPr>
              <p:custDataLst>
                <p:tags r:id="rId82"/>
              </p:custDataLst>
            </p:nvPr>
          </p:nvSpPr>
          <p:spPr bwMode="auto">
            <a:xfrm rot="5400000">
              <a:off x="6738734" y="2242140"/>
              <a:ext cx="4505732" cy="1588"/>
            </a:xfrm>
            <a:prstGeom prst="line">
              <a:avLst/>
            </a:prstGeom>
            <a:noFill/>
            <a:ln w="1587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0" name="Straight Connector 82"/>
            <p:cNvSpPr>
              <a:spLocks noChangeShapeType="1"/>
            </p:cNvSpPr>
            <p:nvPr>
              <p:custDataLst>
                <p:tags r:id="rId83"/>
              </p:custDataLst>
            </p:nvPr>
          </p:nvSpPr>
          <p:spPr bwMode="auto">
            <a:xfrm rot="5400000">
              <a:off x="3728834" y="2204313"/>
              <a:ext cx="4505731" cy="76200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1" name="Straight Connector 83"/>
            <p:cNvSpPr>
              <a:spLocks noChangeShapeType="1"/>
            </p:cNvSpPr>
            <p:nvPr>
              <p:custDataLst>
                <p:tags r:id="rId84"/>
              </p:custDataLst>
            </p:nvPr>
          </p:nvSpPr>
          <p:spPr bwMode="auto">
            <a:xfrm rot="16200000" flipH="1">
              <a:off x="4224134" y="2166213"/>
              <a:ext cx="4505731" cy="1524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2" name="Straight Connector 84"/>
            <p:cNvSpPr>
              <a:spLocks noChangeShapeType="1"/>
            </p:cNvSpPr>
            <p:nvPr>
              <p:custDataLst>
                <p:tags r:id="rId85"/>
              </p:custDataLst>
            </p:nvPr>
          </p:nvSpPr>
          <p:spPr bwMode="auto">
            <a:xfrm rot="16200000" flipH="1">
              <a:off x="4414634" y="2051913"/>
              <a:ext cx="4505731" cy="381000"/>
            </a:xfrm>
            <a:prstGeom prst="line">
              <a:avLst/>
            </a:prstGeom>
            <a:noFill/>
            <a:ln w="19050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3" name="Straight Connector 85"/>
            <p:cNvSpPr>
              <a:spLocks noChangeShapeType="1"/>
            </p:cNvSpPr>
            <p:nvPr>
              <p:custDataLst>
                <p:tags r:id="rId86"/>
              </p:custDataLst>
            </p:nvPr>
          </p:nvSpPr>
          <p:spPr bwMode="auto">
            <a:xfrm rot="5400000">
              <a:off x="3309734" y="2090013"/>
              <a:ext cx="4505731" cy="304800"/>
            </a:xfrm>
            <a:prstGeom prst="line">
              <a:avLst/>
            </a:prstGeom>
            <a:noFill/>
            <a:ln w="47625" algn="ctr">
              <a:solidFill>
                <a:srgbClr val="759AA5">
                  <a:alpha val="6313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4" name="Straight Connector 86"/>
            <p:cNvSpPr>
              <a:spLocks noChangeShapeType="1"/>
            </p:cNvSpPr>
            <p:nvPr>
              <p:custDataLst>
                <p:tags r:id="rId87"/>
              </p:custDataLst>
            </p:nvPr>
          </p:nvSpPr>
          <p:spPr bwMode="auto">
            <a:xfrm rot="16200000" flipH="1">
              <a:off x="4324148" y="2066200"/>
              <a:ext cx="4505731" cy="352425"/>
            </a:xfrm>
            <a:prstGeom prst="line">
              <a:avLst/>
            </a:prstGeom>
            <a:noFill/>
            <a:ln w="15875" algn="ctr">
              <a:solidFill>
                <a:srgbClr val="759AA5">
                  <a:alpha val="72156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5" name="Straight Connector 87"/>
            <p:cNvSpPr>
              <a:spLocks noChangeShapeType="1"/>
            </p:cNvSpPr>
            <p:nvPr>
              <p:custDataLst>
                <p:tags r:id="rId88"/>
              </p:custDataLst>
            </p:nvPr>
          </p:nvSpPr>
          <p:spPr bwMode="auto">
            <a:xfrm rot="5400000">
              <a:off x="4948034" y="2051913"/>
              <a:ext cx="4505731" cy="381000"/>
            </a:xfrm>
            <a:prstGeom prst="line">
              <a:avLst/>
            </a:prstGeom>
            <a:noFill/>
            <a:ln w="9525" algn="ctr">
              <a:solidFill>
                <a:srgbClr val="759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6" name="Straight Connector 88"/>
            <p:cNvSpPr>
              <a:spLocks noChangeShapeType="1"/>
            </p:cNvSpPr>
            <p:nvPr>
              <p:custDataLst>
                <p:tags r:id="rId89"/>
              </p:custDataLst>
            </p:nvPr>
          </p:nvSpPr>
          <p:spPr bwMode="auto">
            <a:xfrm rot="5400000">
              <a:off x="5405234" y="1747113"/>
              <a:ext cx="4505731" cy="990600"/>
            </a:xfrm>
            <a:prstGeom prst="line">
              <a:avLst/>
            </a:prstGeom>
            <a:noFill/>
            <a:ln w="28575" algn="ctr">
              <a:solidFill>
                <a:srgbClr val="759AA5">
                  <a:alpha val="5803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87" name="Straight Connector 89"/>
            <p:cNvSpPr>
              <a:spLocks noChangeShapeType="1"/>
            </p:cNvSpPr>
            <p:nvPr>
              <p:custDataLst>
                <p:tags r:id="rId90"/>
              </p:custDataLst>
            </p:nvPr>
          </p:nvSpPr>
          <p:spPr bwMode="auto">
            <a:xfrm rot="16200000" flipH="1">
              <a:off x="2547735" y="2013814"/>
              <a:ext cx="4505731" cy="457199"/>
            </a:xfrm>
            <a:prstGeom prst="line">
              <a:avLst/>
            </a:prstGeom>
            <a:noFill/>
            <a:ln w="38100" algn="ctr">
              <a:solidFill>
                <a:srgbClr val="759AA5">
                  <a:alpha val="47058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88" name="Rectangle 93"/>
          <p:cNvSpPr/>
          <p:nvPr>
            <p:custDataLst>
              <p:tags r:id="rId2"/>
            </p:custDataLst>
          </p:nvPr>
        </p:nvSpPr>
        <p:spPr>
          <a:xfrm>
            <a:off x="0" y="4311650"/>
            <a:ext cx="12192000" cy="1905000"/>
          </a:xfrm>
          <a:prstGeom prst="rect">
            <a:avLst/>
          </a:prstGeom>
          <a:solidFill>
            <a:srgbClr val="759AA5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defRPr/>
            </a:pPr>
            <a:endParaRPr lang="en-US" altLang="bg-BG">
              <a:solidFill>
                <a:srgbClr val="FFFFFF"/>
              </a:solidFill>
              <a:latin typeface="Tw Cen MT"/>
            </a:endParaRPr>
          </a:p>
        </p:txBody>
      </p:sp>
      <p:cxnSp>
        <p:nvCxnSpPr>
          <p:cNvPr id="89" name="Straight Connector 95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0" y="4387850"/>
            <a:ext cx="12192000" cy="1588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Straight Connector 96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>
            <a:off x="0" y="6138863"/>
            <a:ext cx="12192000" cy="1587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621365"/>
            <a:ext cx="11074400" cy="414649"/>
          </a:xfr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609600" y="4463568"/>
            <a:ext cx="11074400" cy="114300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91" name="Slide Number Placeholder 91"/>
          <p:cNvSpPr>
            <a:spLocks noGrp="1"/>
          </p:cNvSpPr>
          <p:nvPr>
            <p:ph type="sldNum" sz="quarter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F555E-F3FB-4A54-930E-D10D91E901A2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  <p:sp>
        <p:nvSpPr>
          <p:cNvPr id="92" name="Date Placeholder 1"/>
          <p:cNvSpPr>
            <a:spLocks noGrp="1" noChangeArrowheads="1"/>
          </p:cNvSpPr>
          <p:nvPr>
            <p:ph type="dt" sz="half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93" name="Footer Placeholder 90"/>
          <p:cNvSpPr>
            <a:spLocks noGrp="1" noChangeArrowheads="1"/>
          </p:cNvSpPr>
          <p:nvPr>
            <p:ph type="ftr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517431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9E517-37F0-452E-BAA8-97F1FAC31249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51502564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79442-E802-470A-988F-B7AE464B8EDC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79574913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9B84A-486F-423D-A4C1-5EAEB2C738DD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370117102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6814B-DF64-426C-9802-15CB212C25FA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296249674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6"/>
          <p:cNvSpPr/>
          <p:nvPr>
            <p:custDataLst>
              <p:tags r:id="rId1"/>
            </p:custDataLst>
          </p:nvPr>
        </p:nvSpPr>
        <p:spPr>
          <a:xfrm>
            <a:off x="0" y="1563688"/>
            <a:ext cx="3681413" cy="3313112"/>
          </a:xfrm>
          <a:prstGeom prst="rect">
            <a:avLst/>
          </a:prstGeom>
          <a:solidFill>
            <a:srgbClr val="759AA5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 eaLnBrk="0" hangingPunct="0">
              <a:defRPr/>
            </a:pPr>
            <a:endParaRPr lang="en-US" altLang="bg-BG">
              <a:solidFill>
                <a:srgbClr val="FFFFFF"/>
              </a:solidFill>
              <a:latin typeface="Tw Cen MT"/>
            </a:endParaRPr>
          </a:p>
        </p:txBody>
      </p:sp>
      <p:cxnSp>
        <p:nvCxnSpPr>
          <p:cNvPr id="6" name="Straight Connector 38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 rot="5400000">
            <a:off x="2006600" y="3221038"/>
            <a:ext cx="3017837" cy="1588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40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0" y="1712913"/>
            <a:ext cx="3535363" cy="1587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42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>
            <a:off x="0" y="4733925"/>
            <a:ext cx="3535363" cy="1588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273051"/>
            <a:ext cx="7315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901952"/>
            <a:ext cx="3169920" cy="1371600"/>
          </a:xfr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3552"/>
            <a:ext cx="3169920" cy="1371600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9" name="Date Placeholder 4"/>
          <p:cNvSpPr>
            <a:spLocks noGrp="1" noChangeArrowheads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10" name="Footer Placeholder 5"/>
          <p:cNvSpPr>
            <a:spLocks noGrp="1" noChangeArrowheads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BB4BB-1086-46E5-A1F3-FC39D1AEB1B4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2703513073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2"/>
          <p:cNvSpPr/>
          <p:nvPr>
            <p:custDataLst>
              <p:tags r:id="rId1"/>
            </p:custDataLst>
          </p:nvPr>
        </p:nvSpPr>
        <p:spPr>
          <a:xfrm>
            <a:off x="0" y="1563688"/>
            <a:ext cx="3681413" cy="3313112"/>
          </a:xfrm>
          <a:prstGeom prst="rect">
            <a:avLst/>
          </a:prstGeom>
          <a:solidFill>
            <a:srgbClr val="759AA5"/>
          </a:solidFill>
          <a:ln w="158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 eaLnBrk="0" hangingPunct="0">
              <a:defRPr/>
            </a:pPr>
            <a:endParaRPr lang="en-US" altLang="bg-BG">
              <a:solidFill>
                <a:srgbClr val="FFFFFF"/>
              </a:solidFill>
              <a:latin typeface="Tw Cen MT"/>
            </a:endParaRPr>
          </a:p>
        </p:txBody>
      </p:sp>
      <p:cxnSp>
        <p:nvCxnSpPr>
          <p:cNvPr id="6" name="Straight Connector 33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 rot="5400000">
            <a:off x="2006600" y="3221038"/>
            <a:ext cx="3017837" cy="1588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Connector 34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0" y="1712913"/>
            <a:ext cx="3535363" cy="1587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Connector 59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>
            <a:off x="0" y="4733925"/>
            <a:ext cx="3535363" cy="1588"/>
          </a:xfrm>
          <a:prstGeom prst="line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67200" y="381000"/>
            <a:ext cx="74168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bg-BG" noProof="0"/>
              <a:t>Щракнете върху иконата, за да добавите картина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264" y="1905000"/>
            <a:ext cx="3169920" cy="1371600"/>
          </a:xfrm>
        </p:spPr>
        <p:txBody>
          <a:bodyPr/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" y="3276600"/>
            <a:ext cx="3169920" cy="1371600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</p:txBody>
      </p:sp>
      <p:sp>
        <p:nvSpPr>
          <p:cNvPr id="9" name="Date Placeholder 4"/>
          <p:cNvSpPr>
            <a:spLocks noGrp="1" noChangeArrowheads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10" name="Footer Placeholder 5"/>
          <p:cNvSpPr>
            <a:spLocks noGrp="1" noChangeArrowheads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F521B-A59C-4662-83BD-4502B4FD5362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21208797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</p:spPr>
        <p:txBody>
          <a:bodyPr vert="eaVert"/>
          <a:lstStyle/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2B80F-F75A-49F3-BE72-5BD1587D9A9F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104591528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bg-BG" noProof="0"/>
              <a:t>Редакт. стил загл. образец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bg-BG" noProof="0"/>
              <a:t>Щракнете, за да редактирате стиловете на текста в образеца</a:t>
            </a:r>
          </a:p>
          <a:p>
            <a:pPr lvl="1"/>
            <a:r>
              <a:rPr lang="bg-BG" noProof="0"/>
              <a:t>Второ ниво</a:t>
            </a:r>
          </a:p>
          <a:p>
            <a:pPr lvl="2"/>
            <a:r>
              <a:rPr lang="bg-BG" noProof="0"/>
              <a:t>Трето ниво</a:t>
            </a:r>
          </a:p>
          <a:p>
            <a:pPr lvl="3"/>
            <a:r>
              <a:rPr lang="bg-BG" noProof="0"/>
              <a:t>Четвърто ниво</a:t>
            </a:r>
          </a:p>
          <a:p>
            <a:pPr lvl="4"/>
            <a:r>
              <a:rPr lang="bg-BG" noProof="0"/>
              <a:t>Пето ниво</a:t>
            </a:r>
            <a:endParaRPr lang="en-US" noProof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3D32B-E33A-4E08-ACA2-FF5FA2B5E3B7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  <p:extLst>
      <p:ext uri="{BB962C8B-B14F-4D97-AF65-F5344CB8AC3E}">
        <p14:creationId xmlns:p14="http://schemas.microsoft.com/office/powerpoint/2010/main" val="66097712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B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89"/>
          <p:cNvSpPr>
            <a:spLocks noChangeArrowheads="1"/>
          </p:cNvSpPr>
          <p:nvPr/>
        </p:nvSpPr>
        <p:spPr bwMode="auto">
          <a:xfrm>
            <a:off x="198438" y="136525"/>
            <a:ext cx="11826875" cy="6583363"/>
          </a:xfrm>
          <a:prstGeom prst="rect">
            <a:avLst/>
          </a:prstGeom>
          <a:noFill/>
          <a:ln w="19050" algn="ctr">
            <a:solidFill>
              <a:srgbClr val="CFC60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endParaRPr lang="en-US" altLang="bg-BG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bg-BG" altLang="bg-BG"/>
              <a:t>Редакт. стил загл. образец</a:t>
            </a:r>
            <a:endParaRPr lang="en-US" altLang="bg-BG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 altLang="bg-BG"/>
              <a:t>Второ ниво</a:t>
            </a:r>
          </a:p>
          <a:p>
            <a:pPr lvl="2"/>
            <a:r>
              <a:rPr lang="bg-BG" altLang="bg-BG"/>
              <a:t>Трето ниво</a:t>
            </a:r>
          </a:p>
          <a:p>
            <a:pPr lvl="3"/>
            <a:r>
              <a:rPr lang="bg-BG" altLang="bg-BG"/>
              <a:t>Четвърто ниво</a:t>
            </a:r>
          </a:p>
          <a:p>
            <a:pPr lvl="4"/>
            <a:r>
              <a:rPr lang="bg-BG" altLang="bg-BG"/>
              <a:t>Пето ниво</a:t>
            </a:r>
            <a:endParaRPr lang="en-US" altLang="bg-BG"/>
          </a:p>
        </p:txBody>
      </p:sp>
      <p:sp>
        <p:nvSpPr>
          <p:cNvPr id="1029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11900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1030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75075" y="6311900"/>
            <a:ext cx="46418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11900"/>
            <a:ext cx="2844800" cy="365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E325842-4A92-4CAE-A94D-71BB3BB18CB4}" type="slidenum">
              <a:rPr lang="en-GB" altLang="bg-BG"/>
              <a:pPr>
                <a:defRPr/>
              </a:pPr>
              <a:t>‹#›</a:t>
            </a:fld>
            <a:endParaRPr lang="en-GB" altLang="bg-BG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ransition>
    <p:wipe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3830638" algn="l"/>
        </a:tabLst>
        <a:defRPr sz="3600" b="1" kern="1200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rgbClr val="FEFEF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3830638" algn="l"/>
        </a:tabLst>
        <a:defRPr sz="3600" b="1">
          <a:solidFill>
            <a:srgbClr val="FEFEFE"/>
          </a:solidFill>
          <a:latin typeface="Tw Cen MT"/>
          <a:cs typeface="Arial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99987F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rgbClr val="90AC97"/>
        </a:buClr>
        <a:buFont typeface="Arial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7" Type="http://schemas.openxmlformats.org/officeDocument/2006/relationships/image" Target="../media/image6.png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2.xml"/><Relationship Id="rId4" Type="http://schemas.openxmlformats.org/officeDocument/2006/relationships/tags" Target="../tags/tag20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7" Type="http://schemas.openxmlformats.org/officeDocument/2006/relationships/image" Target="../media/image7.png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12.xml"/><Relationship Id="rId7" Type="http://schemas.openxmlformats.org/officeDocument/2006/relationships/image" Target="../media/image11.png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лавие 2"/>
          <p:cNvSpPr txBox="1"/>
          <p:nvPr>
            <p:custDataLst>
              <p:tags r:id="rId1"/>
            </p:custDataLst>
          </p:nvPr>
        </p:nvSpPr>
        <p:spPr>
          <a:xfrm>
            <a:off x="695325" y="4509120"/>
            <a:ext cx="10801350" cy="140264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anchor="b"/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sz="3600" b="1" kern="1200" cap="none" spc="5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bg-BG" sz="4400" dirty="0"/>
              <a:t>Търсене и замяна на текст. Търсене и получаване на помощна информация.</a:t>
            </a:r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7288"/>
            <a:ext cx="12192000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Текстово поле 1"/>
          <p:cNvSpPr txBox="1">
            <a:spLocks noChangeArrowheads="1"/>
          </p:cNvSpPr>
          <p:nvPr/>
        </p:nvSpPr>
        <p:spPr bwMode="auto">
          <a:xfrm>
            <a:off x="3792538" y="6361113"/>
            <a:ext cx="51831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Маврова-Ненкова</a:t>
            </a:r>
          </a:p>
        </p:txBody>
      </p:sp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85731"/>
            <a:ext cx="4156249" cy="415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Picture 8" descr="How to find and replace in Word in 1 MINUTE (HD 2020) - YouTube"/>
          <p:cNvPicPr>
            <a:picLocks noChangeAspect="1" noChangeArrowheads="1"/>
          </p:cNvPicPr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5"/>
          <a:stretch/>
        </p:blipFill>
        <p:spPr bwMode="auto">
          <a:xfrm>
            <a:off x="5951984" y="2885863"/>
            <a:ext cx="2857500" cy="1329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/>
          <p:cNvSpPr>
            <a:spLocks noGrp="1" noRot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456282" y="1242573"/>
            <a:ext cx="11400358" cy="927621"/>
          </a:xfrm>
        </p:spPr>
        <p:txBody>
          <a:bodyPr>
            <a:normAutofit/>
          </a:bodyPr>
          <a:lstStyle/>
          <a:p>
            <a:pPr marL="0" indent="0" algn="just" eaLnBrk="1" hangingPunct="1">
              <a:spcBef>
                <a:spcPct val="0"/>
              </a:spcBef>
              <a:spcAft>
                <a:spcPts val="2400"/>
              </a:spcAft>
              <a:buClr>
                <a:srgbClr val="0070C0"/>
              </a:buClr>
              <a:buSzPct val="123000"/>
              <a:buNone/>
            </a:pP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Edit</a:t>
            </a:r>
            <a:r>
              <a:rPr lang="en-US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Редактиране </a:t>
            </a:r>
            <a:r>
              <a:rPr lang="bg-BG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Find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and Replace</a:t>
            </a:r>
            <a:r>
              <a:rPr lang="en-US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Търсене</a:t>
            </a: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и Замяна</a:t>
            </a:r>
            <a:endParaRPr lang="bg-BG" altLang="bg-BG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charset="2"/>
            </a:endParaRPr>
          </a:p>
        </p:txBody>
      </p:sp>
      <p:sp>
        <p:nvSpPr>
          <p:cNvPr id="2" name="Правоъгълник 1"/>
          <p:cNvSpPr/>
          <p:nvPr>
            <p:custDataLst>
              <p:tags r:id="rId2"/>
            </p:custDataLst>
          </p:nvPr>
        </p:nvSpPr>
        <p:spPr>
          <a:xfrm>
            <a:off x="422783" y="260648"/>
            <a:ext cx="9504363" cy="8309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  <a:sp3d extrusionH="57150" prstMaterial="softEdge">
              <a:bevelT w="25400" h="38100"/>
            </a:sp3d>
          </a:bodyPr>
          <a:lstStyle/>
          <a:p>
            <a:pPr eaLnBrk="0" hangingPunct="0">
              <a:defRPr/>
            </a:pPr>
            <a:r>
              <a:rPr lang="bg-BG" altLang="bg-BG" sz="4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1. Търсене и заместване на текст</a:t>
            </a:r>
          </a:p>
        </p:txBody>
      </p:sp>
      <p:sp>
        <p:nvSpPr>
          <p:cNvPr id="14342" name="Текстово поле 9"/>
          <p:cNvSpPr txBox="1">
            <a:spLocks noChangeArrowheads="1"/>
          </p:cNvSpPr>
          <p:nvPr/>
        </p:nvSpPr>
        <p:spPr bwMode="auto">
          <a:xfrm>
            <a:off x="3690938" y="6267450"/>
            <a:ext cx="5184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</a:t>
            </a:r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68"/>
          <a:stretch/>
        </p:blipFill>
        <p:spPr bwMode="auto">
          <a:xfrm>
            <a:off x="407368" y="2170194"/>
            <a:ext cx="10873209" cy="228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вал 2"/>
          <p:cNvSpPr/>
          <p:nvPr/>
        </p:nvSpPr>
        <p:spPr>
          <a:xfrm>
            <a:off x="9451235" y="2906942"/>
            <a:ext cx="749222" cy="154817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4345" name="Picture 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t="22063" r="42232" b="53175"/>
          <a:stretch/>
        </p:blipFill>
        <p:spPr bwMode="auto">
          <a:xfrm>
            <a:off x="7176120" y="4569278"/>
            <a:ext cx="4550228" cy="1698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0" name="Picture 10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53" b="33016"/>
          <a:stretch/>
        </p:blipFill>
        <p:spPr bwMode="auto">
          <a:xfrm>
            <a:off x="1415479" y="1815421"/>
            <a:ext cx="9198429" cy="4593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Rot="1" noChangeArrowheads="1"/>
          </p:cNvSpPr>
          <p:nvPr>
            <p:ph type="title"/>
            <p:custDataLst>
              <p:tags r:id="rId1"/>
            </p:custDataLst>
          </p:nvPr>
        </p:nvSpPr>
        <p:spPr bwMode="auto">
          <a:xfrm>
            <a:off x="767408" y="1030089"/>
            <a:ext cx="8950325" cy="94138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tlCol="0">
            <a:normAutofit fontScale="90000"/>
          </a:bodyPr>
          <a:lstStyle/>
          <a:p>
            <a:pPr algn="just" eaLnBrk="1" hangingPunct="1">
              <a:defRPr/>
            </a:pPr>
            <a:br>
              <a:rPr lang="bg-BG" altLang="bg-BG" dirty="0">
                <a:ln>
                  <a:noFill/>
                </a:ln>
                <a:latin typeface="Tw Cen MT"/>
              </a:rPr>
            </a:br>
            <a:endParaRPr lang="bg-BG" altLang="bg-BG" dirty="0">
              <a:ln>
                <a:noFill/>
              </a:ln>
              <a:latin typeface="Tw Cen MT"/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83432" y="1030089"/>
            <a:ext cx="8229600" cy="604837"/>
          </a:xfrm>
        </p:spPr>
        <p:txBody>
          <a:bodyPr>
            <a:noAutofit/>
          </a:bodyPr>
          <a:lstStyle/>
          <a:p>
            <a:pPr marL="0" indent="0" eaLnBrk="1" hangingPunct="1">
              <a:buClr>
                <a:srgbClr val="FFC000"/>
              </a:buClr>
              <a:buSzPct val="120000"/>
              <a:buNone/>
            </a:pP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Edit</a:t>
            </a:r>
            <a:r>
              <a:rPr lang="en-US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Редактиране </a:t>
            </a:r>
            <a:r>
              <a:rPr lang="bg-BG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Find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/Търсене</a:t>
            </a:r>
            <a:endParaRPr lang="bg-BG" altLang="bg-BG" sz="36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197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824192" y="1809299"/>
            <a:ext cx="3959225" cy="1115646"/>
          </a:xfrm>
          <a:prstGeom prst="borderCallout1">
            <a:avLst>
              <a:gd name="adj1" fmla="val 77419"/>
              <a:gd name="adj2" fmla="val 5680"/>
              <a:gd name="adj3" fmla="val 168088"/>
              <a:gd name="adj4" fmla="val -11644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Намерените думи се оцветяват в жълто</a:t>
            </a:r>
          </a:p>
        </p:txBody>
      </p:sp>
      <p:sp>
        <p:nvSpPr>
          <p:cNvPr id="8198" name="AutoShap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1424" y="5075854"/>
            <a:ext cx="4509321" cy="1108075"/>
          </a:xfrm>
          <a:prstGeom prst="borderCallout1">
            <a:avLst>
              <a:gd name="adj1" fmla="val 4343"/>
              <a:gd name="adj2" fmla="val 40496"/>
              <a:gd name="adj3" fmla="val -173907"/>
              <a:gd name="adj4" fmla="val 19018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Записваме думата, която търсим в текста</a:t>
            </a:r>
          </a:p>
        </p:txBody>
      </p:sp>
      <p:sp>
        <p:nvSpPr>
          <p:cNvPr id="7" name="Правоъгълник 6"/>
          <p:cNvSpPr/>
          <p:nvPr>
            <p:custDataLst>
              <p:tags r:id="rId5"/>
            </p:custDataLst>
          </p:nvPr>
        </p:nvSpPr>
        <p:spPr>
          <a:xfrm>
            <a:off x="335361" y="260648"/>
            <a:ext cx="11856640" cy="7694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  <a:sp3d extrusionH="57150" prstMaterial="softEdge">
              <a:bevelT w="25400" h="38100"/>
            </a:sp3d>
          </a:bodyPr>
          <a:lstStyle/>
          <a:p>
            <a:pPr eaLnBrk="0" hangingPunct="0">
              <a:defRPr/>
            </a:pPr>
            <a:r>
              <a:rPr lang="en-US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a)</a:t>
            </a:r>
            <a:r>
              <a:rPr lang="ru-RU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bg-BG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Търсене на</a:t>
            </a:r>
            <a:r>
              <a:rPr lang="ru-RU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текст</a:t>
            </a:r>
            <a:endParaRPr lang="bg-BG" altLang="bg-BG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5368" name="Текстово поле 9"/>
          <p:cNvSpPr txBox="1">
            <a:spLocks noChangeArrowheads="1"/>
          </p:cNvSpPr>
          <p:nvPr/>
        </p:nvSpPr>
        <p:spPr bwMode="auto">
          <a:xfrm>
            <a:off x="3792538" y="6361113"/>
            <a:ext cx="51831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</a:t>
            </a:r>
          </a:p>
        </p:txBody>
      </p:sp>
      <p:sp>
        <p:nvSpPr>
          <p:cNvPr id="11" name="Овал 10"/>
          <p:cNvSpPr/>
          <p:nvPr/>
        </p:nvSpPr>
        <p:spPr>
          <a:xfrm>
            <a:off x="1271464" y="2924945"/>
            <a:ext cx="720080" cy="3600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75" t="38730" r="11607" b="36349"/>
          <a:stretch/>
        </p:blipFill>
        <p:spPr bwMode="auto">
          <a:xfrm>
            <a:off x="1055440" y="1988840"/>
            <a:ext cx="9217024" cy="28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Rot="1" noChangeArrowheads="1"/>
          </p:cNvSpPr>
          <p:nvPr>
            <p:ph type="title"/>
            <p:custDataLst>
              <p:tags r:id="rId1"/>
            </p:custDataLst>
          </p:nvPr>
        </p:nvSpPr>
        <p:spPr bwMode="auto">
          <a:xfrm>
            <a:off x="767408" y="1030089"/>
            <a:ext cx="8950325" cy="94138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tlCol="0">
            <a:normAutofit fontScale="90000"/>
          </a:bodyPr>
          <a:lstStyle/>
          <a:p>
            <a:pPr algn="just" eaLnBrk="1" hangingPunct="1">
              <a:defRPr/>
            </a:pPr>
            <a:br>
              <a:rPr lang="bg-BG" altLang="bg-BG" dirty="0">
                <a:ln>
                  <a:noFill/>
                </a:ln>
                <a:latin typeface="Tw Cen MT"/>
              </a:rPr>
            </a:br>
            <a:endParaRPr lang="bg-BG" altLang="bg-BG" dirty="0">
              <a:ln>
                <a:noFill/>
              </a:ln>
              <a:latin typeface="Tw Cen MT"/>
            </a:endParaRP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83432" y="1030089"/>
            <a:ext cx="9577064" cy="604837"/>
          </a:xfrm>
        </p:spPr>
        <p:txBody>
          <a:bodyPr>
            <a:noAutofit/>
          </a:bodyPr>
          <a:lstStyle/>
          <a:p>
            <a:pPr marL="0" indent="0" eaLnBrk="1" hangingPunct="1">
              <a:buClr>
                <a:srgbClr val="FFC000"/>
              </a:buClr>
              <a:buSzPct val="120000"/>
              <a:buNone/>
            </a:pP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Edit</a:t>
            </a:r>
            <a:r>
              <a:rPr lang="en-US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/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Редактиране </a:t>
            </a:r>
            <a:r>
              <a:rPr lang="bg-BG" altLang="bg-BG" sz="3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Replace</a:t>
            </a:r>
            <a:r>
              <a:rPr lang="bg-BG" altLang="bg-BG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/Заместване</a:t>
            </a:r>
            <a:endParaRPr lang="bg-BG" altLang="bg-BG" sz="36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8197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71794" y="1805918"/>
            <a:ext cx="5183361" cy="1475686"/>
          </a:xfrm>
          <a:prstGeom prst="borderCallout1">
            <a:avLst>
              <a:gd name="adj1" fmla="val 87009"/>
              <a:gd name="adj2" fmla="val 19961"/>
              <a:gd name="adj3" fmla="val 162925"/>
              <a:gd name="adj4" fmla="val -5344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Можем да заменим само посочената дума или всички едновременно</a:t>
            </a:r>
          </a:p>
        </p:txBody>
      </p:sp>
      <p:sp>
        <p:nvSpPr>
          <p:cNvPr id="8198" name="AutoShap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1424" y="5075854"/>
            <a:ext cx="6912768" cy="1108075"/>
          </a:xfrm>
          <a:prstGeom prst="borderCallout1">
            <a:avLst>
              <a:gd name="adj1" fmla="val 4343"/>
              <a:gd name="adj2" fmla="val 40496"/>
              <a:gd name="adj3" fmla="val -108087"/>
              <a:gd name="adj4" fmla="val 28058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Записваме думата, с която искаме да заместим намерената дума в текста</a:t>
            </a:r>
          </a:p>
        </p:txBody>
      </p:sp>
      <p:sp>
        <p:nvSpPr>
          <p:cNvPr id="7" name="Правоъгълник 6"/>
          <p:cNvSpPr/>
          <p:nvPr>
            <p:custDataLst>
              <p:tags r:id="rId5"/>
            </p:custDataLst>
          </p:nvPr>
        </p:nvSpPr>
        <p:spPr>
          <a:xfrm>
            <a:off x="335361" y="260648"/>
            <a:ext cx="11856640" cy="76944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  <a:sp3d extrusionH="57150" prstMaterial="softEdge">
              <a:bevelT w="25400" h="38100"/>
            </a:sp3d>
          </a:bodyPr>
          <a:lstStyle/>
          <a:p>
            <a:pPr eaLnBrk="0" hangingPunct="0">
              <a:defRPr/>
            </a:pPr>
            <a:r>
              <a:rPr lang="bg-BG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б</a:t>
            </a:r>
            <a:r>
              <a:rPr lang="en-US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)</a:t>
            </a:r>
            <a:r>
              <a:rPr lang="ru-RU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bg-BG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Замяна на</a:t>
            </a:r>
            <a:r>
              <a:rPr lang="ru-RU" altLang="bg-BG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текст</a:t>
            </a:r>
            <a:endParaRPr lang="bg-BG" altLang="bg-BG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5368" name="Текстово поле 9"/>
          <p:cNvSpPr txBox="1">
            <a:spLocks noChangeArrowheads="1"/>
          </p:cNvSpPr>
          <p:nvPr/>
        </p:nvSpPr>
        <p:spPr bwMode="auto">
          <a:xfrm>
            <a:off x="3792538" y="6361113"/>
            <a:ext cx="51831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</a:t>
            </a:r>
          </a:p>
        </p:txBody>
      </p:sp>
      <p:sp>
        <p:nvSpPr>
          <p:cNvPr id="2" name="Овал 1"/>
          <p:cNvSpPr/>
          <p:nvPr/>
        </p:nvSpPr>
        <p:spPr>
          <a:xfrm>
            <a:off x="2279576" y="3501008"/>
            <a:ext cx="864096" cy="3600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513418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Rot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291907" y="1317625"/>
            <a:ext cx="11636741" cy="4631655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buClr>
                <a:srgbClr val="FFC000"/>
              </a:buClr>
              <a:buSzPct val="122000"/>
              <a:buFont typeface="Arial" charset="0"/>
              <a:buNone/>
              <a:defRPr/>
            </a:pPr>
            <a:r>
              <a:rPr lang="bg-BG" sz="3200" dirty="0"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FFFF"/>
                </a:solidFill>
                <a:latin typeface="+mj-lt"/>
                <a:ea typeface="Calibri"/>
                <a:cs typeface="Times New Roman" pitchFamily="18" charset="0"/>
                <a:sym typeface="Wingdings"/>
              </a:rPr>
              <a:t>Понякога за да се усвои някоя програма или предназначението на някой инструмент, може да се използва Помощна система (система за справочна информация).</a:t>
            </a:r>
          </a:p>
          <a:p>
            <a:pPr marL="0" indent="0" algn="ctr" eaLnBrk="1" fontAlgn="auto" hangingPunct="1">
              <a:buClr>
                <a:srgbClr val="FFC000"/>
              </a:buClr>
              <a:buSzPct val="122000"/>
              <a:buNone/>
              <a:defRPr/>
            </a:pPr>
            <a:endParaRPr lang="bg-BG" sz="3200" dirty="0"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rgbClr val="FFFFFF"/>
              </a:solidFill>
              <a:latin typeface="+mj-lt"/>
              <a:ea typeface="Calibri"/>
              <a:cs typeface="Times New Roman" pitchFamily="18" charset="0"/>
              <a:sym typeface="Wingdings"/>
            </a:endParaRPr>
          </a:p>
        </p:txBody>
      </p:sp>
      <p:sp>
        <p:nvSpPr>
          <p:cNvPr id="4" name="Правоъгълник 3"/>
          <p:cNvSpPr/>
          <p:nvPr>
            <p:custDataLst>
              <p:tags r:id="rId2"/>
            </p:custDataLst>
          </p:nvPr>
        </p:nvSpPr>
        <p:spPr>
          <a:xfrm>
            <a:off x="291907" y="260648"/>
            <a:ext cx="11694626" cy="7078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  <a:sp3d extrusionH="57150" prstMaterial="softEdge">
              <a:bevelT w="25400" h="38100"/>
            </a:sp3d>
          </a:bodyPr>
          <a:lstStyle/>
          <a:p>
            <a:pPr algn="ctr" eaLnBrk="0" hangingPunct="0">
              <a:defRPr/>
            </a:pPr>
            <a:r>
              <a:rPr lang="ru-RU" altLang="bg-BG" sz="4000" b="1" dirty="0">
                <a:solidFill>
                  <a:srgbClr val="FFC000"/>
                </a:solidFill>
                <a:latin typeface="+mj-lt"/>
              </a:rPr>
              <a:t>2</a:t>
            </a:r>
            <a:r>
              <a:rPr lang="ru-RU" altLang="bg-BG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</a:t>
            </a:r>
            <a:r>
              <a:rPr lang="ru-RU" altLang="bg-BG" sz="4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Търсене</a:t>
            </a:r>
            <a:r>
              <a:rPr lang="ru-RU" altLang="bg-BG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и </a:t>
            </a:r>
            <a:r>
              <a:rPr lang="ru-RU" altLang="bg-BG" sz="4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получаване</a:t>
            </a:r>
            <a:r>
              <a:rPr lang="ru-RU" altLang="bg-BG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на </a:t>
            </a:r>
            <a:r>
              <a:rPr lang="ru-RU" altLang="bg-BG" sz="40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помощна</a:t>
            </a:r>
            <a:r>
              <a:rPr lang="ru-RU" altLang="bg-BG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информация</a:t>
            </a:r>
            <a:endParaRPr lang="bg-BG" altLang="bg-BG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18437" name="Текстово поле 9"/>
          <p:cNvSpPr txBox="1">
            <a:spLocks noChangeArrowheads="1"/>
          </p:cNvSpPr>
          <p:nvPr/>
        </p:nvSpPr>
        <p:spPr bwMode="auto">
          <a:xfrm>
            <a:off x="3648075" y="6365875"/>
            <a:ext cx="5184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</a:t>
            </a:r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444"/>
          <a:stretch/>
        </p:blipFill>
        <p:spPr bwMode="auto">
          <a:xfrm>
            <a:off x="695400" y="3539513"/>
            <a:ext cx="10657184" cy="251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11115263" y="3789040"/>
            <a:ext cx="360040" cy="43204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Закръглен правоъгълник 2"/>
          <p:cNvSpPr/>
          <p:nvPr/>
        </p:nvSpPr>
        <p:spPr>
          <a:xfrm>
            <a:off x="9818816" y="5085184"/>
            <a:ext cx="1512168" cy="7200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6" name="Съединител &quot;права стрелка&quot; 5"/>
          <p:cNvCxnSpPr/>
          <p:nvPr/>
        </p:nvCxnSpPr>
        <p:spPr>
          <a:xfrm flipH="1">
            <a:off x="11046550" y="4242792"/>
            <a:ext cx="18002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авоъгълник 6"/>
          <p:cNvSpPr/>
          <p:nvPr/>
        </p:nvSpPr>
        <p:spPr>
          <a:xfrm>
            <a:off x="291865" y="3016116"/>
            <a:ext cx="1437318" cy="52322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</a:t>
            </a:r>
            <a:r>
              <a:rPr lang="bg-BG" sz="2800" b="1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начин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2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86" b="26826"/>
          <a:stretch/>
        </p:blipFill>
        <p:spPr bwMode="auto">
          <a:xfrm>
            <a:off x="804527" y="980728"/>
            <a:ext cx="4659086" cy="5018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Текстово поле 12"/>
          <p:cNvSpPr txBox="1">
            <a:spLocks noChangeArrowheads="1"/>
          </p:cNvSpPr>
          <p:nvPr/>
        </p:nvSpPr>
        <p:spPr bwMode="auto">
          <a:xfrm>
            <a:off x="3288382" y="6237312"/>
            <a:ext cx="5183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2000" dirty="0">
                <a:solidFill>
                  <a:schemeClr val="tx1"/>
                </a:solidFill>
                <a:latin typeface="Calibri" charset="-52"/>
              </a:rPr>
              <a:t>КМИТ, 6 клас, Маврова</a:t>
            </a:r>
          </a:p>
        </p:txBody>
      </p:sp>
      <p:sp>
        <p:nvSpPr>
          <p:cNvPr id="3" name="Овал 2"/>
          <p:cNvSpPr/>
          <p:nvPr/>
        </p:nvSpPr>
        <p:spPr>
          <a:xfrm>
            <a:off x="804527" y="3789040"/>
            <a:ext cx="792088" cy="43204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Правоъгълник 7"/>
          <p:cNvSpPr/>
          <p:nvPr/>
        </p:nvSpPr>
        <p:spPr>
          <a:xfrm>
            <a:off x="324514" y="332656"/>
            <a:ext cx="1536703" cy="52322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II</a:t>
            </a:r>
            <a:r>
              <a:rPr lang="bg-BG" sz="2800" b="1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начин</a:t>
            </a:r>
          </a:p>
        </p:txBody>
      </p:sp>
      <p:sp>
        <p:nvSpPr>
          <p:cNvPr id="9" name="Овал 8"/>
          <p:cNvSpPr/>
          <p:nvPr/>
        </p:nvSpPr>
        <p:spPr>
          <a:xfrm>
            <a:off x="793979" y="1071900"/>
            <a:ext cx="597772" cy="432048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9463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1" t="20159" r="15267" b="66826"/>
          <a:stretch/>
        </p:blipFill>
        <p:spPr bwMode="auto">
          <a:xfrm>
            <a:off x="7236467" y="1166417"/>
            <a:ext cx="3492051" cy="892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79976" y="456930"/>
            <a:ext cx="4435019" cy="614970"/>
          </a:xfrm>
          <a:prstGeom prst="borderCallout1">
            <a:avLst>
              <a:gd name="adj1" fmla="val 87009"/>
              <a:gd name="adj2" fmla="val 19961"/>
              <a:gd name="adj3" fmla="val 228420"/>
              <a:gd name="adj4" fmla="val -30134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Помощна информация</a:t>
            </a:r>
          </a:p>
        </p:txBody>
      </p:sp>
      <p:sp>
        <p:nvSpPr>
          <p:cNvPr id="16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672064" y="2355271"/>
            <a:ext cx="4435019" cy="614970"/>
          </a:xfrm>
          <a:prstGeom prst="borderCallout1">
            <a:avLst>
              <a:gd name="adj1" fmla="val 33905"/>
              <a:gd name="adj2" fmla="val 3516"/>
              <a:gd name="adj3" fmla="val 53178"/>
              <a:gd name="adj4" fmla="val -37007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On-line</a:t>
            </a: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 търсене на помощ</a:t>
            </a:r>
          </a:p>
        </p:txBody>
      </p:sp>
      <p:pic>
        <p:nvPicPr>
          <p:cNvPr id="19465" name="Picture 9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24" b="29048"/>
          <a:stretch/>
        </p:blipFill>
        <p:spPr bwMode="auto">
          <a:xfrm>
            <a:off x="7032104" y="4221088"/>
            <a:ext cx="4655840" cy="1916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AutoShap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634475" y="3481555"/>
            <a:ext cx="5472608" cy="614970"/>
          </a:xfrm>
          <a:prstGeom prst="borderCallout1">
            <a:avLst>
              <a:gd name="adj1" fmla="val 33905"/>
              <a:gd name="adj2" fmla="val 3516"/>
              <a:gd name="adj3" fmla="val -17627"/>
              <a:gd name="adj4" fmla="val -19492"/>
            </a:avLst>
          </a:prstGeom>
          <a:gradFill rotWithShape="1">
            <a:gsLst>
              <a:gs pos="0">
                <a:srgbClr val="975400"/>
              </a:gs>
              <a:gs pos="50000">
                <a:srgbClr val="EC8800"/>
              </a:gs>
              <a:gs pos="70000">
                <a:srgbClr val="FF9B00"/>
              </a:gs>
              <a:gs pos="100000">
                <a:srgbClr val="FFBB0F"/>
              </a:gs>
            </a:gsLst>
            <a:lin ang="16200000"/>
          </a:gradFill>
          <a:ln w="25400" cap="flat" algn="ctr">
            <a:solidFill>
              <a:srgbClr val="FFAD1C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dist="25400" dir="5400000" rotWithShape="0">
              <a:srgbClr val="000000">
                <a:alpha val="42999"/>
              </a:srgbClr>
            </a:outerShdw>
          </a:effec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bg-BG" altLang="bg-BG" sz="2800" dirty="0">
                <a:solidFill>
                  <a:schemeClr val="tx1"/>
                </a:solidFill>
                <a:latin typeface="Calibri" charset="-52"/>
                <a:cs typeface="Times New Roman" pitchFamily="18" charset="0"/>
              </a:rPr>
              <a:t>Връзка с отдела за поддръжка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36121" y="260648"/>
            <a:ext cx="10972800" cy="724942"/>
          </a:xfrm>
        </p:spPr>
        <p:txBody>
          <a:bodyPr rtlCol="0">
            <a:noAutofit/>
          </a:bodyPr>
          <a:lstStyle/>
          <a:p>
            <a:pPr algn="ctr" eaLnBrk="1" hangingPunct="1">
              <a:defRPr/>
            </a:pPr>
            <a:r>
              <a:rPr lang="bg-B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Упражнение</a:t>
            </a:r>
          </a:p>
        </p:txBody>
      </p:sp>
      <p:sp>
        <p:nvSpPr>
          <p:cNvPr id="24580" name="Текстово поле 5"/>
          <p:cNvSpPr txBox="1">
            <a:spLocks noChangeArrowheads="1"/>
          </p:cNvSpPr>
          <p:nvPr/>
        </p:nvSpPr>
        <p:spPr bwMode="auto">
          <a:xfrm>
            <a:off x="623392" y="1196752"/>
            <a:ext cx="11233248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ClrTx/>
              <a:buNone/>
            </a:pPr>
            <a:r>
              <a:rPr lang="bg-BG" sz="3200" b="1" spc="50" dirty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Зад.1/стр.19</a:t>
            </a:r>
          </a:p>
          <a:p>
            <a:pPr marL="0" indent="0" algn="just" eaLnBrk="1" hangingPunct="1">
              <a:spcBef>
                <a:spcPct val="0"/>
              </a:spcBef>
              <a:buClrTx/>
              <a:buNone/>
            </a:pP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Отворете файла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pod_igoto.docx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от приложените материали и намерете колко пъти в текста се среща думата „момиче“</a:t>
            </a:r>
          </a:p>
          <a:p>
            <a:pPr marL="0" indent="0" eaLnBrk="1" hangingPunct="1">
              <a:spcBef>
                <a:spcPct val="0"/>
              </a:spcBef>
              <a:buClrTx/>
              <a:buNone/>
            </a:pPr>
            <a:r>
              <a:rPr lang="bg-BG" altLang="bg-BG" sz="3200" b="1" spc="50" dirty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Зад.2/стр.20 </a:t>
            </a:r>
          </a:p>
          <a:p>
            <a:pPr marL="0" indent="0" eaLnBrk="1" hangingPunct="1">
              <a:spcBef>
                <a:spcPct val="0"/>
              </a:spcBef>
              <a:buClrTx/>
              <a:buNone/>
            </a:pP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Отворете файла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predmet.docx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от приложените материали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и заменете израза „история и цивилизация“ с израза „компютърно моделиране и информационни технологии“</a:t>
            </a:r>
          </a:p>
          <a:p>
            <a:pPr marL="0" indent="0" eaLnBrk="1" hangingPunct="1">
              <a:spcBef>
                <a:spcPct val="0"/>
              </a:spcBef>
              <a:buClrTx/>
              <a:buNone/>
            </a:pPr>
            <a:r>
              <a:rPr lang="ru-RU" altLang="bg-BG" sz="3200" b="1" spc="50" dirty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Зад.3/стр.20 </a:t>
            </a:r>
          </a:p>
          <a:p>
            <a:pPr marL="0" indent="0" algn="just" eaLnBrk="1" hangingPunct="1">
              <a:spcBef>
                <a:spcPct val="0"/>
              </a:spcBef>
              <a:buClrTx/>
              <a:buNone/>
            </a:pP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Намерете помощна информация от програмата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+mn-cs"/>
              </a:rPr>
              <a:t>Word</a:t>
            </a:r>
            <a:r>
              <a:rPr lang="bg-BG" sz="2800" dirty="0">
                <a:solidFill>
                  <a:schemeClr val="tx1"/>
                </a:solidFill>
                <a:latin typeface="+mn-lt"/>
                <a:cs typeface="+mn-cs"/>
              </a:rPr>
              <a:t> за търсене на текст.</a:t>
            </a:r>
            <a:endParaRPr lang="bg-BG" altLang="bg-BG" sz="280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24587" name="Текстово поле 19"/>
          <p:cNvSpPr txBox="1">
            <a:spLocks noChangeArrowheads="1"/>
          </p:cNvSpPr>
          <p:nvPr/>
        </p:nvSpPr>
        <p:spPr bwMode="auto">
          <a:xfrm>
            <a:off x="3431704" y="6237312"/>
            <a:ext cx="5183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  <a:latin typeface="Tw Cen MT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Tw Cen MT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2"/>
                </a:solidFill>
                <a:latin typeface="Tw Cen MT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87F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Tw Cen MT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0AC97"/>
              </a:buClr>
              <a:buFont typeface="Arial" charset="0"/>
              <a:buChar char="•"/>
              <a:defRPr sz="1600">
                <a:solidFill>
                  <a:schemeClr val="tx2"/>
                </a:solidFill>
                <a:latin typeface="Tw Cen MT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bg-BG" altLang="bg-BG" sz="1800" dirty="0">
                <a:solidFill>
                  <a:schemeClr val="tx1"/>
                </a:solidFill>
                <a:latin typeface="Calibri" charset="-52"/>
              </a:rPr>
              <a:t>КМИТ, 6 клас, Маврова-Ненкова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0.06.14"/>
  <p:tag name="AS_TITLE" val="Aspose.Slides for .NET 2.0"/>
  <p:tag name="AS_VERSION" val="2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heme/theme1.xml><?xml version="1.0" encoding="utf-8"?>
<a:theme xmlns:a="http://schemas.openxmlformats.org/drawingml/2006/main" name="Сламен покрив">
  <a:themeElements>
    <a:clrScheme name="Сламен покрив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Средни">
      <a:majorFont>
        <a:latin typeface="Tw Cen MT"/>
        <a:ea typeface="Arial"/>
        <a:cs typeface="Arial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Arial"/>
        <a:cs typeface="Arial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ламен покрив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ламен покрив">
    <a:dk1>
      <a:sysClr val="windowText" lastClr="000000"/>
    </a:dk1>
    <a:lt1>
      <a:sysClr val="window" lastClr="FFFFFF"/>
    </a:lt1>
    <a:dk2>
      <a:srgbClr val="1D3641"/>
    </a:dk2>
    <a:lt2>
      <a:srgbClr val="DFE6D0"/>
    </a:lt2>
    <a:accent1>
      <a:srgbClr val="759AA5"/>
    </a:accent1>
    <a:accent2>
      <a:srgbClr val="CFC60D"/>
    </a:accent2>
    <a:accent3>
      <a:srgbClr val="99987F"/>
    </a:accent3>
    <a:accent4>
      <a:srgbClr val="90AC97"/>
    </a:accent4>
    <a:accent5>
      <a:srgbClr val="FFAD1C"/>
    </a:accent5>
    <a:accent6>
      <a:srgbClr val="B9AB6F"/>
    </a:accent6>
    <a:hlink>
      <a:srgbClr val="66AACD"/>
    </a:hlink>
    <a:folHlink>
      <a:srgbClr val="809DB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454</TotalTime>
  <Words>261</Words>
  <Application>Microsoft Office PowerPoint</Application>
  <PresentationFormat>Широк екран</PresentationFormat>
  <Paragraphs>34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2" baseType="lpstr">
      <vt:lpstr>Arial</vt:lpstr>
      <vt:lpstr>Calibri</vt:lpstr>
      <vt:lpstr>Tw Cen MT</vt:lpstr>
      <vt:lpstr>Wingdings</vt:lpstr>
      <vt:lpstr>Сламен покрив</vt:lpstr>
      <vt:lpstr>Презентация на PowerPoint</vt:lpstr>
      <vt:lpstr>Презентация на PowerPoint</vt:lpstr>
      <vt:lpstr> </vt:lpstr>
      <vt:lpstr> </vt:lpstr>
      <vt:lpstr>Презентация на PowerPoint</vt:lpstr>
      <vt:lpstr>Презентация на PowerPoint</vt:lpstr>
      <vt:lpstr>Упражнение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Вмъкване и форматиране на графични изображения</dc:title>
  <dc:creator>Елена Маврова</dc:creator>
  <cp:lastModifiedBy>Elena Nenkova</cp:lastModifiedBy>
  <cp:revision>26</cp:revision>
  <cp:lastPrinted>1601-01-01T00:00:00Z</cp:lastPrinted>
  <dcterms:created xsi:type="dcterms:W3CDTF">2012-12-03T20:20:26Z</dcterms:created>
  <dcterms:modified xsi:type="dcterms:W3CDTF">2026-07-25T06:31:41Z</dcterms:modified>
</cp:coreProperties>
</file>