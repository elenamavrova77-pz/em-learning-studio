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76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По избор</PresentationFormat>
  <Paragraphs>0</Paragraphs>
  <Slides>14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Елена Г. Маврова-Ненкова</dc:creator>
  <cp:lastModifiedBy>Elena Nenkova</cp:lastModifiedBy>
  <cp:revision>1</cp:revision>
  <dcterms:created xsi:type="dcterms:W3CDTF">2006-08-16T00:00:00Z</dcterms:created>
  <dcterms:modified xsi:type="dcterms:W3CDTF">2026-08-04T14:18:03Z</dcterms:modified>
</cp:coreProperties>
</file>