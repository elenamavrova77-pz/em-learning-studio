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4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11"/>
  </p:handoutMasterIdLst>
  <p:sldIdLst>
    <p:sldId id="256" r:id="rId4"/>
    <p:sldId id="261" r:id="rId5"/>
    <p:sldId id="277" r:id="rId6"/>
    <p:sldId id="285" r:id="rId7"/>
    <p:sldId id="270" r:id="rId8"/>
    <p:sldId id="286" r:id="rId9"/>
    <p:sldId id="287" r:id="rId10"/>
  </p:sldIdLst>
  <p:sldSz cx="12192000" cy="6858000"/>
  <p:notesSz cx="6858000" cy="9144000"/>
  <p:custDataLst>
    <p:tags r:id="rId12"/>
  </p:custDataLst>
  <p:defaultTextStyle>
    <a:defPPr>
      <a:defRPr lang="en-US"/>
    </a:defPPr>
    <a:lvl1pPr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5613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2813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0013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7213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Без стил, мрежа в таблица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1" autoAdjust="0"/>
    <p:restoredTop sz="94660"/>
  </p:normalViewPr>
  <p:slideViewPr>
    <p:cSldViewPr>
      <p:cViewPr varScale="1">
        <p:scale>
          <a:sx n="83" d="100"/>
          <a:sy n="83" d="100"/>
        </p:scale>
        <p:origin x="62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heme" Target="../theme/theme4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Header Placeholder 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5" name="Date Placeholder 2"/>
          <p:cNvSpPr>
            <a:spLocks noGrp="1" noChangeArrowheads="1"/>
          </p:cNvSpPr>
          <p:nvPr>
            <p:ph type="dt" sz="quarter" idx="2"/>
            <p:custDataLst>
              <p:tags r:id="rId3"/>
            </p:custDataLst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8676" name="Footer Placeholder 3"/>
          <p:cNvSpPr>
            <a:spLocks noGrp="1" noChangeArrowheads="1"/>
          </p:cNvSpPr>
          <p:nvPr>
            <p:ph type="ftr" sz="quarter" idx="3"/>
            <p:custDataLst>
              <p:tags r:id="rId4"/>
            </p:custDataLst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9D43F-C9F2-48A6-89A5-A9F97F9AA777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97BA89-2B12-4E56-B0AC-AA3294D45F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3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slideMaster" Target="../slideMasters/slideMaster1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image" Target="../media/image2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image" Target="../media/image3.jpeg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5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19" Type="http://schemas.openxmlformats.org/officeDocument/2006/relationships/image" Target="../media/image13.jpe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image" Target="../media/image13.jpeg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>
                <a16:creationId xmlns:a16="http://schemas.microsoft.com/office/drawing/2014/main" id="{F0A5A484-D6B9-4D71-9325-440B0D4886BB}"/>
              </a:ext>
            </a:extLst>
          </p:cNvPr>
          <p:cNvSpPr/>
          <p:nvPr/>
        </p:nvSpPr>
        <p:spPr>
          <a:xfrm>
            <a:off x="4211638" y="257175"/>
            <a:ext cx="7980362" cy="6634163"/>
          </a:xfrm>
          <a:custGeom>
            <a:avLst/>
            <a:gdLst>
              <a:gd name="connsiteX0" fmla="*/ 4530235 w 4530235"/>
              <a:gd name="connsiteY0" fmla="*/ 0 h 3166512"/>
              <a:gd name="connsiteX1" fmla="*/ 4530235 w 4530235"/>
              <a:gd name="connsiteY1" fmla="*/ 3166512 h 3166512"/>
              <a:gd name="connsiteX2" fmla="*/ 0 w 4530235"/>
              <a:gd name="connsiteY2" fmla="*/ 3166512 h 3166512"/>
              <a:gd name="connsiteX3" fmla="*/ 8629 w 4530235"/>
              <a:gd name="connsiteY3" fmla="*/ 3148262 h 3166512"/>
              <a:gd name="connsiteX4" fmla="*/ 897444 w 4530235"/>
              <a:gd name="connsiteY4" fmla="*/ 2027274 h 3166512"/>
              <a:gd name="connsiteX5" fmla="*/ 3172812 w 4530235"/>
              <a:gd name="connsiteY5" fmla="*/ 2059172 h 3166512"/>
              <a:gd name="connsiteX6" fmla="*/ 3342933 w 4530235"/>
              <a:gd name="connsiteY6" fmla="*/ 581246 h 3166512"/>
              <a:gd name="connsiteX7" fmla="*/ 4518022 w 4530235"/>
              <a:gd name="connsiteY7" fmla="*/ 2043 h 3166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0235" h="3166512">
                <a:moveTo>
                  <a:pt x="4530235" y="0"/>
                </a:moveTo>
                <a:lnTo>
                  <a:pt x="4530235" y="3166512"/>
                </a:lnTo>
                <a:lnTo>
                  <a:pt x="0" y="3166512"/>
                </a:lnTo>
                <a:lnTo>
                  <a:pt x="8629" y="3148262"/>
                </a:lnTo>
                <a:cubicBezTo>
                  <a:pt x="219065" y="2717837"/>
                  <a:pt x="543026" y="2202269"/>
                  <a:pt x="897444" y="2027274"/>
                </a:cubicBezTo>
                <a:cubicBezTo>
                  <a:pt x="1464514" y="1747283"/>
                  <a:pt x="2765231" y="2300177"/>
                  <a:pt x="3172812" y="2059172"/>
                </a:cubicBezTo>
                <a:cubicBezTo>
                  <a:pt x="3580393" y="1818167"/>
                  <a:pt x="3071803" y="926804"/>
                  <a:pt x="3342933" y="581246"/>
                </a:cubicBezTo>
                <a:cubicBezTo>
                  <a:pt x="3549457" y="318029"/>
                  <a:pt x="4135386" y="76402"/>
                  <a:pt x="4518022" y="2043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3" name="Freeform: Shape 6">
            <a:extLst>
              <a:ext uri="{FF2B5EF4-FFF2-40B4-BE49-F238E27FC236}">
                <a16:creationId xmlns:a16="http://schemas.microsoft.com/office/drawing/2014/main" id="{23571BDD-DC53-4783-BC23-C258AB2F2887}"/>
              </a:ext>
            </a:extLst>
          </p:cNvPr>
          <p:cNvSpPr/>
          <p:nvPr/>
        </p:nvSpPr>
        <p:spPr>
          <a:xfrm>
            <a:off x="7661275" y="3724275"/>
            <a:ext cx="4530725" cy="3167063"/>
          </a:xfrm>
          <a:custGeom>
            <a:avLst/>
            <a:gdLst>
              <a:gd name="connsiteX0" fmla="*/ 4530235 w 4530235"/>
              <a:gd name="connsiteY0" fmla="*/ 0 h 3166512"/>
              <a:gd name="connsiteX1" fmla="*/ 4530235 w 4530235"/>
              <a:gd name="connsiteY1" fmla="*/ 3166512 h 3166512"/>
              <a:gd name="connsiteX2" fmla="*/ 0 w 4530235"/>
              <a:gd name="connsiteY2" fmla="*/ 3166512 h 3166512"/>
              <a:gd name="connsiteX3" fmla="*/ 8629 w 4530235"/>
              <a:gd name="connsiteY3" fmla="*/ 3148262 h 3166512"/>
              <a:gd name="connsiteX4" fmla="*/ 897444 w 4530235"/>
              <a:gd name="connsiteY4" fmla="*/ 2027274 h 3166512"/>
              <a:gd name="connsiteX5" fmla="*/ 3172812 w 4530235"/>
              <a:gd name="connsiteY5" fmla="*/ 2059172 h 3166512"/>
              <a:gd name="connsiteX6" fmla="*/ 3342933 w 4530235"/>
              <a:gd name="connsiteY6" fmla="*/ 581246 h 3166512"/>
              <a:gd name="connsiteX7" fmla="*/ 4518022 w 4530235"/>
              <a:gd name="connsiteY7" fmla="*/ 2043 h 3166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0235" h="3166512">
                <a:moveTo>
                  <a:pt x="4530235" y="0"/>
                </a:moveTo>
                <a:lnTo>
                  <a:pt x="4530235" y="3166512"/>
                </a:lnTo>
                <a:lnTo>
                  <a:pt x="0" y="3166512"/>
                </a:lnTo>
                <a:lnTo>
                  <a:pt x="8629" y="3148262"/>
                </a:lnTo>
                <a:cubicBezTo>
                  <a:pt x="219065" y="2717837"/>
                  <a:pt x="543026" y="2202269"/>
                  <a:pt x="897444" y="2027274"/>
                </a:cubicBezTo>
                <a:cubicBezTo>
                  <a:pt x="1464514" y="1747283"/>
                  <a:pt x="2765231" y="2300177"/>
                  <a:pt x="3172812" y="2059172"/>
                </a:cubicBezTo>
                <a:cubicBezTo>
                  <a:pt x="3580393" y="1818167"/>
                  <a:pt x="3071803" y="926804"/>
                  <a:pt x="3342933" y="581246"/>
                </a:cubicBezTo>
                <a:cubicBezTo>
                  <a:pt x="3549457" y="318029"/>
                  <a:pt x="4135386" y="76402"/>
                  <a:pt x="4518022" y="2043"/>
                </a:cubicBezTo>
                <a:close/>
              </a:path>
            </a:pathLst>
          </a:custGeom>
          <a:solidFill>
            <a:srgbClr val="FFFFFF">
              <a:alpha val="16078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4" name="Rectangle: Rounded Corners 11"/>
          <p:cNvSpPr>
            <a:spLocks noChangeArrowheads="1"/>
          </p:cNvSpPr>
          <p:nvPr/>
        </p:nvSpPr>
        <p:spPr bwMode="auto">
          <a:xfrm>
            <a:off x="11133138" y="1925638"/>
            <a:ext cx="914400" cy="267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5" name="Rectangle: Rounded Corners 12"/>
          <p:cNvSpPr>
            <a:spLocks noChangeArrowheads="1"/>
          </p:cNvSpPr>
          <p:nvPr/>
        </p:nvSpPr>
        <p:spPr bwMode="auto">
          <a:xfrm>
            <a:off x="5638800" y="4475163"/>
            <a:ext cx="563563" cy="16494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6" name="Rectangle: Rounded Corners 13"/>
          <p:cNvSpPr>
            <a:spLocks noChangeArrowheads="1"/>
          </p:cNvSpPr>
          <p:nvPr/>
        </p:nvSpPr>
        <p:spPr bwMode="auto">
          <a:xfrm flipH="1">
            <a:off x="7491413" y="0"/>
            <a:ext cx="369887" cy="22955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7" name="Rectangle: Rounded Corners 14"/>
          <p:cNvSpPr>
            <a:spLocks noChangeArrowheads="1"/>
          </p:cNvSpPr>
          <p:nvPr/>
        </p:nvSpPr>
        <p:spPr bwMode="auto">
          <a:xfrm flipH="1">
            <a:off x="754063" y="1277938"/>
            <a:ext cx="369887" cy="22955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8" name="Rectangle: Rounded Corners 15"/>
          <p:cNvSpPr>
            <a:spLocks noChangeArrowheads="1"/>
          </p:cNvSpPr>
          <p:nvPr/>
        </p:nvSpPr>
        <p:spPr bwMode="auto">
          <a:xfrm flipH="1">
            <a:off x="9104313" y="4829175"/>
            <a:ext cx="184150" cy="17732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60999">
                <a:srgbClr val="FFF1F8">
                  <a:alpha val="2814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80000">
            <a:off x="6819900" y="347663"/>
            <a:ext cx="4465638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26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2B3F614A-BD4F-4B78-BF78-FA7A5010B5B9}"/>
              </a:ext>
            </a:extLst>
          </p:cNvPr>
          <p:cNvSpPr/>
          <p:nvPr/>
        </p:nvSpPr>
        <p:spPr>
          <a:xfrm rot="506545">
            <a:off x="10048875" y="3656013"/>
            <a:ext cx="355600" cy="544512"/>
          </a:xfrm>
          <a:custGeom>
            <a:avLst/>
            <a:gdLst>
              <a:gd name="connsiteX0" fmla="*/ 345263 w 354855"/>
              <a:gd name="connsiteY0" fmla="*/ 315279 h 544956"/>
              <a:gd name="connsiteX1" fmla="*/ 219796 w 354855"/>
              <a:gd name="connsiteY1" fmla="*/ 31395 h 544956"/>
              <a:gd name="connsiteX2" fmla="*/ 43636 w 354855"/>
              <a:gd name="connsiteY2" fmla="*/ 17454 h 544956"/>
              <a:gd name="connsiteX3" fmla="*/ 52508 w 354855"/>
              <a:gd name="connsiteY3" fmla="*/ 113772 h 544956"/>
              <a:gd name="connsiteX4" fmla="*/ 248945 w 354855"/>
              <a:gd name="connsiteY4" fmla="*/ 307675 h 544956"/>
              <a:gd name="connsiteX5" fmla="*/ 240074 w 354855"/>
              <a:gd name="connsiteY5" fmla="*/ 492707 h 544956"/>
              <a:gd name="connsiteX6" fmla="*/ 274292 w 354855"/>
              <a:gd name="connsiteY6" fmla="*/ 543401 h 544956"/>
              <a:gd name="connsiteX7" fmla="*/ 289500 w 354855"/>
              <a:gd name="connsiteY7" fmla="*/ 544668 h 544956"/>
              <a:gd name="connsiteX8" fmla="*/ 338927 w 354855"/>
              <a:gd name="connsiteY8" fmla="*/ 501579 h 544956"/>
              <a:gd name="connsiteX9" fmla="*/ 345263 w 354855"/>
              <a:gd name="connsiteY9" fmla="*/ 315279 h 54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855" h="544956">
                <a:moveTo>
                  <a:pt x="345263" y="315279"/>
                </a:moveTo>
                <a:cubicBezTo>
                  <a:pt x="350333" y="188545"/>
                  <a:pt x="347798" y="88425"/>
                  <a:pt x="219796" y="31395"/>
                </a:cubicBezTo>
                <a:cubicBezTo>
                  <a:pt x="183044" y="14920"/>
                  <a:pt x="72785" y="-289"/>
                  <a:pt x="43636" y="17454"/>
                </a:cubicBezTo>
                <a:cubicBezTo>
                  <a:pt x="5616" y="38999"/>
                  <a:pt x="-12127" y="85891"/>
                  <a:pt x="52508" y="113772"/>
                </a:cubicBezTo>
                <a:cubicBezTo>
                  <a:pt x="209658" y="107435"/>
                  <a:pt x="247678" y="134050"/>
                  <a:pt x="248945" y="307675"/>
                </a:cubicBezTo>
                <a:cubicBezTo>
                  <a:pt x="248945" y="392587"/>
                  <a:pt x="245143" y="445816"/>
                  <a:pt x="240074" y="492707"/>
                </a:cubicBezTo>
                <a:cubicBezTo>
                  <a:pt x="237539" y="518054"/>
                  <a:pt x="248945" y="540866"/>
                  <a:pt x="274292" y="543401"/>
                </a:cubicBezTo>
                <a:lnTo>
                  <a:pt x="289500" y="544668"/>
                </a:lnTo>
                <a:cubicBezTo>
                  <a:pt x="314847" y="547203"/>
                  <a:pt x="337659" y="528193"/>
                  <a:pt x="338927" y="501579"/>
                </a:cubicBezTo>
                <a:lnTo>
                  <a:pt x="345263" y="315279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defTabSz="914286" fontAlgn="auto"/>
            <a:endParaRPr lang="en-US"/>
          </a:p>
        </p:txBody>
      </p:sp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160338" y="163513"/>
            <a:ext cx="2781300" cy="2281237"/>
            <a:chOff x="160070" y="163202"/>
            <a:chExt cx="2781298" cy="2281190"/>
          </a:xfrm>
        </p:grpSpPr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A343436B-46C1-469C-9DD5-D3838A85C3BC}"/>
                </a:ext>
              </a:extLst>
            </p:cNvPr>
            <p:cNvSpPr/>
            <p:nvPr/>
          </p:nvSpPr>
          <p:spPr>
            <a:xfrm>
              <a:off x="160070" y="163202"/>
              <a:ext cx="139700" cy="141284"/>
            </a:xfrm>
            <a:custGeom>
              <a:avLst/>
              <a:gdLst>
                <a:gd name="connsiteX0" fmla="*/ 53340 w 76200"/>
                <a:gd name="connsiteY0" fmla="*/ 11081 h 76200"/>
                <a:gd name="connsiteX1" fmla="*/ 42863 w 76200"/>
                <a:gd name="connsiteY1" fmla="*/ 22511 h 76200"/>
                <a:gd name="connsiteX2" fmla="*/ 32385 w 76200"/>
                <a:gd name="connsiteY2" fmla="*/ 11081 h 76200"/>
                <a:gd name="connsiteX3" fmla="*/ 11430 w 76200"/>
                <a:gd name="connsiteY3" fmla="*/ 11081 h 76200"/>
                <a:gd name="connsiteX4" fmla="*/ 11430 w 76200"/>
                <a:gd name="connsiteY4" fmla="*/ 31083 h 76200"/>
                <a:gd name="connsiteX5" fmla="*/ 21908 w 76200"/>
                <a:gd name="connsiteY5" fmla="*/ 41561 h 76200"/>
                <a:gd name="connsiteX6" fmla="*/ 11430 w 76200"/>
                <a:gd name="connsiteY6" fmla="*/ 52991 h 76200"/>
                <a:gd name="connsiteX7" fmla="*/ 11430 w 76200"/>
                <a:gd name="connsiteY7" fmla="*/ 72993 h 76200"/>
                <a:gd name="connsiteX8" fmla="*/ 32385 w 76200"/>
                <a:gd name="connsiteY8" fmla="*/ 73946 h 76200"/>
                <a:gd name="connsiteX9" fmla="*/ 42863 w 76200"/>
                <a:gd name="connsiteY9" fmla="*/ 63468 h 76200"/>
                <a:gd name="connsiteX10" fmla="*/ 53340 w 76200"/>
                <a:gd name="connsiteY10" fmla="*/ 73946 h 76200"/>
                <a:gd name="connsiteX11" fmla="*/ 74295 w 76200"/>
                <a:gd name="connsiteY11" fmla="*/ 73946 h 76200"/>
                <a:gd name="connsiteX12" fmla="*/ 74295 w 76200"/>
                <a:gd name="connsiteY12" fmla="*/ 53943 h 76200"/>
                <a:gd name="connsiteX13" fmla="*/ 63818 w 76200"/>
                <a:gd name="connsiteY13" fmla="*/ 42513 h 76200"/>
                <a:gd name="connsiteX14" fmla="*/ 74295 w 76200"/>
                <a:gd name="connsiteY14" fmla="*/ 32036 h 76200"/>
                <a:gd name="connsiteX15" fmla="*/ 74295 w 76200"/>
                <a:gd name="connsiteY15" fmla="*/ 11081 h 76200"/>
                <a:gd name="connsiteX16" fmla="*/ 53340 w 76200"/>
                <a:gd name="connsiteY16" fmla="*/ 110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081"/>
                  </a:moveTo>
                  <a:lnTo>
                    <a:pt x="42863" y="22511"/>
                  </a:lnTo>
                  <a:lnTo>
                    <a:pt x="32385" y="11081"/>
                  </a:lnTo>
                  <a:cubicBezTo>
                    <a:pt x="26670" y="6318"/>
                    <a:pt x="17145" y="6318"/>
                    <a:pt x="11430" y="11081"/>
                  </a:cubicBezTo>
                  <a:cubicBezTo>
                    <a:pt x="5715" y="15843"/>
                    <a:pt x="5715" y="26321"/>
                    <a:pt x="11430" y="31083"/>
                  </a:cubicBezTo>
                  <a:lnTo>
                    <a:pt x="21908" y="41561"/>
                  </a:lnTo>
                  <a:lnTo>
                    <a:pt x="11430" y="52991"/>
                  </a:lnTo>
                  <a:cubicBezTo>
                    <a:pt x="5715" y="58706"/>
                    <a:pt x="5715" y="68231"/>
                    <a:pt x="11430" y="72993"/>
                  </a:cubicBezTo>
                  <a:cubicBezTo>
                    <a:pt x="17145" y="77756"/>
                    <a:pt x="26670" y="79661"/>
                    <a:pt x="32385" y="73946"/>
                  </a:cubicBezTo>
                  <a:lnTo>
                    <a:pt x="42863" y="63468"/>
                  </a:lnTo>
                  <a:lnTo>
                    <a:pt x="53340" y="73946"/>
                  </a:lnTo>
                  <a:cubicBezTo>
                    <a:pt x="59055" y="79661"/>
                    <a:pt x="68580" y="79661"/>
                    <a:pt x="74295" y="73946"/>
                  </a:cubicBezTo>
                  <a:cubicBezTo>
                    <a:pt x="80010" y="68231"/>
                    <a:pt x="80010" y="58706"/>
                    <a:pt x="74295" y="53943"/>
                  </a:cubicBezTo>
                  <a:lnTo>
                    <a:pt x="63818" y="42513"/>
                  </a:lnTo>
                  <a:lnTo>
                    <a:pt x="74295" y="32036"/>
                  </a:lnTo>
                  <a:cubicBezTo>
                    <a:pt x="80010" y="26321"/>
                    <a:pt x="80010" y="16796"/>
                    <a:pt x="74295" y="11081"/>
                  </a:cubicBezTo>
                  <a:cubicBezTo>
                    <a:pt x="68580" y="5366"/>
                    <a:pt x="59055" y="6318"/>
                    <a:pt x="53340" y="1108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412A5E49-AF61-42EB-B6AF-66DDB7DB1DD5}"/>
                </a:ext>
              </a:extLst>
            </p:cNvPr>
            <p:cNvSpPr/>
            <p:nvPr/>
          </p:nvSpPr>
          <p:spPr>
            <a:xfrm>
              <a:off x="491857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" name="Freeform: Shape 21">
              <a:extLst>
                <a:ext uri="{FF2B5EF4-FFF2-40B4-BE49-F238E27FC236}">
                  <a16:creationId xmlns:a16="http://schemas.microsoft.com/office/drawing/2014/main" id="{9D50F129-15D1-4E3B-954A-CBA5B71550B1}"/>
                </a:ext>
              </a:extLst>
            </p:cNvPr>
            <p:cNvSpPr/>
            <p:nvPr/>
          </p:nvSpPr>
          <p:spPr>
            <a:xfrm>
              <a:off x="822057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3342 w 76200"/>
                <a:gd name="connsiteY11" fmla="*/ 74295 h 76200"/>
                <a:gd name="connsiteX12" fmla="*/ 73342 w 76200"/>
                <a:gd name="connsiteY12" fmla="*/ 54293 h 76200"/>
                <a:gd name="connsiteX13" fmla="*/ 62865 w 76200"/>
                <a:gd name="connsiteY13" fmla="*/ 43815 h 76200"/>
                <a:gd name="connsiteX14" fmla="*/ 73342 w 76200"/>
                <a:gd name="connsiteY14" fmla="*/ 33338 h 76200"/>
                <a:gd name="connsiteX15" fmla="*/ 73342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3342" y="74295"/>
                  </a:cubicBezTo>
                  <a:cubicBezTo>
                    <a:pt x="79058" y="68580"/>
                    <a:pt x="79058" y="59055"/>
                    <a:pt x="73342" y="54293"/>
                  </a:cubicBezTo>
                  <a:lnTo>
                    <a:pt x="62865" y="43815"/>
                  </a:lnTo>
                  <a:lnTo>
                    <a:pt x="73342" y="33338"/>
                  </a:lnTo>
                  <a:cubicBezTo>
                    <a:pt x="79058" y="27623"/>
                    <a:pt x="79058" y="18098"/>
                    <a:pt x="73342" y="13335"/>
                  </a:cubicBezTo>
                  <a:cubicBezTo>
                    <a:pt x="67628" y="6668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5" name="Freeform: Shape 22">
              <a:extLst>
                <a:ext uri="{FF2B5EF4-FFF2-40B4-BE49-F238E27FC236}">
                  <a16:creationId xmlns:a16="http://schemas.microsoft.com/office/drawing/2014/main" id="{0711E7D4-E016-46A7-A452-2E265ADC01CC}"/>
                </a:ext>
              </a:extLst>
            </p:cNvPr>
            <p:cNvSpPr/>
            <p:nvPr/>
          </p:nvSpPr>
          <p:spPr>
            <a:xfrm>
              <a:off x="1152256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2863 h 76200"/>
                <a:gd name="connsiteX6" fmla="*/ 11430 w 76200"/>
                <a:gd name="connsiteY6" fmla="*/ 53340 h 76200"/>
                <a:gd name="connsiteX7" fmla="*/ 11430 w 76200"/>
                <a:gd name="connsiteY7" fmla="*/ 73343 h 76200"/>
                <a:gd name="connsiteX8" fmla="*/ 31433 w 76200"/>
                <a:gd name="connsiteY8" fmla="*/ 73343 h 76200"/>
                <a:gd name="connsiteX9" fmla="*/ 41910 w 76200"/>
                <a:gd name="connsiteY9" fmla="*/ 62865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2863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3"/>
                  </a:cubicBezTo>
                  <a:cubicBezTo>
                    <a:pt x="17145" y="78105"/>
                    <a:pt x="26670" y="79058"/>
                    <a:pt x="31433" y="73343"/>
                  </a:cubicBezTo>
                  <a:lnTo>
                    <a:pt x="41910" y="62865"/>
                  </a:lnTo>
                  <a:lnTo>
                    <a:pt x="52388" y="74295"/>
                  </a:lnTo>
                  <a:cubicBezTo>
                    <a:pt x="58102" y="80010"/>
                    <a:pt x="67627" y="80010"/>
                    <a:pt x="72390" y="74295"/>
                  </a:cubicBezTo>
                  <a:cubicBezTo>
                    <a:pt x="78105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9058" y="26670"/>
                    <a:pt x="79058" y="17145"/>
                    <a:pt x="73343" y="11430"/>
                  </a:cubicBezTo>
                  <a:cubicBezTo>
                    <a:pt x="67627" y="6668"/>
                    <a:pt x="58102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6" name="Freeform: Shape 23">
              <a:extLst>
                <a:ext uri="{FF2B5EF4-FFF2-40B4-BE49-F238E27FC236}">
                  <a16:creationId xmlns:a16="http://schemas.microsoft.com/office/drawing/2014/main" id="{D059EB11-EBD3-4437-9F34-AFBC3707E104}"/>
                </a:ext>
              </a:extLst>
            </p:cNvPr>
            <p:cNvSpPr/>
            <p:nvPr/>
          </p:nvSpPr>
          <p:spPr>
            <a:xfrm>
              <a:off x="1480869" y="163202"/>
              <a:ext cx="141287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7" name="Freeform: Shape 24">
              <a:extLst>
                <a:ext uri="{FF2B5EF4-FFF2-40B4-BE49-F238E27FC236}">
                  <a16:creationId xmlns:a16="http://schemas.microsoft.com/office/drawing/2014/main" id="{FAB7C8A5-4E4F-4B62-93D6-189CB2161546}"/>
                </a:ext>
              </a:extLst>
            </p:cNvPr>
            <p:cNvSpPr/>
            <p:nvPr/>
          </p:nvSpPr>
          <p:spPr>
            <a:xfrm>
              <a:off x="1812656" y="163202"/>
              <a:ext cx="141288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7150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8738DF48-6AAF-4321-83FC-42BD1D12C9F5}"/>
                </a:ext>
              </a:extLst>
            </p:cNvPr>
            <p:cNvSpPr/>
            <p:nvPr/>
          </p:nvSpPr>
          <p:spPr>
            <a:xfrm>
              <a:off x="2142856" y="163202"/>
              <a:ext cx="139700" cy="139697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6668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9D6F2B31-7A47-46A0-913E-78255F3A7B34}"/>
                </a:ext>
              </a:extLst>
            </p:cNvPr>
            <p:cNvSpPr/>
            <p:nvPr/>
          </p:nvSpPr>
          <p:spPr>
            <a:xfrm>
              <a:off x="2473055" y="163202"/>
              <a:ext cx="139700" cy="139697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6668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1CF1F7FF-444B-40D3-A4AA-40C075530BE7}"/>
                </a:ext>
              </a:extLst>
            </p:cNvPr>
            <p:cNvSpPr/>
            <p:nvPr/>
          </p:nvSpPr>
          <p:spPr>
            <a:xfrm>
              <a:off x="2801668" y="163202"/>
              <a:ext cx="139700" cy="139697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2862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2862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6668"/>
                    <a:pt x="59055" y="6668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610F9B07-ED3F-4F97-8228-9A766C19ED48}"/>
                </a:ext>
              </a:extLst>
            </p:cNvPr>
            <p:cNvSpPr/>
            <p:nvPr/>
          </p:nvSpPr>
          <p:spPr>
            <a:xfrm>
              <a:off x="161657" y="431483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3343 w 76200"/>
                <a:gd name="connsiteY14" fmla="*/ 31432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3343" y="31432"/>
                  </a:lnTo>
                  <a:cubicBezTo>
                    <a:pt x="79058" y="25718"/>
                    <a:pt x="79058" y="16193"/>
                    <a:pt x="73343" y="11430"/>
                  </a:cubicBezTo>
                  <a:cubicBezTo>
                    <a:pt x="67628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2CDB2FFB-BB16-49B5-81C2-983D6D02D860}"/>
                </a:ext>
              </a:extLst>
            </p:cNvPr>
            <p:cNvSpPr/>
            <p:nvPr/>
          </p:nvSpPr>
          <p:spPr>
            <a:xfrm>
              <a:off x="491857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3" name="Freeform: Shape 30">
              <a:extLst>
                <a:ext uri="{FF2B5EF4-FFF2-40B4-BE49-F238E27FC236}">
                  <a16:creationId xmlns:a16="http://schemas.microsoft.com/office/drawing/2014/main" id="{011693A7-707E-4960-A41E-699F431F9301}"/>
                </a:ext>
              </a:extLst>
            </p:cNvPr>
            <p:cNvSpPr/>
            <p:nvPr/>
          </p:nvSpPr>
          <p:spPr>
            <a:xfrm>
              <a:off x="822057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4" name="Freeform: Shape 31">
              <a:extLst>
                <a:ext uri="{FF2B5EF4-FFF2-40B4-BE49-F238E27FC236}">
                  <a16:creationId xmlns:a16="http://schemas.microsoft.com/office/drawing/2014/main" id="{89722B66-2C81-4964-B945-6D04F873D52E}"/>
                </a:ext>
              </a:extLst>
            </p:cNvPr>
            <p:cNvSpPr/>
            <p:nvPr/>
          </p:nvSpPr>
          <p:spPr>
            <a:xfrm>
              <a:off x="1152256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5" name="Freeform: Shape 32">
              <a:extLst>
                <a:ext uri="{FF2B5EF4-FFF2-40B4-BE49-F238E27FC236}">
                  <a16:creationId xmlns:a16="http://schemas.microsoft.com/office/drawing/2014/main" id="{BCB4B98D-6314-4608-80F7-89B5D87159D7}"/>
                </a:ext>
              </a:extLst>
            </p:cNvPr>
            <p:cNvSpPr/>
            <p:nvPr/>
          </p:nvSpPr>
          <p:spPr>
            <a:xfrm>
              <a:off x="1480869" y="431483"/>
              <a:ext cx="141287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6" name="Freeform: Shape 33">
              <a:extLst>
                <a:ext uri="{FF2B5EF4-FFF2-40B4-BE49-F238E27FC236}">
                  <a16:creationId xmlns:a16="http://schemas.microsoft.com/office/drawing/2014/main" id="{A089BA62-CE82-4D25-A5E3-28C6B41A256F}"/>
                </a:ext>
              </a:extLst>
            </p:cNvPr>
            <p:cNvSpPr/>
            <p:nvPr/>
          </p:nvSpPr>
          <p:spPr>
            <a:xfrm>
              <a:off x="1812656" y="431483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7150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7" name="Freeform: Shape 34">
              <a:extLst>
                <a:ext uri="{FF2B5EF4-FFF2-40B4-BE49-F238E27FC236}">
                  <a16:creationId xmlns:a16="http://schemas.microsoft.com/office/drawing/2014/main" id="{69AACDD5-39E6-48AB-A956-6DD59FE244F6}"/>
                </a:ext>
              </a:extLst>
            </p:cNvPr>
            <p:cNvSpPr/>
            <p:nvPr/>
          </p:nvSpPr>
          <p:spPr>
            <a:xfrm>
              <a:off x="2142856" y="431483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2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2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8" name="Freeform: Shape 35">
              <a:extLst>
                <a:ext uri="{FF2B5EF4-FFF2-40B4-BE49-F238E27FC236}">
                  <a16:creationId xmlns:a16="http://schemas.microsoft.com/office/drawing/2014/main" id="{EB6B9631-7D63-4350-B220-EB6098369AB9}"/>
                </a:ext>
              </a:extLst>
            </p:cNvPr>
            <p:cNvSpPr/>
            <p:nvPr/>
          </p:nvSpPr>
          <p:spPr>
            <a:xfrm>
              <a:off x="2473055" y="431483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2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2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9" name="Freeform: Shape 36">
              <a:extLst>
                <a:ext uri="{FF2B5EF4-FFF2-40B4-BE49-F238E27FC236}">
                  <a16:creationId xmlns:a16="http://schemas.microsoft.com/office/drawing/2014/main" id="{0D45ACB7-0DA4-4466-8175-D6E94564E5CB}"/>
                </a:ext>
              </a:extLst>
            </p:cNvPr>
            <p:cNvSpPr/>
            <p:nvPr/>
          </p:nvSpPr>
          <p:spPr>
            <a:xfrm>
              <a:off x="161657" y="698178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3343 w 76200"/>
                <a:gd name="connsiteY11" fmla="*/ 74295 h 76200"/>
                <a:gd name="connsiteX12" fmla="*/ 73343 w 76200"/>
                <a:gd name="connsiteY12" fmla="*/ 54293 h 76200"/>
                <a:gd name="connsiteX13" fmla="*/ 62865 w 76200"/>
                <a:gd name="connsiteY13" fmla="*/ 43815 h 76200"/>
                <a:gd name="connsiteX14" fmla="*/ 73343 w 76200"/>
                <a:gd name="connsiteY14" fmla="*/ 32385 h 76200"/>
                <a:gd name="connsiteX15" fmla="*/ 73343 w 76200"/>
                <a:gd name="connsiteY15" fmla="*/ 12383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9058"/>
                    <a:pt x="67628" y="79058"/>
                    <a:pt x="73343" y="74295"/>
                  </a:cubicBezTo>
                  <a:cubicBezTo>
                    <a:pt x="79058" y="69533"/>
                    <a:pt x="79058" y="59055"/>
                    <a:pt x="73343" y="54293"/>
                  </a:cubicBezTo>
                  <a:lnTo>
                    <a:pt x="62865" y="43815"/>
                  </a:lnTo>
                  <a:lnTo>
                    <a:pt x="73343" y="32385"/>
                  </a:lnTo>
                  <a:cubicBezTo>
                    <a:pt x="79058" y="26670"/>
                    <a:pt x="79058" y="17145"/>
                    <a:pt x="73343" y="12383"/>
                  </a:cubicBezTo>
                  <a:cubicBezTo>
                    <a:pt x="67628" y="7620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0" name="Freeform: Shape 37">
              <a:extLst>
                <a:ext uri="{FF2B5EF4-FFF2-40B4-BE49-F238E27FC236}">
                  <a16:creationId xmlns:a16="http://schemas.microsoft.com/office/drawing/2014/main" id="{47D0BB18-1A40-46FD-A507-7032394C027B}"/>
                </a:ext>
              </a:extLst>
            </p:cNvPr>
            <p:cNvSpPr/>
            <p:nvPr/>
          </p:nvSpPr>
          <p:spPr>
            <a:xfrm>
              <a:off x="491857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1" name="Freeform: Shape 38">
              <a:extLst>
                <a:ext uri="{FF2B5EF4-FFF2-40B4-BE49-F238E27FC236}">
                  <a16:creationId xmlns:a16="http://schemas.microsoft.com/office/drawing/2014/main" id="{DD2BE51C-183B-42AE-A6F2-CCBB84EFF696}"/>
                </a:ext>
              </a:extLst>
            </p:cNvPr>
            <p:cNvSpPr/>
            <p:nvPr/>
          </p:nvSpPr>
          <p:spPr>
            <a:xfrm>
              <a:off x="822057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2" name="Freeform: Shape 39">
              <a:extLst>
                <a:ext uri="{FF2B5EF4-FFF2-40B4-BE49-F238E27FC236}">
                  <a16:creationId xmlns:a16="http://schemas.microsoft.com/office/drawing/2014/main" id="{78B603F8-C243-449D-B208-A194DAD19352}"/>
                </a:ext>
              </a:extLst>
            </p:cNvPr>
            <p:cNvSpPr/>
            <p:nvPr/>
          </p:nvSpPr>
          <p:spPr>
            <a:xfrm>
              <a:off x="1152256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3" name="Freeform: Shape 40">
              <a:extLst>
                <a:ext uri="{FF2B5EF4-FFF2-40B4-BE49-F238E27FC236}">
                  <a16:creationId xmlns:a16="http://schemas.microsoft.com/office/drawing/2014/main" id="{0FF13737-2129-40EA-AB7C-15AE74DE7C9C}"/>
                </a:ext>
              </a:extLst>
            </p:cNvPr>
            <p:cNvSpPr/>
            <p:nvPr/>
          </p:nvSpPr>
          <p:spPr>
            <a:xfrm>
              <a:off x="1480869" y="698178"/>
              <a:ext cx="141287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4" name="Freeform: Shape 41">
              <a:extLst>
                <a:ext uri="{FF2B5EF4-FFF2-40B4-BE49-F238E27FC236}">
                  <a16:creationId xmlns:a16="http://schemas.microsoft.com/office/drawing/2014/main" id="{94080DF7-132A-4FB9-A7CF-0E1E9E275C9B}"/>
                </a:ext>
              </a:extLst>
            </p:cNvPr>
            <p:cNvSpPr/>
            <p:nvPr/>
          </p:nvSpPr>
          <p:spPr>
            <a:xfrm>
              <a:off x="1811069" y="698178"/>
              <a:ext cx="141287" cy="141285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5" name="Freeform: Shape 42">
              <a:extLst>
                <a:ext uri="{FF2B5EF4-FFF2-40B4-BE49-F238E27FC236}">
                  <a16:creationId xmlns:a16="http://schemas.microsoft.com/office/drawing/2014/main" id="{1A726207-CCED-48DE-8374-65B03C88CE60}"/>
                </a:ext>
              </a:extLst>
            </p:cNvPr>
            <p:cNvSpPr/>
            <p:nvPr/>
          </p:nvSpPr>
          <p:spPr>
            <a:xfrm>
              <a:off x="2142856" y="698178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6" name="Freeform: Shape 43">
              <a:extLst>
                <a:ext uri="{FF2B5EF4-FFF2-40B4-BE49-F238E27FC236}">
                  <a16:creationId xmlns:a16="http://schemas.microsoft.com/office/drawing/2014/main" id="{2E5A4BB1-8836-4D84-8A23-2E6AC02A1D10}"/>
                </a:ext>
              </a:extLst>
            </p:cNvPr>
            <p:cNvSpPr/>
            <p:nvPr/>
          </p:nvSpPr>
          <p:spPr>
            <a:xfrm>
              <a:off x="161657" y="966460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3343 w 76200"/>
                <a:gd name="connsiteY14" fmla="*/ 31433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3343" y="31433"/>
                  </a:lnTo>
                  <a:cubicBezTo>
                    <a:pt x="79058" y="25718"/>
                    <a:pt x="79058" y="16193"/>
                    <a:pt x="73343" y="11430"/>
                  </a:cubicBezTo>
                  <a:cubicBezTo>
                    <a:pt x="67628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7" name="Freeform: Shape 44">
              <a:extLst>
                <a:ext uri="{FF2B5EF4-FFF2-40B4-BE49-F238E27FC236}">
                  <a16:creationId xmlns:a16="http://schemas.microsoft.com/office/drawing/2014/main" id="{8EC1610C-DDA3-4350-BEC6-80ED4E19FC41}"/>
                </a:ext>
              </a:extLst>
            </p:cNvPr>
            <p:cNvSpPr/>
            <p:nvPr/>
          </p:nvSpPr>
          <p:spPr>
            <a:xfrm>
              <a:off x="491857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8" name="Freeform: Shape 45">
              <a:extLst>
                <a:ext uri="{FF2B5EF4-FFF2-40B4-BE49-F238E27FC236}">
                  <a16:creationId xmlns:a16="http://schemas.microsoft.com/office/drawing/2014/main" id="{8C2DD5AF-3CA4-4B7B-9A0D-B2ACB651F6D5}"/>
                </a:ext>
              </a:extLst>
            </p:cNvPr>
            <p:cNvSpPr/>
            <p:nvPr/>
          </p:nvSpPr>
          <p:spPr>
            <a:xfrm>
              <a:off x="822057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9" name="Freeform: Shape 46">
              <a:extLst>
                <a:ext uri="{FF2B5EF4-FFF2-40B4-BE49-F238E27FC236}">
                  <a16:creationId xmlns:a16="http://schemas.microsoft.com/office/drawing/2014/main" id="{7F6DBD4F-38BE-45EC-A609-6202A2E24862}"/>
                </a:ext>
              </a:extLst>
            </p:cNvPr>
            <p:cNvSpPr/>
            <p:nvPr/>
          </p:nvSpPr>
          <p:spPr>
            <a:xfrm>
              <a:off x="1152256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0" name="Freeform: Shape 47">
              <a:extLst>
                <a:ext uri="{FF2B5EF4-FFF2-40B4-BE49-F238E27FC236}">
                  <a16:creationId xmlns:a16="http://schemas.microsoft.com/office/drawing/2014/main" id="{F205DFB5-ED9B-4FA3-AAD1-E21DCBBCFDED}"/>
                </a:ext>
              </a:extLst>
            </p:cNvPr>
            <p:cNvSpPr/>
            <p:nvPr/>
          </p:nvSpPr>
          <p:spPr>
            <a:xfrm>
              <a:off x="1480869" y="966460"/>
              <a:ext cx="141287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1" name="Freeform: Shape 48">
              <a:extLst>
                <a:ext uri="{FF2B5EF4-FFF2-40B4-BE49-F238E27FC236}">
                  <a16:creationId xmlns:a16="http://schemas.microsoft.com/office/drawing/2014/main" id="{D0BD301B-73A6-40A9-A79A-133C4A70E39F}"/>
                </a:ext>
              </a:extLst>
            </p:cNvPr>
            <p:cNvSpPr/>
            <p:nvPr/>
          </p:nvSpPr>
          <p:spPr>
            <a:xfrm>
              <a:off x="1812656" y="966460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7150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2" name="Freeform: Shape 49">
              <a:extLst>
                <a:ext uri="{FF2B5EF4-FFF2-40B4-BE49-F238E27FC236}">
                  <a16:creationId xmlns:a16="http://schemas.microsoft.com/office/drawing/2014/main" id="{AF8881E9-1356-4715-B469-5D8C21656F25}"/>
                </a:ext>
              </a:extLst>
            </p:cNvPr>
            <p:cNvSpPr/>
            <p:nvPr/>
          </p:nvSpPr>
          <p:spPr>
            <a:xfrm>
              <a:off x="161657" y="1233155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3343 w 76200"/>
                <a:gd name="connsiteY14" fmla="*/ 32385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3343" y="32385"/>
                  </a:lnTo>
                  <a:cubicBezTo>
                    <a:pt x="79058" y="26670"/>
                    <a:pt x="79058" y="17145"/>
                    <a:pt x="73343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3" name="Freeform: Shape 50">
              <a:extLst>
                <a:ext uri="{FF2B5EF4-FFF2-40B4-BE49-F238E27FC236}">
                  <a16:creationId xmlns:a16="http://schemas.microsoft.com/office/drawing/2014/main" id="{01EF87BB-039F-4BF1-BE44-44415B82202B}"/>
                </a:ext>
              </a:extLst>
            </p:cNvPr>
            <p:cNvSpPr/>
            <p:nvPr/>
          </p:nvSpPr>
          <p:spPr>
            <a:xfrm>
              <a:off x="491857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4" name="Freeform: Shape 51">
              <a:extLst>
                <a:ext uri="{FF2B5EF4-FFF2-40B4-BE49-F238E27FC236}">
                  <a16:creationId xmlns:a16="http://schemas.microsoft.com/office/drawing/2014/main" id="{D2E51C2E-4431-491D-ACAA-6EB210F1B67E}"/>
                </a:ext>
              </a:extLst>
            </p:cNvPr>
            <p:cNvSpPr/>
            <p:nvPr/>
          </p:nvSpPr>
          <p:spPr>
            <a:xfrm>
              <a:off x="822057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5" name="Freeform: Shape 52">
              <a:extLst>
                <a:ext uri="{FF2B5EF4-FFF2-40B4-BE49-F238E27FC236}">
                  <a16:creationId xmlns:a16="http://schemas.microsoft.com/office/drawing/2014/main" id="{4ABD4133-BB89-4965-BF7E-599018EAD140}"/>
                </a:ext>
              </a:extLst>
            </p:cNvPr>
            <p:cNvSpPr/>
            <p:nvPr/>
          </p:nvSpPr>
          <p:spPr>
            <a:xfrm>
              <a:off x="1152256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6" name="Freeform: Shape 53">
              <a:extLst>
                <a:ext uri="{FF2B5EF4-FFF2-40B4-BE49-F238E27FC236}">
                  <a16:creationId xmlns:a16="http://schemas.microsoft.com/office/drawing/2014/main" id="{C3FD6F4D-3C08-4E35-AAA6-178D7777F93D}"/>
                </a:ext>
              </a:extLst>
            </p:cNvPr>
            <p:cNvSpPr/>
            <p:nvPr/>
          </p:nvSpPr>
          <p:spPr>
            <a:xfrm>
              <a:off x="1480869" y="1233155"/>
              <a:ext cx="141287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7" name="Freeform: Shape 54">
              <a:extLst>
                <a:ext uri="{FF2B5EF4-FFF2-40B4-BE49-F238E27FC236}">
                  <a16:creationId xmlns:a16="http://schemas.microsoft.com/office/drawing/2014/main" id="{941280EB-B68A-4E53-B0F2-E4022291C98B}"/>
                </a:ext>
              </a:extLst>
            </p:cNvPr>
            <p:cNvSpPr/>
            <p:nvPr/>
          </p:nvSpPr>
          <p:spPr>
            <a:xfrm>
              <a:off x="160070" y="1499849"/>
              <a:ext cx="139700" cy="141284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2863 w 76200"/>
                <a:gd name="connsiteY1" fmla="*/ 21907 h 76200"/>
                <a:gd name="connsiteX2" fmla="*/ 32385 w 76200"/>
                <a:gd name="connsiteY2" fmla="*/ 11430 h 76200"/>
                <a:gd name="connsiteX3" fmla="*/ 12383 w 76200"/>
                <a:gd name="connsiteY3" fmla="*/ 11430 h 76200"/>
                <a:gd name="connsiteX4" fmla="*/ 12383 w 76200"/>
                <a:gd name="connsiteY4" fmla="*/ 31432 h 76200"/>
                <a:gd name="connsiteX5" fmla="*/ 22860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4295 w 76200"/>
                <a:gd name="connsiteY14" fmla="*/ 32385 h 76200"/>
                <a:gd name="connsiteX15" fmla="*/ 74295 w 76200"/>
                <a:gd name="connsiteY15" fmla="*/ 12382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2863" y="21907"/>
                  </a:lnTo>
                  <a:lnTo>
                    <a:pt x="32385" y="11430"/>
                  </a:lnTo>
                  <a:cubicBezTo>
                    <a:pt x="26670" y="5715"/>
                    <a:pt x="17145" y="5715"/>
                    <a:pt x="12383" y="11430"/>
                  </a:cubicBezTo>
                  <a:cubicBezTo>
                    <a:pt x="7620" y="17145"/>
                    <a:pt x="6668" y="26670"/>
                    <a:pt x="12383" y="31432"/>
                  </a:cubicBezTo>
                  <a:lnTo>
                    <a:pt x="22860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4295" y="32385"/>
                  </a:lnTo>
                  <a:cubicBezTo>
                    <a:pt x="80010" y="26670"/>
                    <a:pt x="80010" y="17145"/>
                    <a:pt x="74295" y="12382"/>
                  </a:cubicBezTo>
                  <a:cubicBezTo>
                    <a:pt x="68580" y="7620"/>
                    <a:pt x="59055" y="6667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8" name="Freeform: Shape 55">
              <a:extLst>
                <a:ext uri="{FF2B5EF4-FFF2-40B4-BE49-F238E27FC236}">
                  <a16:creationId xmlns:a16="http://schemas.microsoft.com/office/drawing/2014/main" id="{5619A155-E30A-4A8F-81DA-B0DB4B9645A1}"/>
                </a:ext>
              </a:extLst>
            </p:cNvPr>
            <p:cNvSpPr/>
            <p:nvPr/>
          </p:nvSpPr>
          <p:spPr>
            <a:xfrm>
              <a:off x="491857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2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2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6675" y="7620"/>
                    <a:pt x="58103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9" name="Freeform: Shape 56">
              <a:extLst>
                <a:ext uri="{FF2B5EF4-FFF2-40B4-BE49-F238E27FC236}">
                  <a16:creationId xmlns:a16="http://schemas.microsoft.com/office/drawing/2014/main" id="{2D93D41E-5301-45E2-A6AB-508D0D8F785F}"/>
                </a:ext>
              </a:extLst>
            </p:cNvPr>
            <p:cNvSpPr/>
            <p:nvPr/>
          </p:nvSpPr>
          <p:spPr>
            <a:xfrm>
              <a:off x="822057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7628" y="6667"/>
                    <a:pt x="58103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0" name="Freeform: Shape 57">
              <a:extLst>
                <a:ext uri="{FF2B5EF4-FFF2-40B4-BE49-F238E27FC236}">
                  <a16:creationId xmlns:a16="http://schemas.microsoft.com/office/drawing/2014/main" id="{4C613E91-AFD7-4F3A-BA37-82116286FE12}"/>
                </a:ext>
              </a:extLst>
            </p:cNvPr>
            <p:cNvSpPr/>
            <p:nvPr/>
          </p:nvSpPr>
          <p:spPr>
            <a:xfrm>
              <a:off x="1152256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2" y="79057"/>
                    <a:pt x="67627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7627" y="6667"/>
                    <a:pt x="58102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1" name="Freeform: Shape 58">
              <a:extLst>
                <a:ext uri="{FF2B5EF4-FFF2-40B4-BE49-F238E27FC236}">
                  <a16:creationId xmlns:a16="http://schemas.microsoft.com/office/drawing/2014/main" id="{1E4021BA-3DD8-438E-A5E3-6C4396F670D6}"/>
                </a:ext>
              </a:extLst>
            </p:cNvPr>
            <p:cNvSpPr/>
            <p:nvPr/>
          </p:nvSpPr>
          <p:spPr>
            <a:xfrm>
              <a:off x="161657" y="1768131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3343 w 76200"/>
                <a:gd name="connsiteY11" fmla="*/ 73342 h 76200"/>
                <a:gd name="connsiteX12" fmla="*/ 73343 w 76200"/>
                <a:gd name="connsiteY12" fmla="*/ 53340 h 76200"/>
                <a:gd name="connsiteX13" fmla="*/ 62865 w 76200"/>
                <a:gd name="connsiteY13" fmla="*/ 42862 h 76200"/>
                <a:gd name="connsiteX14" fmla="*/ 73343 w 76200"/>
                <a:gd name="connsiteY14" fmla="*/ 31432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6193" y="79057"/>
                    <a:pt x="25718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3343" y="73342"/>
                  </a:cubicBezTo>
                  <a:cubicBezTo>
                    <a:pt x="79058" y="67628"/>
                    <a:pt x="79058" y="58103"/>
                    <a:pt x="73343" y="53340"/>
                  </a:cubicBezTo>
                  <a:lnTo>
                    <a:pt x="62865" y="42862"/>
                  </a:lnTo>
                  <a:lnTo>
                    <a:pt x="73343" y="31432"/>
                  </a:lnTo>
                  <a:cubicBezTo>
                    <a:pt x="79058" y="25717"/>
                    <a:pt x="79058" y="16192"/>
                    <a:pt x="73343" y="11430"/>
                  </a:cubicBezTo>
                  <a:cubicBezTo>
                    <a:pt x="67628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2" name="Freeform: Shape 59">
              <a:extLst>
                <a:ext uri="{FF2B5EF4-FFF2-40B4-BE49-F238E27FC236}">
                  <a16:creationId xmlns:a16="http://schemas.microsoft.com/office/drawing/2014/main" id="{846728B0-7F28-4D3F-97DF-1185ABF78D34}"/>
                </a:ext>
              </a:extLst>
            </p:cNvPr>
            <p:cNvSpPr/>
            <p:nvPr/>
          </p:nvSpPr>
          <p:spPr>
            <a:xfrm>
              <a:off x="491857" y="1768131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3" name="Freeform: Shape 60">
              <a:extLst>
                <a:ext uri="{FF2B5EF4-FFF2-40B4-BE49-F238E27FC236}">
                  <a16:creationId xmlns:a16="http://schemas.microsoft.com/office/drawing/2014/main" id="{9715978B-FAAE-445B-9955-9F8616BEF551}"/>
                </a:ext>
              </a:extLst>
            </p:cNvPr>
            <p:cNvSpPr/>
            <p:nvPr/>
          </p:nvSpPr>
          <p:spPr>
            <a:xfrm>
              <a:off x="822057" y="1768131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4" name="Freeform: Shape 61">
              <a:extLst>
                <a:ext uri="{FF2B5EF4-FFF2-40B4-BE49-F238E27FC236}">
                  <a16:creationId xmlns:a16="http://schemas.microsoft.com/office/drawing/2014/main" id="{769088FD-39CD-4593-8138-A1632A96D229}"/>
                </a:ext>
              </a:extLst>
            </p:cNvPr>
            <p:cNvSpPr/>
            <p:nvPr/>
          </p:nvSpPr>
          <p:spPr>
            <a:xfrm>
              <a:off x="161657" y="2034825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5" name="Freeform: Shape 62">
              <a:extLst>
                <a:ext uri="{FF2B5EF4-FFF2-40B4-BE49-F238E27FC236}">
                  <a16:creationId xmlns:a16="http://schemas.microsoft.com/office/drawing/2014/main" id="{9FE66FC4-93AE-4E03-8158-CF2634667CFE}"/>
                </a:ext>
              </a:extLst>
            </p:cNvPr>
            <p:cNvSpPr/>
            <p:nvPr/>
          </p:nvSpPr>
          <p:spPr>
            <a:xfrm>
              <a:off x="491857" y="2034825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6" name="Freeform: Shape 63">
              <a:extLst>
                <a:ext uri="{FF2B5EF4-FFF2-40B4-BE49-F238E27FC236}">
                  <a16:creationId xmlns:a16="http://schemas.microsoft.com/office/drawing/2014/main" id="{52ED3406-E402-4482-8DCE-9B244A6DD77B}"/>
                </a:ext>
              </a:extLst>
            </p:cNvPr>
            <p:cNvSpPr/>
            <p:nvPr/>
          </p:nvSpPr>
          <p:spPr>
            <a:xfrm>
              <a:off x="161657" y="2304695"/>
              <a:ext cx="141288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</p:grpSp>
      <p:grpSp>
        <p:nvGrpSpPr>
          <p:cNvPr id="57" name="Graphic 100"/>
          <p:cNvGrpSpPr>
            <a:grpSpLocks/>
          </p:cNvGrpSpPr>
          <p:nvPr/>
        </p:nvGrpSpPr>
        <p:grpSpPr bwMode="auto">
          <a:xfrm rot="-8100000">
            <a:off x="10777537" y="4722813"/>
            <a:ext cx="1552575" cy="2914650"/>
            <a:chOff x="9770176" y="2870964"/>
            <a:chExt cx="829627" cy="1557100"/>
          </a:xfrm>
        </p:grpSpPr>
        <p:sp>
          <p:nvSpPr>
            <p:cNvPr id="58" name="Freeform: Shape 65">
              <a:extLst>
                <a:ext uri="{FF2B5EF4-FFF2-40B4-BE49-F238E27FC236}">
                  <a16:creationId xmlns:a16="http://schemas.microsoft.com/office/drawing/2014/main" id="{782748EB-04F7-46BD-83D5-D3F271F1ABF1}"/>
                </a:ext>
              </a:extLst>
            </p:cNvPr>
            <p:cNvSpPr/>
            <p:nvPr/>
          </p:nvSpPr>
          <p:spPr>
            <a:xfrm>
              <a:off x="9771780" y="3594592"/>
              <a:ext cx="56836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9" name="Freeform: Shape 66">
              <a:extLst>
                <a:ext uri="{FF2B5EF4-FFF2-40B4-BE49-F238E27FC236}">
                  <a16:creationId xmlns:a16="http://schemas.microsoft.com/office/drawing/2014/main" id="{84A677E1-5A14-49EE-97FB-448CD570A33E}"/>
                </a:ext>
              </a:extLst>
            </p:cNvPr>
            <p:cNvSpPr/>
            <p:nvPr/>
          </p:nvSpPr>
          <p:spPr>
            <a:xfrm>
              <a:off x="9843336" y="3522454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7 w 57150"/>
                <a:gd name="connsiteY2" fmla="*/ 49530 h 57150"/>
                <a:gd name="connsiteX3" fmla="*/ 14287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2" y="59055"/>
                    <a:pt x="14287" y="49530"/>
                  </a:cubicBezTo>
                  <a:cubicBezTo>
                    <a:pt x="4763" y="40005"/>
                    <a:pt x="4763" y="23813"/>
                    <a:pt x="14287" y="14288"/>
                  </a:cubicBezTo>
                  <a:cubicBezTo>
                    <a:pt x="23812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0" name="Freeform: Shape 67">
              <a:extLst>
                <a:ext uri="{FF2B5EF4-FFF2-40B4-BE49-F238E27FC236}">
                  <a16:creationId xmlns:a16="http://schemas.microsoft.com/office/drawing/2014/main" id="{5D3C3297-9324-4D38-BB3A-730CBA24E6F4}"/>
                </a:ext>
              </a:extLst>
            </p:cNvPr>
            <p:cNvSpPr/>
            <p:nvPr/>
          </p:nvSpPr>
          <p:spPr>
            <a:xfrm>
              <a:off x="9917239" y="3450791"/>
              <a:ext cx="56835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1" name="Freeform: Shape 68">
              <a:extLst>
                <a:ext uri="{FF2B5EF4-FFF2-40B4-BE49-F238E27FC236}">
                  <a16:creationId xmlns:a16="http://schemas.microsoft.com/office/drawing/2014/main" id="{0E1C6339-9E20-4E0F-8A6B-28FA2CE50140}"/>
                </a:ext>
              </a:extLst>
            </p:cNvPr>
            <p:cNvSpPr/>
            <p:nvPr/>
          </p:nvSpPr>
          <p:spPr>
            <a:xfrm>
              <a:off x="9988794" y="3377804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2" name="Freeform: Shape 69">
              <a:extLst>
                <a:ext uri="{FF2B5EF4-FFF2-40B4-BE49-F238E27FC236}">
                  <a16:creationId xmlns:a16="http://schemas.microsoft.com/office/drawing/2014/main" id="{4DD9EB92-6A05-4385-8012-7917A824D647}"/>
                </a:ext>
              </a:extLst>
            </p:cNvPr>
            <p:cNvSpPr/>
            <p:nvPr/>
          </p:nvSpPr>
          <p:spPr>
            <a:xfrm>
              <a:off x="10061674" y="3305365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3" name="Freeform: Shape 70">
              <a:extLst>
                <a:ext uri="{FF2B5EF4-FFF2-40B4-BE49-F238E27FC236}">
                  <a16:creationId xmlns:a16="http://schemas.microsoft.com/office/drawing/2014/main" id="{E890146B-DC8B-4A2E-BC5A-4F6CB36A06F5}"/>
                </a:ext>
              </a:extLst>
            </p:cNvPr>
            <p:cNvSpPr/>
            <p:nvPr/>
          </p:nvSpPr>
          <p:spPr>
            <a:xfrm>
              <a:off x="10134978" y="3233102"/>
              <a:ext cx="56835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4" name="Freeform: Shape 71">
              <a:extLst>
                <a:ext uri="{FF2B5EF4-FFF2-40B4-BE49-F238E27FC236}">
                  <a16:creationId xmlns:a16="http://schemas.microsoft.com/office/drawing/2014/main" id="{E4CBA8FB-1DD2-444E-A489-FC112F5A7339}"/>
                </a:ext>
              </a:extLst>
            </p:cNvPr>
            <p:cNvSpPr/>
            <p:nvPr/>
          </p:nvSpPr>
          <p:spPr>
            <a:xfrm>
              <a:off x="10206533" y="3160115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5" name="Freeform: Shape 72">
              <a:extLst>
                <a:ext uri="{FF2B5EF4-FFF2-40B4-BE49-F238E27FC236}">
                  <a16:creationId xmlns:a16="http://schemas.microsoft.com/office/drawing/2014/main" id="{A1B21CE2-E512-41A6-9F43-76D46788025F}"/>
                </a:ext>
              </a:extLst>
            </p:cNvPr>
            <p:cNvSpPr/>
            <p:nvPr/>
          </p:nvSpPr>
          <p:spPr>
            <a:xfrm>
              <a:off x="10280737" y="3088576"/>
              <a:ext cx="56836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6" name="Freeform: Shape 73">
              <a:extLst>
                <a:ext uri="{FF2B5EF4-FFF2-40B4-BE49-F238E27FC236}">
                  <a16:creationId xmlns:a16="http://schemas.microsoft.com/office/drawing/2014/main" id="{7A6C7433-C0F0-4222-A7E3-2A48B5A1FD95}"/>
                </a:ext>
              </a:extLst>
            </p:cNvPr>
            <p:cNvSpPr/>
            <p:nvPr/>
          </p:nvSpPr>
          <p:spPr>
            <a:xfrm>
              <a:off x="10352716" y="3016613"/>
              <a:ext cx="56836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4765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7" name="Freeform: Shape 74">
              <a:extLst>
                <a:ext uri="{FF2B5EF4-FFF2-40B4-BE49-F238E27FC236}">
                  <a16:creationId xmlns:a16="http://schemas.microsoft.com/office/drawing/2014/main" id="{387C9F97-60B6-4EDA-83DB-3FE00E52E58F}"/>
                </a:ext>
              </a:extLst>
            </p:cNvPr>
            <p:cNvSpPr/>
            <p:nvPr/>
          </p:nvSpPr>
          <p:spPr>
            <a:xfrm>
              <a:off x="10424872" y="2943027"/>
              <a:ext cx="57684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39052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8" name="Freeform: Shape 75">
              <a:extLst>
                <a:ext uri="{FF2B5EF4-FFF2-40B4-BE49-F238E27FC236}">
                  <a16:creationId xmlns:a16="http://schemas.microsoft.com/office/drawing/2014/main" id="{44F16AE2-7451-475A-9505-2E8C0DACB58D}"/>
                </a:ext>
              </a:extLst>
            </p:cNvPr>
            <p:cNvSpPr/>
            <p:nvPr/>
          </p:nvSpPr>
          <p:spPr>
            <a:xfrm>
              <a:off x="10499075" y="2871487"/>
              <a:ext cx="56835" cy="56823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69" name="Freeform: Shape 76">
              <a:extLst>
                <a:ext uri="{FF2B5EF4-FFF2-40B4-BE49-F238E27FC236}">
                  <a16:creationId xmlns:a16="http://schemas.microsoft.com/office/drawing/2014/main" id="{DFFC64C3-E9BD-4649-8F6D-A06137D7E280}"/>
                </a:ext>
              </a:extLst>
            </p:cNvPr>
            <p:cNvSpPr/>
            <p:nvPr/>
          </p:nvSpPr>
          <p:spPr>
            <a:xfrm>
              <a:off x="9848858" y="3672677"/>
              <a:ext cx="56835" cy="56823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7 w 57150"/>
                <a:gd name="connsiteY2" fmla="*/ 50244 h 57150"/>
                <a:gd name="connsiteX3" fmla="*/ 14287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2" y="59769"/>
                    <a:pt x="14287" y="50244"/>
                  </a:cubicBezTo>
                  <a:cubicBezTo>
                    <a:pt x="4763" y="40719"/>
                    <a:pt x="4763" y="24527"/>
                    <a:pt x="14287" y="15002"/>
                  </a:cubicBezTo>
                  <a:cubicBezTo>
                    <a:pt x="23812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0" name="Freeform: Shape 77">
              <a:extLst>
                <a:ext uri="{FF2B5EF4-FFF2-40B4-BE49-F238E27FC236}">
                  <a16:creationId xmlns:a16="http://schemas.microsoft.com/office/drawing/2014/main" id="{3350FA9F-2290-42B9-B343-08D658674582}"/>
                </a:ext>
              </a:extLst>
            </p:cNvPr>
            <p:cNvSpPr/>
            <p:nvPr/>
          </p:nvSpPr>
          <p:spPr>
            <a:xfrm>
              <a:off x="9920414" y="3599690"/>
              <a:ext cx="57684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1" name="Freeform: Shape 78">
              <a:extLst>
                <a:ext uri="{FF2B5EF4-FFF2-40B4-BE49-F238E27FC236}">
                  <a16:creationId xmlns:a16="http://schemas.microsoft.com/office/drawing/2014/main" id="{4573CAAD-07E8-4899-88B1-F1C4A9A8AAC2}"/>
                </a:ext>
              </a:extLst>
            </p:cNvPr>
            <p:cNvSpPr/>
            <p:nvPr/>
          </p:nvSpPr>
          <p:spPr>
            <a:xfrm>
              <a:off x="9995217" y="3527551"/>
              <a:ext cx="56836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39052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2" name="Freeform: Shape 79">
              <a:extLst>
                <a:ext uri="{FF2B5EF4-FFF2-40B4-BE49-F238E27FC236}">
                  <a16:creationId xmlns:a16="http://schemas.microsoft.com/office/drawing/2014/main" id="{02AF3CE2-4BA3-47D0-801C-B08611D7A851}"/>
                </a:ext>
              </a:extLst>
            </p:cNvPr>
            <p:cNvSpPr/>
            <p:nvPr/>
          </p:nvSpPr>
          <p:spPr>
            <a:xfrm>
              <a:off x="10067197" y="3455588"/>
              <a:ext cx="56836" cy="56822"/>
            </a:xfrm>
            <a:custGeom>
              <a:avLst/>
              <a:gdLst>
                <a:gd name="connsiteX0" fmla="*/ 49530 w 57150"/>
                <a:gd name="connsiteY0" fmla="*/ 14649 h 57150"/>
                <a:gd name="connsiteX1" fmla="*/ 49530 w 57150"/>
                <a:gd name="connsiteY1" fmla="*/ 49891 h 57150"/>
                <a:gd name="connsiteX2" fmla="*/ 14288 w 57150"/>
                <a:gd name="connsiteY2" fmla="*/ 49891 h 57150"/>
                <a:gd name="connsiteX3" fmla="*/ 14288 w 57150"/>
                <a:gd name="connsiteY3" fmla="*/ 14649 h 57150"/>
                <a:gd name="connsiteX4" fmla="*/ 49530 w 57150"/>
                <a:gd name="connsiteY4" fmla="*/ 1464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649"/>
                  </a:moveTo>
                  <a:cubicBezTo>
                    <a:pt x="59055" y="24174"/>
                    <a:pt x="59055" y="40366"/>
                    <a:pt x="49530" y="49891"/>
                  </a:cubicBezTo>
                  <a:cubicBezTo>
                    <a:pt x="40005" y="59416"/>
                    <a:pt x="23813" y="59416"/>
                    <a:pt x="14288" y="49891"/>
                  </a:cubicBezTo>
                  <a:cubicBezTo>
                    <a:pt x="4763" y="40366"/>
                    <a:pt x="4763" y="24174"/>
                    <a:pt x="14288" y="14649"/>
                  </a:cubicBezTo>
                  <a:cubicBezTo>
                    <a:pt x="23813" y="4171"/>
                    <a:pt x="40005" y="5124"/>
                    <a:pt x="49530" y="1464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3" name="Freeform: Shape 80">
              <a:extLst>
                <a:ext uri="{FF2B5EF4-FFF2-40B4-BE49-F238E27FC236}">
                  <a16:creationId xmlns:a16="http://schemas.microsoft.com/office/drawing/2014/main" id="{059DE962-46E6-458E-904A-535116D53D30}"/>
                </a:ext>
              </a:extLst>
            </p:cNvPr>
            <p:cNvSpPr/>
            <p:nvPr/>
          </p:nvSpPr>
          <p:spPr>
            <a:xfrm>
              <a:off x="10138453" y="3383325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4" name="Freeform: Shape 81">
              <a:extLst>
                <a:ext uri="{FF2B5EF4-FFF2-40B4-BE49-F238E27FC236}">
                  <a16:creationId xmlns:a16="http://schemas.microsoft.com/office/drawing/2014/main" id="{941BB57F-7A2B-4C5A-8C4B-36046EC2A2C5}"/>
                </a:ext>
              </a:extLst>
            </p:cNvPr>
            <p:cNvSpPr/>
            <p:nvPr/>
          </p:nvSpPr>
          <p:spPr>
            <a:xfrm>
              <a:off x="10212956" y="3311062"/>
              <a:ext cx="56835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3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5" name="Freeform: Shape 82">
              <a:extLst>
                <a:ext uri="{FF2B5EF4-FFF2-40B4-BE49-F238E27FC236}">
                  <a16:creationId xmlns:a16="http://schemas.microsoft.com/office/drawing/2014/main" id="{BC938223-E0F2-401D-B71E-588937DC1776}"/>
                </a:ext>
              </a:extLst>
            </p:cNvPr>
            <p:cNvSpPr/>
            <p:nvPr/>
          </p:nvSpPr>
          <p:spPr>
            <a:xfrm>
              <a:off x="10283911" y="3238675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6" name="Freeform: Shape 83">
              <a:extLst>
                <a:ext uri="{FF2B5EF4-FFF2-40B4-BE49-F238E27FC236}">
                  <a16:creationId xmlns:a16="http://schemas.microsoft.com/office/drawing/2014/main" id="{2B66525E-E754-4B91-960B-A835889DF333}"/>
                </a:ext>
              </a:extLst>
            </p:cNvPr>
            <p:cNvSpPr/>
            <p:nvPr/>
          </p:nvSpPr>
          <p:spPr>
            <a:xfrm>
              <a:off x="10357515" y="3166536"/>
              <a:ext cx="56835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7" name="Freeform: Shape 84">
              <a:extLst>
                <a:ext uri="{FF2B5EF4-FFF2-40B4-BE49-F238E27FC236}">
                  <a16:creationId xmlns:a16="http://schemas.microsoft.com/office/drawing/2014/main" id="{F43A3C17-472B-403A-A03D-EEB98AB8D05A}"/>
                </a:ext>
              </a:extLst>
            </p:cNvPr>
            <p:cNvSpPr/>
            <p:nvPr/>
          </p:nvSpPr>
          <p:spPr>
            <a:xfrm>
              <a:off x="10430095" y="3093973"/>
              <a:ext cx="56835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8" name="Freeform: Shape 85">
              <a:extLst>
                <a:ext uri="{FF2B5EF4-FFF2-40B4-BE49-F238E27FC236}">
                  <a16:creationId xmlns:a16="http://schemas.microsoft.com/office/drawing/2014/main" id="{6278ED4A-92A4-421F-929E-213329AABF78}"/>
                </a:ext>
              </a:extLst>
            </p:cNvPr>
            <p:cNvSpPr/>
            <p:nvPr/>
          </p:nvSpPr>
          <p:spPr>
            <a:xfrm>
              <a:off x="10501650" y="3020986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79" name="Freeform: Shape 86">
              <a:extLst>
                <a:ext uri="{FF2B5EF4-FFF2-40B4-BE49-F238E27FC236}">
                  <a16:creationId xmlns:a16="http://schemas.microsoft.com/office/drawing/2014/main" id="{80862146-C260-4533-85B0-BF7FB7644C51}"/>
                </a:ext>
              </a:extLst>
            </p:cNvPr>
            <p:cNvSpPr/>
            <p:nvPr/>
          </p:nvSpPr>
          <p:spPr>
            <a:xfrm>
              <a:off x="9925936" y="3749913"/>
              <a:ext cx="56836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0" name="Freeform: Shape 87">
              <a:extLst>
                <a:ext uri="{FF2B5EF4-FFF2-40B4-BE49-F238E27FC236}">
                  <a16:creationId xmlns:a16="http://schemas.microsoft.com/office/drawing/2014/main" id="{B7FF30BC-D2FB-49A3-952A-595438F160DB}"/>
                </a:ext>
              </a:extLst>
            </p:cNvPr>
            <p:cNvSpPr/>
            <p:nvPr/>
          </p:nvSpPr>
          <p:spPr>
            <a:xfrm>
              <a:off x="9997492" y="3677775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1" name="Freeform: Shape 88">
              <a:extLst>
                <a:ext uri="{FF2B5EF4-FFF2-40B4-BE49-F238E27FC236}">
                  <a16:creationId xmlns:a16="http://schemas.microsoft.com/office/drawing/2014/main" id="{100633E6-3A6B-4E51-9294-BBDD13079D00}"/>
                </a:ext>
              </a:extLst>
            </p:cNvPr>
            <p:cNvSpPr/>
            <p:nvPr/>
          </p:nvSpPr>
          <p:spPr>
            <a:xfrm>
              <a:off x="10071996" y="3605511"/>
              <a:ext cx="56835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3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2" name="Freeform: Shape 89">
              <a:extLst>
                <a:ext uri="{FF2B5EF4-FFF2-40B4-BE49-F238E27FC236}">
                  <a16:creationId xmlns:a16="http://schemas.microsoft.com/office/drawing/2014/main" id="{440F4932-64C2-456E-8AB2-EFC9A74681C3}"/>
                </a:ext>
              </a:extLst>
            </p:cNvPr>
            <p:cNvSpPr/>
            <p:nvPr/>
          </p:nvSpPr>
          <p:spPr>
            <a:xfrm>
              <a:off x="10144275" y="3532824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3" name="Freeform: Shape 90">
              <a:extLst>
                <a:ext uri="{FF2B5EF4-FFF2-40B4-BE49-F238E27FC236}">
                  <a16:creationId xmlns:a16="http://schemas.microsoft.com/office/drawing/2014/main" id="{39F4DFCE-356C-4DFA-96DE-DAF01480BD43}"/>
                </a:ext>
              </a:extLst>
            </p:cNvPr>
            <p:cNvSpPr/>
            <p:nvPr/>
          </p:nvSpPr>
          <p:spPr>
            <a:xfrm>
              <a:off x="10215831" y="3460685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4" name="Freeform: Shape 91">
              <a:extLst>
                <a:ext uri="{FF2B5EF4-FFF2-40B4-BE49-F238E27FC236}">
                  <a16:creationId xmlns:a16="http://schemas.microsoft.com/office/drawing/2014/main" id="{839D1CE1-9DCF-4693-B7D8-866CA54B0099}"/>
                </a:ext>
              </a:extLst>
            </p:cNvPr>
            <p:cNvSpPr/>
            <p:nvPr/>
          </p:nvSpPr>
          <p:spPr>
            <a:xfrm>
              <a:off x="10290334" y="3388422"/>
              <a:ext cx="56836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2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5" name="Freeform: Shape 92">
              <a:extLst>
                <a:ext uri="{FF2B5EF4-FFF2-40B4-BE49-F238E27FC236}">
                  <a16:creationId xmlns:a16="http://schemas.microsoft.com/office/drawing/2014/main" id="{EC334488-8F37-4C6F-8E56-1ABB8613C7F6}"/>
                </a:ext>
              </a:extLst>
            </p:cNvPr>
            <p:cNvSpPr/>
            <p:nvPr/>
          </p:nvSpPr>
          <p:spPr>
            <a:xfrm>
              <a:off x="10360690" y="3315436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6" name="Freeform: Shape 93">
              <a:extLst>
                <a:ext uri="{FF2B5EF4-FFF2-40B4-BE49-F238E27FC236}">
                  <a16:creationId xmlns:a16="http://schemas.microsoft.com/office/drawing/2014/main" id="{CB27A6D1-56A5-4F73-A964-83902BC41070}"/>
                </a:ext>
              </a:extLst>
            </p:cNvPr>
            <p:cNvSpPr/>
            <p:nvPr/>
          </p:nvSpPr>
          <p:spPr>
            <a:xfrm>
              <a:off x="10434593" y="3243772"/>
              <a:ext cx="56836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7" name="Freeform: Shape 94">
              <a:extLst>
                <a:ext uri="{FF2B5EF4-FFF2-40B4-BE49-F238E27FC236}">
                  <a16:creationId xmlns:a16="http://schemas.microsoft.com/office/drawing/2014/main" id="{674CEA42-C02E-497C-BF31-6D96B7134827}"/>
                </a:ext>
              </a:extLst>
            </p:cNvPr>
            <p:cNvSpPr/>
            <p:nvPr/>
          </p:nvSpPr>
          <p:spPr>
            <a:xfrm>
              <a:off x="10508073" y="3171933"/>
              <a:ext cx="56835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39052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8" name="Freeform: Shape 95">
              <a:extLst>
                <a:ext uri="{FF2B5EF4-FFF2-40B4-BE49-F238E27FC236}">
                  <a16:creationId xmlns:a16="http://schemas.microsoft.com/office/drawing/2014/main" id="{06E9A2AF-9FBC-4131-9508-B4BBC060EED3}"/>
                </a:ext>
              </a:extLst>
            </p:cNvPr>
            <p:cNvSpPr/>
            <p:nvPr/>
          </p:nvSpPr>
          <p:spPr>
            <a:xfrm>
              <a:off x="10003015" y="3827997"/>
              <a:ext cx="56835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9" name="Freeform: Shape 96">
              <a:extLst>
                <a:ext uri="{FF2B5EF4-FFF2-40B4-BE49-F238E27FC236}">
                  <a16:creationId xmlns:a16="http://schemas.microsoft.com/office/drawing/2014/main" id="{BC3C4A72-DCF8-47E2-B3BA-005FE241D289}"/>
                </a:ext>
              </a:extLst>
            </p:cNvPr>
            <p:cNvSpPr/>
            <p:nvPr/>
          </p:nvSpPr>
          <p:spPr>
            <a:xfrm>
              <a:off x="10074570" y="3755010"/>
              <a:ext cx="57684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4765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0" name="Freeform: Shape 97">
              <a:extLst>
                <a:ext uri="{FF2B5EF4-FFF2-40B4-BE49-F238E27FC236}">
                  <a16:creationId xmlns:a16="http://schemas.microsoft.com/office/drawing/2014/main" id="{49D1F9CB-F81C-4199-AE2E-C1A1E9569BF8}"/>
                </a:ext>
              </a:extLst>
            </p:cNvPr>
            <p:cNvSpPr/>
            <p:nvPr/>
          </p:nvSpPr>
          <p:spPr>
            <a:xfrm>
              <a:off x="10149374" y="3682871"/>
              <a:ext cx="56836" cy="56823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1" name="Freeform: Shape 98">
              <a:extLst>
                <a:ext uri="{FF2B5EF4-FFF2-40B4-BE49-F238E27FC236}">
                  <a16:creationId xmlns:a16="http://schemas.microsoft.com/office/drawing/2014/main" id="{F031B965-1FB5-419D-A511-6A2DD4826B0D}"/>
                </a:ext>
              </a:extLst>
            </p:cNvPr>
            <p:cNvSpPr/>
            <p:nvPr/>
          </p:nvSpPr>
          <p:spPr>
            <a:xfrm>
              <a:off x="10221353" y="3610908"/>
              <a:ext cx="56836" cy="56823"/>
            </a:xfrm>
            <a:custGeom>
              <a:avLst/>
              <a:gdLst>
                <a:gd name="connsiteX0" fmla="*/ 49530 w 57150"/>
                <a:gd name="connsiteY0" fmla="*/ 14649 h 57150"/>
                <a:gd name="connsiteX1" fmla="*/ 49530 w 57150"/>
                <a:gd name="connsiteY1" fmla="*/ 49891 h 57150"/>
                <a:gd name="connsiteX2" fmla="*/ 14288 w 57150"/>
                <a:gd name="connsiteY2" fmla="*/ 49891 h 57150"/>
                <a:gd name="connsiteX3" fmla="*/ 14288 w 57150"/>
                <a:gd name="connsiteY3" fmla="*/ 14649 h 57150"/>
                <a:gd name="connsiteX4" fmla="*/ 49530 w 57150"/>
                <a:gd name="connsiteY4" fmla="*/ 1464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649"/>
                  </a:moveTo>
                  <a:cubicBezTo>
                    <a:pt x="59055" y="24174"/>
                    <a:pt x="59055" y="40366"/>
                    <a:pt x="49530" y="49891"/>
                  </a:cubicBezTo>
                  <a:cubicBezTo>
                    <a:pt x="40005" y="59416"/>
                    <a:pt x="23813" y="59416"/>
                    <a:pt x="14288" y="49891"/>
                  </a:cubicBezTo>
                  <a:cubicBezTo>
                    <a:pt x="4763" y="40366"/>
                    <a:pt x="4763" y="24174"/>
                    <a:pt x="14288" y="14649"/>
                  </a:cubicBezTo>
                  <a:cubicBezTo>
                    <a:pt x="23813" y="4171"/>
                    <a:pt x="40005" y="5124"/>
                    <a:pt x="49530" y="1464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2" name="Freeform: Shape 99">
              <a:extLst>
                <a:ext uri="{FF2B5EF4-FFF2-40B4-BE49-F238E27FC236}">
                  <a16:creationId xmlns:a16="http://schemas.microsoft.com/office/drawing/2014/main" id="{C347B314-C69C-43F8-8649-CDE12C579E8D}"/>
                </a:ext>
              </a:extLst>
            </p:cNvPr>
            <p:cNvSpPr/>
            <p:nvPr/>
          </p:nvSpPr>
          <p:spPr>
            <a:xfrm>
              <a:off x="10292609" y="3538646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3" name="Freeform: Shape 100">
              <a:extLst>
                <a:ext uri="{FF2B5EF4-FFF2-40B4-BE49-F238E27FC236}">
                  <a16:creationId xmlns:a16="http://schemas.microsoft.com/office/drawing/2014/main" id="{596DE891-99C7-4853-8030-B85BB513398E}"/>
                </a:ext>
              </a:extLst>
            </p:cNvPr>
            <p:cNvSpPr/>
            <p:nvPr/>
          </p:nvSpPr>
          <p:spPr>
            <a:xfrm>
              <a:off x="10367112" y="3466383"/>
              <a:ext cx="56835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4" name="Freeform: Shape 101">
              <a:extLst>
                <a:ext uri="{FF2B5EF4-FFF2-40B4-BE49-F238E27FC236}">
                  <a16:creationId xmlns:a16="http://schemas.microsoft.com/office/drawing/2014/main" id="{D720EAB2-B579-45FB-8CDE-D6E1E9E55E86}"/>
                </a:ext>
              </a:extLst>
            </p:cNvPr>
            <p:cNvSpPr/>
            <p:nvPr/>
          </p:nvSpPr>
          <p:spPr>
            <a:xfrm>
              <a:off x="10439392" y="3393696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2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2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5" name="Freeform: Shape 102">
              <a:extLst>
                <a:ext uri="{FF2B5EF4-FFF2-40B4-BE49-F238E27FC236}">
                  <a16:creationId xmlns:a16="http://schemas.microsoft.com/office/drawing/2014/main" id="{5FB212A5-3E6A-4F50-969F-909796E33B72}"/>
                </a:ext>
              </a:extLst>
            </p:cNvPr>
            <p:cNvSpPr/>
            <p:nvPr/>
          </p:nvSpPr>
          <p:spPr>
            <a:xfrm>
              <a:off x="10510948" y="3321557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6" name="Freeform: Shape 103">
              <a:extLst>
                <a:ext uri="{FF2B5EF4-FFF2-40B4-BE49-F238E27FC236}">
                  <a16:creationId xmlns:a16="http://schemas.microsoft.com/office/drawing/2014/main" id="{A833A708-F19C-497C-8D56-B4D8F8D8D4BE}"/>
                </a:ext>
              </a:extLst>
            </p:cNvPr>
            <p:cNvSpPr/>
            <p:nvPr/>
          </p:nvSpPr>
          <p:spPr>
            <a:xfrm>
              <a:off x="10080093" y="3905233"/>
              <a:ext cx="56836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7" name="Freeform: Shape 104">
              <a:extLst>
                <a:ext uri="{FF2B5EF4-FFF2-40B4-BE49-F238E27FC236}">
                  <a16:creationId xmlns:a16="http://schemas.microsoft.com/office/drawing/2014/main" id="{E70CFD02-75A5-4890-B518-35EABAC44FBF}"/>
                </a:ext>
              </a:extLst>
            </p:cNvPr>
            <p:cNvSpPr/>
            <p:nvPr/>
          </p:nvSpPr>
          <p:spPr>
            <a:xfrm>
              <a:off x="10152848" y="3833095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2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8" name="Freeform: Shape 105">
              <a:extLst>
                <a:ext uri="{FF2B5EF4-FFF2-40B4-BE49-F238E27FC236}">
                  <a16:creationId xmlns:a16="http://schemas.microsoft.com/office/drawing/2014/main" id="{9E4E6DED-E415-4598-AD18-33020BEB99EA}"/>
                </a:ext>
              </a:extLst>
            </p:cNvPr>
            <p:cNvSpPr/>
            <p:nvPr/>
          </p:nvSpPr>
          <p:spPr>
            <a:xfrm>
              <a:off x="10226152" y="3760832"/>
              <a:ext cx="56835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9" name="Freeform: Shape 106">
              <a:extLst>
                <a:ext uri="{FF2B5EF4-FFF2-40B4-BE49-F238E27FC236}">
                  <a16:creationId xmlns:a16="http://schemas.microsoft.com/office/drawing/2014/main" id="{2B7B54E6-6933-488E-91B9-6A0AAA8FA226}"/>
                </a:ext>
              </a:extLst>
            </p:cNvPr>
            <p:cNvSpPr/>
            <p:nvPr/>
          </p:nvSpPr>
          <p:spPr>
            <a:xfrm>
              <a:off x="10298432" y="3688145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0" name="Freeform: Shape 107">
              <a:extLst>
                <a:ext uri="{FF2B5EF4-FFF2-40B4-BE49-F238E27FC236}">
                  <a16:creationId xmlns:a16="http://schemas.microsoft.com/office/drawing/2014/main" id="{F4DE0C82-DED5-4531-A226-6A349F9FE01F}"/>
                </a:ext>
              </a:extLst>
            </p:cNvPr>
            <p:cNvSpPr/>
            <p:nvPr/>
          </p:nvSpPr>
          <p:spPr>
            <a:xfrm>
              <a:off x="10370587" y="3615406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3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1" name="Freeform: Shape 108">
              <a:extLst>
                <a:ext uri="{FF2B5EF4-FFF2-40B4-BE49-F238E27FC236}">
                  <a16:creationId xmlns:a16="http://schemas.microsoft.com/office/drawing/2014/main" id="{E23A2795-B039-401F-93ED-1C7CE461E4D2}"/>
                </a:ext>
              </a:extLst>
            </p:cNvPr>
            <p:cNvSpPr/>
            <p:nvPr/>
          </p:nvSpPr>
          <p:spPr>
            <a:xfrm>
              <a:off x="10444490" y="3543743"/>
              <a:ext cx="56836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2" name="Freeform: Shape 109">
              <a:extLst>
                <a:ext uri="{FF2B5EF4-FFF2-40B4-BE49-F238E27FC236}">
                  <a16:creationId xmlns:a16="http://schemas.microsoft.com/office/drawing/2014/main" id="{94A8494F-D68F-480B-A1F0-01970CD32E23}"/>
                </a:ext>
              </a:extLst>
            </p:cNvPr>
            <p:cNvSpPr/>
            <p:nvPr/>
          </p:nvSpPr>
          <p:spPr>
            <a:xfrm>
              <a:off x="10516170" y="3470456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3" name="Freeform: Shape 110">
              <a:extLst>
                <a:ext uri="{FF2B5EF4-FFF2-40B4-BE49-F238E27FC236}">
                  <a16:creationId xmlns:a16="http://schemas.microsoft.com/office/drawing/2014/main" id="{DFB16D3F-55DC-4D4B-8083-B3737800032E}"/>
                </a:ext>
              </a:extLst>
            </p:cNvPr>
            <p:cNvSpPr/>
            <p:nvPr/>
          </p:nvSpPr>
          <p:spPr>
            <a:xfrm>
              <a:off x="10157771" y="3982718"/>
              <a:ext cx="56835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4765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4" name="Freeform: Shape 111">
              <a:extLst>
                <a:ext uri="{FF2B5EF4-FFF2-40B4-BE49-F238E27FC236}">
                  <a16:creationId xmlns:a16="http://schemas.microsoft.com/office/drawing/2014/main" id="{C8309FEF-FBF6-4BE9-BD1F-FD7E8D0B1543}"/>
                </a:ext>
              </a:extLst>
            </p:cNvPr>
            <p:cNvSpPr/>
            <p:nvPr/>
          </p:nvSpPr>
          <p:spPr>
            <a:xfrm>
              <a:off x="10229327" y="3909731"/>
              <a:ext cx="57684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39052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5" name="Freeform: Shape 112">
              <a:extLst>
                <a:ext uri="{FF2B5EF4-FFF2-40B4-BE49-F238E27FC236}">
                  <a16:creationId xmlns:a16="http://schemas.microsoft.com/office/drawing/2014/main" id="{DC5CA832-C193-4C07-BC63-A38DC8CCE15B}"/>
                </a:ext>
              </a:extLst>
            </p:cNvPr>
            <p:cNvSpPr/>
            <p:nvPr/>
          </p:nvSpPr>
          <p:spPr>
            <a:xfrm>
              <a:off x="10303530" y="3838192"/>
              <a:ext cx="56836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6" name="Freeform: Shape 113">
              <a:extLst>
                <a:ext uri="{FF2B5EF4-FFF2-40B4-BE49-F238E27FC236}">
                  <a16:creationId xmlns:a16="http://schemas.microsoft.com/office/drawing/2014/main" id="{A6F834B0-7A4F-4745-A353-25F8CB73D393}"/>
                </a:ext>
              </a:extLst>
            </p:cNvPr>
            <p:cNvSpPr/>
            <p:nvPr/>
          </p:nvSpPr>
          <p:spPr>
            <a:xfrm>
              <a:off x="10375510" y="3766229"/>
              <a:ext cx="56836" cy="56822"/>
            </a:xfrm>
            <a:custGeom>
              <a:avLst/>
              <a:gdLst>
                <a:gd name="connsiteX0" fmla="*/ 49530 w 57150"/>
                <a:gd name="connsiteY0" fmla="*/ 14649 h 57150"/>
                <a:gd name="connsiteX1" fmla="*/ 49530 w 57150"/>
                <a:gd name="connsiteY1" fmla="*/ 49891 h 57150"/>
                <a:gd name="connsiteX2" fmla="*/ 14287 w 57150"/>
                <a:gd name="connsiteY2" fmla="*/ 49891 h 57150"/>
                <a:gd name="connsiteX3" fmla="*/ 14287 w 57150"/>
                <a:gd name="connsiteY3" fmla="*/ 14649 h 57150"/>
                <a:gd name="connsiteX4" fmla="*/ 49530 w 57150"/>
                <a:gd name="connsiteY4" fmla="*/ 1464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649"/>
                  </a:moveTo>
                  <a:cubicBezTo>
                    <a:pt x="59055" y="24174"/>
                    <a:pt x="59055" y="40366"/>
                    <a:pt x="49530" y="49891"/>
                  </a:cubicBezTo>
                  <a:cubicBezTo>
                    <a:pt x="40005" y="59416"/>
                    <a:pt x="23812" y="59416"/>
                    <a:pt x="14287" y="49891"/>
                  </a:cubicBezTo>
                  <a:cubicBezTo>
                    <a:pt x="4763" y="40366"/>
                    <a:pt x="4763" y="24174"/>
                    <a:pt x="14287" y="14649"/>
                  </a:cubicBezTo>
                  <a:cubicBezTo>
                    <a:pt x="23812" y="4171"/>
                    <a:pt x="40005" y="5124"/>
                    <a:pt x="49530" y="1464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7" name="Freeform: Shape 114">
              <a:extLst>
                <a:ext uri="{FF2B5EF4-FFF2-40B4-BE49-F238E27FC236}">
                  <a16:creationId xmlns:a16="http://schemas.microsoft.com/office/drawing/2014/main" id="{1E75B222-CA9A-425F-A107-FCFA8585AC1C}"/>
                </a:ext>
              </a:extLst>
            </p:cNvPr>
            <p:cNvSpPr/>
            <p:nvPr/>
          </p:nvSpPr>
          <p:spPr>
            <a:xfrm>
              <a:off x="10447965" y="3693966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2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8" name="Freeform: Shape 115">
              <a:extLst>
                <a:ext uri="{FF2B5EF4-FFF2-40B4-BE49-F238E27FC236}">
                  <a16:creationId xmlns:a16="http://schemas.microsoft.com/office/drawing/2014/main" id="{92651A1B-E999-46FE-A2D2-42E027187A03}"/>
                </a:ext>
              </a:extLst>
            </p:cNvPr>
            <p:cNvSpPr/>
            <p:nvPr/>
          </p:nvSpPr>
          <p:spPr>
            <a:xfrm>
              <a:off x="10521869" y="3622302"/>
              <a:ext cx="56836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9" name="Freeform: Shape 116">
              <a:extLst>
                <a:ext uri="{FF2B5EF4-FFF2-40B4-BE49-F238E27FC236}">
                  <a16:creationId xmlns:a16="http://schemas.microsoft.com/office/drawing/2014/main" id="{0B4AD7C8-E3D4-481F-8392-FB48A81C48E7}"/>
                </a:ext>
              </a:extLst>
            </p:cNvPr>
            <p:cNvSpPr/>
            <p:nvPr/>
          </p:nvSpPr>
          <p:spPr>
            <a:xfrm>
              <a:off x="10234849" y="4059954"/>
              <a:ext cx="56836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0" name="Freeform: Shape 117">
              <a:extLst>
                <a:ext uri="{FF2B5EF4-FFF2-40B4-BE49-F238E27FC236}">
                  <a16:creationId xmlns:a16="http://schemas.microsoft.com/office/drawing/2014/main" id="{59D06071-214C-475E-AF0D-C758858E0759}"/>
                </a:ext>
              </a:extLst>
            </p:cNvPr>
            <p:cNvSpPr/>
            <p:nvPr/>
          </p:nvSpPr>
          <p:spPr>
            <a:xfrm>
              <a:off x="10306705" y="3988291"/>
              <a:ext cx="57684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1" name="Freeform: Shape 118">
              <a:extLst>
                <a:ext uri="{FF2B5EF4-FFF2-40B4-BE49-F238E27FC236}">
                  <a16:creationId xmlns:a16="http://schemas.microsoft.com/office/drawing/2014/main" id="{775F1DF3-4812-4667-98C2-4F0C1869AC6C}"/>
                </a:ext>
              </a:extLst>
            </p:cNvPr>
            <p:cNvSpPr/>
            <p:nvPr/>
          </p:nvSpPr>
          <p:spPr>
            <a:xfrm>
              <a:off x="10379584" y="3915852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7 w 57150"/>
                <a:gd name="connsiteY2" fmla="*/ 49530 h 57150"/>
                <a:gd name="connsiteX3" fmla="*/ 14287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2" y="59055"/>
                    <a:pt x="14287" y="49530"/>
                  </a:cubicBezTo>
                  <a:cubicBezTo>
                    <a:pt x="4763" y="40005"/>
                    <a:pt x="4763" y="23813"/>
                    <a:pt x="14287" y="14288"/>
                  </a:cubicBezTo>
                  <a:cubicBezTo>
                    <a:pt x="23812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2" name="Freeform: Shape 119">
              <a:extLst>
                <a:ext uri="{FF2B5EF4-FFF2-40B4-BE49-F238E27FC236}">
                  <a16:creationId xmlns:a16="http://schemas.microsoft.com/office/drawing/2014/main" id="{32D948E4-1305-455F-B8CB-AE09E04736D9}"/>
                </a:ext>
              </a:extLst>
            </p:cNvPr>
            <p:cNvSpPr/>
            <p:nvPr/>
          </p:nvSpPr>
          <p:spPr>
            <a:xfrm>
              <a:off x="10452588" y="3843465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4765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3" name="Freeform: Shape 120">
              <a:extLst>
                <a:ext uri="{FF2B5EF4-FFF2-40B4-BE49-F238E27FC236}">
                  <a16:creationId xmlns:a16="http://schemas.microsoft.com/office/drawing/2014/main" id="{41030727-60D4-4039-B0B3-8B772901840B}"/>
                </a:ext>
              </a:extLst>
            </p:cNvPr>
            <p:cNvSpPr/>
            <p:nvPr/>
          </p:nvSpPr>
          <p:spPr>
            <a:xfrm>
              <a:off x="10525344" y="3771327"/>
              <a:ext cx="57684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4" name="Freeform: Shape 121">
              <a:extLst>
                <a:ext uri="{FF2B5EF4-FFF2-40B4-BE49-F238E27FC236}">
                  <a16:creationId xmlns:a16="http://schemas.microsoft.com/office/drawing/2014/main" id="{1518A44E-7D0F-4F71-8442-915EB4A779AF}"/>
                </a:ext>
              </a:extLst>
            </p:cNvPr>
            <p:cNvSpPr/>
            <p:nvPr/>
          </p:nvSpPr>
          <p:spPr>
            <a:xfrm>
              <a:off x="10313127" y="4138038"/>
              <a:ext cx="56836" cy="56822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39053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5" name="Freeform: Shape 122">
              <a:extLst>
                <a:ext uri="{FF2B5EF4-FFF2-40B4-BE49-F238E27FC236}">
                  <a16:creationId xmlns:a16="http://schemas.microsoft.com/office/drawing/2014/main" id="{F33920EC-9789-4F3D-9B27-5067382658FC}"/>
                </a:ext>
              </a:extLst>
            </p:cNvPr>
            <p:cNvSpPr/>
            <p:nvPr/>
          </p:nvSpPr>
          <p:spPr>
            <a:xfrm>
              <a:off x="10384807" y="4065951"/>
              <a:ext cx="56836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6" name="Freeform: Shape 123">
              <a:extLst>
                <a:ext uri="{FF2B5EF4-FFF2-40B4-BE49-F238E27FC236}">
                  <a16:creationId xmlns:a16="http://schemas.microsoft.com/office/drawing/2014/main" id="{BCC9D0F4-89F6-44C1-9790-B8F8EE64901C}"/>
                </a:ext>
              </a:extLst>
            </p:cNvPr>
            <p:cNvSpPr/>
            <p:nvPr/>
          </p:nvSpPr>
          <p:spPr>
            <a:xfrm>
              <a:off x="10456963" y="3993213"/>
              <a:ext cx="57684" cy="56823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7" name="Freeform: Shape 124">
              <a:extLst>
                <a:ext uri="{FF2B5EF4-FFF2-40B4-BE49-F238E27FC236}">
                  <a16:creationId xmlns:a16="http://schemas.microsoft.com/office/drawing/2014/main" id="{BED5D87E-074C-491F-90F1-9ACD3DB26C13}"/>
                </a:ext>
              </a:extLst>
            </p:cNvPr>
            <p:cNvSpPr/>
            <p:nvPr/>
          </p:nvSpPr>
          <p:spPr>
            <a:xfrm>
              <a:off x="10530866" y="3921549"/>
              <a:ext cx="56835" cy="56822"/>
            </a:xfrm>
            <a:custGeom>
              <a:avLst/>
              <a:gdLst>
                <a:gd name="connsiteX0" fmla="*/ 49530 w 57150"/>
                <a:gd name="connsiteY0" fmla="*/ 14649 h 57150"/>
                <a:gd name="connsiteX1" fmla="*/ 49530 w 57150"/>
                <a:gd name="connsiteY1" fmla="*/ 49891 h 57150"/>
                <a:gd name="connsiteX2" fmla="*/ 14288 w 57150"/>
                <a:gd name="connsiteY2" fmla="*/ 49891 h 57150"/>
                <a:gd name="connsiteX3" fmla="*/ 14288 w 57150"/>
                <a:gd name="connsiteY3" fmla="*/ 14649 h 57150"/>
                <a:gd name="connsiteX4" fmla="*/ 49530 w 57150"/>
                <a:gd name="connsiteY4" fmla="*/ 1464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649"/>
                  </a:moveTo>
                  <a:cubicBezTo>
                    <a:pt x="59055" y="24174"/>
                    <a:pt x="59055" y="40366"/>
                    <a:pt x="49530" y="49891"/>
                  </a:cubicBezTo>
                  <a:cubicBezTo>
                    <a:pt x="40005" y="59416"/>
                    <a:pt x="23813" y="59416"/>
                    <a:pt x="14288" y="49891"/>
                  </a:cubicBezTo>
                  <a:cubicBezTo>
                    <a:pt x="4763" y="40366"/>
                    <a:pt x="4763" y="24174"/>
                    <a:pt x="14288" y="14649"/>
                  </a:cubicBezTo>
                  <a:cubicBezTo>
                    <a:pt x="23813" y="4171"/>
                    <a:pt x="39052" y="5124"/>
                    <a:pt x="49530" y="1464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8" name="Freeform: Shape 125">
              <a:extLst>
                <a:ext uri="{FF2B5EF4-FFF2-40B4-BE49-F238E27FC236}">
                  <a16:creationId xmlns:a16="http://schemas.microsoft.com/office/drawing/2014/main" id="{98EF4447-F51C-430F-A7AC-A0B2C53F7B78}"/>
                </a:ext>
              </a:extLst>
            </p:cNvPr>
            <p:cNvSpPr/>
            <p:nvPr/>
          </p:nvSpPr>
          <p:spPr>
            <a:xfrm>
              <a:off x="10390506" y="4216598"/>
              <a:ext cx="56836" cy="56823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39053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9" name="Freeform: Shape 126">
              <a:extLst>
                <a:ext uri="{FF2B5EF4-FFF2-40B4-BE49-F238E27FC236}">
                  <a16:creationId xmlns:a16="http://schemas.microsoft.com/office/drawing/2014/main" id="{86903E7F-0EE6-4EE9-9699-16D1EBBDF6A5}"/>
                </a:ext>
              </a:extLst>
            </p:cNvPr>
            <p:cNvSpPr/>
            <p:nvPr/>
          </p:nvSpPr>
          <p:spPr>
            <a:xfrm>
              <a:off x="10462186" y="4143312"/>
              <a:ext cx="56835" cy="57670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20" name="Freeform: Shape 127">
              <a:extLst>
                <a:ext uri="{FF2B5EF4-FFF2-40B4-BE49-F238E27FC236}">
                  <a16:creationId xmlns:a16="http://schemas.microsoft.com/office/drawing/2014/main" id="{5160F85B-8466-4A74-B6ED-4A2CEC277C11}"/>
                </a:ext>
              </a:extLst>
            </p:cNvPr>
            <p:cNvSpPr/>
            <p:nvPr/>
          </p:nvSpPr>
          <p:spPr>
            <a:xfrm>
              <a:off x="10533741" y="4071173"/>
              <a:ext cx="57684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21" name="Freeform: Shape 128">
              <a:extLst>
                <a:ext uri="{FF2B5EF4-FFF2-40B4-BE49-F238E27FC236}">
                  <a16:creationId xmlns:a16="http://schemas.microsoft.com/office/drawing/2014/main" id="{52129149-B9BB-4237-83C1-ECFDF96A0E6A}"/>
                </a:ext>
              </a:extLst>
            </p:cNvPr>
            <p:cNvSpPr/>
            <p:nvPr/>
          </p:nvSpPr>
          <p:spPr>
            <a:xfrm>
              <a:off x="10467284" y="4293359"/>
              <a:ext cx="56836" cy="56823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22" name="Freeform: Shape 129">
              <a:extLst>
                <a:ext uri="{FF2B5EF4-FFF2-40B4-BE49-F238E27FC236}">
                  <a16:creationId xmlns:a16="http://schemas.microsoft.com/office/drawing/2014/main" id="{DA38F9E2-A622-4AA7-93AA-DA8E1A62F4B6}"/>
                </a:ext>
              </a:extLst>
            </p:cNvPr>
            <p:cNvSpPr/>
            <p:nvPr/>
          </p:nvSpPr>
          <p:spPr>
            <a:xfrm>
              <a:off x="10539564" y="4220672"/>
              <a:ext cx="56836" cy="57670"/>
            </a:xfrm>
            <a:custGeom>
              <a:avLst/>
              <a:gdLst>
                <a:gd name="connsiteX0" fmla="*/ 49530 w 57150"/>
                <a:gd name="connsiteY0" fmla="*/ 15002 h 57150"/>
                <a:gd name="connsiteX1" fmla="*/ 49530 w 57150"/>
                <a:gd name="connsiteY1" fmla="*/ 50244 h 57150"/>
                <a:gd name="connsiteX2" fmla="*/ 14288 w 57150"/>
                <a:gd name="connsiteY2" fmla="*/ 50244 h 57150"/>
                <a:gd name="connsiteX3" fmla="*/ 14288 w 57150"/>
                <a:gd name="connsiteY3" fmla="*/ 15002 h 57150"/>
                <a:gd name="connsiteX4" fmla="*/ 49530 w 57150"/>
                <a:gd name="connsiteY4" fmla="*/ 1500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5002"/>
                  </a:moveTo>
                  <a:cubicBezTo>
                    <a:pt x="59055" y="24527"/>
                    <a:pt x="59055" y="40719"/>
                    <a:pt x="49530" y="50244"/>
                  </a:cubicBezTo>
                  <a:cubicBezTo>
                    <a:pt x="40005" y="59769"/>
                    <a:pt x="23813" y="59769"/>
                    <a:pt x="14288" y="50244"/>
                  </a:cubicBezTo>
                  <a:cubicBezTo>
                    <a:pt x="4763" y="40719"/>
                    <a:pt x="4763" y="24527"/>
                    <a:pt x="14288" y="15002"/>
                  </a:cubicBezTo>
                  <a:cubicBezTo>
                    <a:pt x="23813" y="4524"/>
                    <a:pt x="40005" y="4524"/>
                    <a:pt x="49530" y="1500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23" name="Freeform: Shape 130">
              <a:extLst>
                <a:ext uri="{FF2B5EF4-FFF2-40B4-BE49-F238E27FC236}">
                  <a16:creationId xmlns:a16="http://schemas.microsoft.com/office/drawing/2014/main" id="{894E8AA6-9A28-4BC0-888A-3E7F898789AB}"/>
                </a:ext>
              </a:extLst>
            </p:cNvPr>
            <p:cNvSpPr/>
            <p:nvPr/>
          </p:nvSpPr>
          <p:spPr>
            <a:xfrm>
              <a:off x="10544662" y="4371918"/>
              <a:ext cx="56836" cy="56822"/>
            </a:xfrm>
            <a:custGeom>
              <a:avLst/>
              <a:gdLst>
                <a:gd name="connsiteX0" fmla="*/ 49530 w 57150"/>
                <a:gd name="connsiteY0" fmla="*/ 14288 h 57150"/>
                <a:gd name="connsiteX1" fmla="*/ 49530 w 57150"/>
                <a:gd name="connsiteY1" fmla="*/ 49530 h 57150"/>
                <a:gd name="connsiteX2" fmla="*/ 14288 w 57150"/>
                <a:gd name="connsiteY2" fmla="*/ 49530 h 57150"/>
                <a:gd name="connsiteX3" fmla="*/ 14288 w 57150"/>
                <a:gd name="connsiteY3" fmla="*/ 14288 h 57150"/>
                <a:gd name="connsiteX4" fmla="*/ 49530 w 57150"/>
                <a:gd name="connsiteY4" fmla="*/ 1428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49530" y="14288"/>
                  </a:moveTo>
                  <a:cubicBezTo>
                    <a:pt x="59055" y="23813"/>
                    <a:pt x="59055" y="40005"/>
                    <a:pt x="49530" y="49530"/>
                  </a:cubicBezTo>
                  <a:cubicBezTo>
                    <a:pt x="40005" y="59055"/>
                    <a:pt x="23813" y="59055"/>
                    <a:pt x="14288" y="49530"/>
                  </a:cubicBezTo>
                  <a:cubicBezTo>
                    <a:pt x="4763" y="40005"/>
                    <a:pt x="4763" y="23813"/>
                    <a:pt x="14288" y="14288"/>
                  </a:cubicBezTo>
                  <a:cubicBezTo>
                    <a:pt x="23813" y="4763"/>
                    <a:pt x="40005" y="4763"/>
                    <a:pt x="49530" y="14288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</p:grpSp>
      <p:sp>
        <p:nvSpPr>
          <p:cNvPr id="124" name="Freeform: Shape 131">
            <a:extLst>
              <a:ext uri="{FF2B5EF4-FFF2-40B4-BE49-F238E27FC236}">
                <a16:creationId xmlns:a16="http://schemas.microsoft.com/office/drawing/2014/main" id="{E933D167-797D-4355-860C-56D7C3AD8C24}"/>
              </a:ext>
            </a:extLst>
          </p:cNvPr>
          <p:cNvSpPr/>
          <p:nvPr/>
        </p:nvSpPr>
        <p:spPr>
          <a:xfrm rot="8395034">
            <a:off x="3816350" y="-50800"/>
            <a:ext cx="2459038" cy="941388"/>
          </a:xfrm>
          <a:custGeom>
            <a:avLst/>
            <a:gdLst>
              <a:gd name="connsiteX0" fmla="*/ 1118171 w 2459214"/>
              <a:gd name="connsiteY0" fmla="*/ 941013 h 941014"/>
              <a:gd name="connsiteX1" fmla="*/ 0 w 2459214"/>
              <a:gd name="connsiteY1" fmla="*/ 0 h 941014"/>
              <a:gd name="connsiteX2" fmla="*/ 1607381 w 2459214"/>
              <a:gd name="connsiteY2" fmla="*/ 0 h 941014"/>
              <a:gd name="connsiteX3" fmla="*/ 1772430 w 2459214"/>
              <a:gd name="connsiteY3" fmla="*/ 165049 h 941014"/>
              <a:gd name="connsiteX4" fmla="*/ 1772429 w 2459214"/>
              <a:gd name="connsiteY4" fmla="*/ 165049 h 941014"/>
              <a:gd name="connsiteX5" fmla="*/ 1724087 w 2459214"/>
              <a:gd name="connsiteY5" fmla="*/ 281756 h 941014"/>
              <a:gd name="connsiteX6" fmla="*/ 1684586 w 2459214"/>
              <a:gd name="connsiteY6" fmla="*/ 308388 h 941014"/>
              <a:gd name="connsiteX7" fmla="*/ 2303158 w 2459214"/>
              <a:gd name="connsiteY7" fmla="*/ 308388 h 941014"/>
              <a:gd name="connsiteX8" fmla="*/ 2459214 w 2459214"/>
              <a:gd name="connsiteY8" fmla="*/ 464445 h 941014"/>
              <a:gd name="connsiteX9" fmla="*/ 2459213 w 2459214"/>
              <a:gd name="connsiteY9" fmla="*/ 464445 h 941014"/>
              <a:gd name="connsiteX10" fmla="*/ 2303157 w 2459214"/>
              <a:gd name="connsiteY10" fmla="*/ 620502 h 941014"/>
              <a:gd name="connsiteX11" fmla="*/ 1888150 w 2459214"/>
              <a:gd name="connsiteY11" fmla="*/ 620502 h 941014"/>
              <a:gd name="connsiteX12" fmla="*/ 1904919 w 2459214"/>
              <a:gd name="connsiteY12" fmla="*/ 623887 h 941014"/>
              <a:gd name="connsiteX13" fmla="*/ 2005724 w 2459214"/>
              <a:gd name="connsiteY13" fmla="*/ 775966 h 941014"/>
              <a:gd name="connsiteX14" fmla="*/ 2005723 w 2459214"/>
              <a:gd name="connsiteY14" fmla="*/ 775965 h 941014"/>
              <a:gd name="connsiteX15" fmla="*/ 1840674 w 2459214"/>
              <a:gd name="connsiteY15" fmla="*/ 941014 h 94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214" h="941014">
                <a:moveTo>
                  <a:pt x="1118171" y="941013"/>
                </a:moveTo>
                <a:lnTo>
                  <a:pt x="0" y="0"/>
                </a:lnTo>
                <a:lnTo>
                  <a:pt x="1607381" y="0"/>
                </a:lnTo>
                <a:cubicBezTo>
                  <a:pt x="1698535" y="0"/>
                  <a:pt x="1772430" y="73895"/>
                  <a:pt x="1772430" y="165049"/>
                </a:cubicBezTo>
                <a:lnTo>
                  <a:pt x="1772429" y="165049"/>
                </a:lnTo>
                <a:cubicBezTo>
                  <a:pt x="1772428" y="210625"/>
                  <a:pt x="1753955" y="251888"/>
                  <a:pt x="1724087" y="281756"/>
                </a:cubicBezTo>
                <a:lnTo>
                  <a:pt x="1684586" y="308388"/>
                </a:lnTo>
                <a:lnTo>
                  <a:pt x="2303158" y="308388"/>
                </a:lnTo>
                <a:cubicBezTo>
                  <a:pt x="2389345" y="308388"/>
                  <a:pt x="2459214" y="378257"/>
                  <a:pt x="2459214" y="464445"/>
                </a:cubicBezTo>
                <a:lnTo>
                  <a:pt x="2459213" y="464445"/>
                </a:lnTo>
                <a:cubicBezTo>
                  <a:pt x="2459213" y="550632"/>
                  <a:pt x="2389344" y="620502"/>
                  <a:pt x="2303157" y="620502"/>
                </a:cubicBezTo>
                <a:lnTo>
                  <a:pt x="1888150" y="620502"/>
                </a:lnTo>
                <a:lnTo>
                  <a:pt x="1904919" y="623887"/>
                </a:lnTo>
                <a:cubicBezTo>
                  <a:pt x="1964158" y="648942"/>
                  <a:pt x="2005724" y="707600"/>
                  <a:pt x="2005724" y="775966"/>
                </a:cubicBezTo>
                <a:lnTo>
                  <a:pt x="2005723" y="775965"/>
                </a:lnTo>
                <a:cubicBezTo>
                  <a:pt x="2005723" y="867119"/>
                  <a:pt x="1931828" y="941014"/>
                  <a:pt x="1840674" y="941014"/>
                </a:cubicBezTo>
                <a:close/>
              </a:path>
            </a:pathLst>
          </a:custGeom>
          <a:solidFill>
            <a:srgbClr val="FFFFFF">
              <a:alpha val="18039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125" name="Freeform: Shape 132">
            <a:extLst>
              <a:ext uri="{FF2B5EF4-FFF2-40B4-BE49-F238E27FC236}">
                <a16:creationId xmlns:a16="http://schemas.microsoft.com/office/drawing/2014/main" id="{30BA05ED-B54F-4D21-9C45-B7B248E4263C}"/>
              </a:ext>
            </a:extLst>
          </p:cNvPr>
          <p:cNvSpPr/>
          <p:nvPr/>
        </p:nvSpPr>
        <p:spPr>
          <a:xfrm rot="8155742">
            <a:off x="9961563" y="1827213"/>
            <a:ext cx="2006600" cy="660400"/>
          </a:xfrm>
          <a:custGeom>
            <a:avLst/>
            <a:gdLst>
              <a:gd name="connsiteX0" fmla="*/ 212221 w 2598991"/>
              <a:gd name="connsiteY0" fmla="*/ 705872 h 856013"/>
              <a:gd name="connsiteX1" fmla="*/ 212221 w 2598991"/>
              <a:gd name="connsiteY1" fmla="*/ 705873 h 856013"/>
              <a:gd name="connsiteX2" fmla="*/ 212221 w 2598991"/>
              <a:gd name="connsiteY2" fmla="*/ 705873 h 856013"/>
              <a:gd name="connsiteX3" fmla="*/ 0 w 2598991"/>
              <a:gd name="connsiteY3" fmla="*/ 150139 h 856013"/>
              <a:gd name="connsiteX4" fmla="*/ 0 w 2598991"/>
              <a:gd name="connsiteY4" fmla="*/ 150139 h 856013"/>
              <a:gd name="connsiteX5" fmla="*/ 0 w 2598991"/>
              <a:gd name="connsiteY5" fmla="*/ 150140 h 856013"/>
              <a:gd name="connsiteX6" fmla="*/ 150140 w 2598991"/>
              <a:gd name="connsiteY6" fmla="*/ 0 h 856013"/>
              <a:gd name="connsiteX7" fmla="*/ 1824103 w 2598991"/>
              <a:gd name="connsiteY7" fmla="*/ 0 h 856013"/>
              <a:gd name="connsiteX8" fmla="*/ 1974243 w 2598991"/>
              <a:gd name="connsiteY8" fmla="*/ 150140 h 856013"/>
              <a:gd name="connsiteX9" fmla="*/ 1974242 w 2598991"/>
              <a:gd name="connsiteY9" fmla="*/ 150140 h 856013"/>
              <a:gd name="connsiteX10" fmla="*/ 1930267 w 2598991"/>
              <a:gd name="connsiteY10" fmla="*/ 256305 h 856013"/>
              <a:gd name="connsiteX11" fmla="*/ 1894334 w 2598991"/>
              <a:gd name="connsiteY11" fmla="*/ 280532 h 856013"/>
              <a:gd name="connsiteX12" fmla="*/ 2457031 w 2598991"/>
              <a:gd name="connsiteY12" fmla="*/ 280532 h 856013"/>
              <a:gd name="connsiteX13" fmla="*/ 2598991 w 2598991"/>
              <a:gd name="connsiteY13" fmla="*/ 422492 h 856013"/>
              <a:gd name="connsiteX14" fmla="*/ 2598990 w 2598991"/>
              <a:gd name="connsiteY14" fmla="*/ 422492 h 856013"/>
              <a:gd name="connsiteX15" fmla="*/ 2457030 w 2598991"/>
              <a:gd name="connsiteY15" fmla="*/ 564452 h 856013"/>
              <a:gd name="connsiteX16" fmla="*/ 2079510 w 2598991"/>
              <a:gd name="connsiteY16" fmla="*/ 564452 h 856013"/>
              <a:gd name="connsiteX17" fmla="*/ 2094765 w 2598991"/>
              <a:gd name="connsiteY17" fmla="*/ 567532 h 856013"/>
              <a:gd name="connsiteX18" fmla="*/ 2186464 w 2598991"/>
              <a:gd name="connsiteY18" fmla="*/ 705873 h 856013"/>
              <a:gd name="connsiteX19" fmla="*/ 2186463 w 2598991"/>
              <a:gd name="connsiteY19" fmla="*/ 705873 h 856013"/>
              <a:gd name="connsiteX20" fmla="*/ 2036323 w 2598991"/>
              <a:gd name="connsiteY20" fmla="*/ 856013 h 856013"/>
              <a:gd name="connsiteX21" fmla="*/ 362361 w 2598991"/>
              <a:gd name="connsiteY21" fmla="*/ 856012 h 856013"/>
              <a:gd name="connsiteX22" fmla="*/ 224020 w 2598991"/>
              <a:gd name="connsiteY22" fmla="*/ 764313 h 856013"/>
              <a:gd name="connsiteX23" fmla="*/ 212221 w 2598991"/>
              <a:gd name="connsiteY23" fmla="*/ 705873 h 856013"/>
              <a:gd name="connsiteX24" fmla="*/ 224020 w 2598991"/>
              <a:gd name="connsiteY24" fmla="*/ 647432 h 856013"/>
              <a:gd name="connsiteX25" fmla="*/ 362361 w 2598991"/>
              <a:gd name="connsiteY25" fmla="*/ 555733 h 856013"/>
              <a:gd name="connsiteX26" fmla="*/ 469765 w 2598991"/>
              <a:gd name="connsiteY26" fmla="*/ 555733 h 856013"/>
              <a:gd name="connsiteX27" fmla="*/ 480117 w 2598991"/>
              <a:gd name="connsiteY27" fmla="*/ 553643 h 856013"/>
              <a:gd name="connsiteX28" fmla="*/ 566820 w 2598991"/>
              <a:gd name="connsiteY28" fmla="*/ 422839 h 856013"/>
              <a:gd name="connsiteX29" fmla="*/ 566821 w 2598991"/>
              <a:gd name="connsiteY29" fmla="*/ 422839 h 856013"/>
              <a:gd name="connsiteX30" fmla="*/ 515161 w 2598991"/>
              <a:gd name="connsiteY30" fmla="*/ 313296 h 856013"/>
              <a:gd name="connsiteX31" fmla="*/ 493706 w 2598991"/>
              <a:gd name="connsiteY31" fmla="*/ 300279 h 856013"/>
              <a:gd name="connsiteX32" fmla="*/ 150140 w 2598991"/>
              <a:gd name="connsiteY32" fmla="*/ 300279 h 856013"/>
              <a:gd name="connsiteX33" fmla="*/ 11799 w 2598991"/>
              <a:gd name="connsiteY33" fmla="*/ 208580 h 856013"/>
              <a:gd name="connsiteX34" fmla="*/ 0 w 2598991"/>
              <a:gd name="connsiteY34" fmla="*/ 150139 h 856013"/>
              <a:gd name="connsiteX35" fmla="*/ 11799 w 2598991"/>
              <a:gd name="connsiteY35" fmla="*/ 91699 h 856013"/>
              <a:gd name="connsiteX36" fmla="*/ 150140 w 2598991"/>
              <a:gd name="connsiteY36" fmla="*/ 0 h 85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598991" h="856013">
                <a:moveTo>
                  <a:pt x="212221" y="705872"/>
                </a:moveTo>
                <a:lnTo>
                  <a:pt x="212221" y="705873"/>
                </a:lnTo>
                <a:lnTo>
                  <a:pt x="212221" y="705873"/>
                </a:lnTo>
                <a:close/>
                <a:moveTo>
                  <a:pt x="0" y="150139"/>
                </a:moveTo>
                <a:lnTo>
                  <a:pt x="0" y="150139"/>
                </a:lnTo>
                <a:lnTo>
                  <a:pt x="0" y="150140"/>
                </a:lnTo>
                <a:close/>
                <a:moveTo>
                  <a:pt x="150140" y="0"/>
                </a:moveTo>
                <a:lnTo>
                  <a:pt x="1824103" y="0"/>
                </a:lnTo>
                <a:cubicBezTo>
                  <a:pt x="1907023" y="0"/>
                  <a:pt x="1974243" y="67220"/>
                  <a:pt x="1974243" y="150140"/>
                </a:cubicBezTo>
                <a:lnTo>
                  <a:pt x="1974242" y="150140"/>
                </a:lnTo>
                <a:cubicBezTo>
                  <a:pt x="1974242" y="191600"/>
                  <a:pt x="1957437" y="229135"/>
                  <a:pt x="1930267" y="256305"/>
                </a:cubicBezTo>
                <a:lnTo>
                  <a:pt x="1894334" y="280532"/>
                </a:lnTo>
                <a:lnTo>
                  <a:pt x="2457031" y="280532"/>
                </a:lnTo>
                <a:cubicBezTo>
                  <a:pt x="2535433" y="280532"/>
                  <a:pt x="2598991" y="344090"/>
                  <a:pt x="2598991" y="422492"/>
                </a:cubicBezTo>
                <a:lnTo>
                  <a:pt x="2598990" y="422492"/>
                </a:lnTo>
                <a:cubicBezTo>
                  <a:pt x="2598990" y="500894"/>
                  <a:pt x="2535432" y="564452"/>
                  <a:pt x="2457030" y="564452"/>
                </a:cubicBezTo>
                <a:lnTo>
                  <a:pt x="2079510" y="564452"/>
                </a:lnTo>
                <a:lnTo>
                  <a:pt x="2094765" y="567532"/>
                </a:lnTo>
                <a:cubicBezTo>
                  <a:pt x="2148653" y="590324"/>
                  <a:pt x="2186464" y="643683"/>
                  <a:pt x="2186464" y="705873"/>
                </a:cubicBezTo>
                <a:lnTo>
                  <a:pt x="2186463" y="705873"/>
                </a:lnTo>
                <a:cubicBezTo>
                  <a:pt x="2186463" y="788793"/>
                  <a:pt x="2119243" y="856013"/>
                  <a:pt x="2036323" y="856013"/>
                </a:cubicBezTo>
                <a:lnTo>
                  <a:pt x="362361" y="856012"/>
                </a:lnTo>
                <a:cubicBezTo>
                  <a:pt x="300171" y="856012"/>
                  <a:pt x="246812" y="818201"/>
                  <a:pt x="224020" y="764313"/>
                </a:cubicBezTo>
                <a:lnTo>
                  <a:pt x="212221" y="705873"/>
                </a:lnTo>
                <a:lnTo>
                  <a:pt x="224020" y="647432"/>
                </a:lnTo>
                <a:cubicBezTo>
                  <a:pt x="246812" y="593544"/>
                  <a:pt x="300171" y="555733"/>
                  <a:pt x="362361" y="555733"/>
                </a:cubicBezTo>
                <a:lnTo>
                  <a:pt x="469765" y="555733"/>
                </a:lnTo>
                <a:lnTo>
                  <a:pt x="480117" y="553643"/>
                </a:lnTo>
                <a:cubicBezTo>
                  <a:pt x="531069" y="532092"/>
                  <a:pt x="566820" y="481641"/>
                  <a:pt x="566820" y="422839"/>
                </a:cubicBezTo>
                <a:lnTo>
                  <a:pt x="566821" y="422839"/>
                </a:lnTo>
                <a:cubicBezTo>
                  <a:pt x="566821" y="378738"/>
                  <a:pt x="546711" y="339334"/>
                  <a:pt x="515161" y="313296"/>
                </a:cubicBezTo>
                <a:lnTo>
                  <a:pt x="493706" y="300279"/>
                </a:lnTo>
                <a:lnTo>
                  <a:pt x="150140" y="300279"/>
                </a:lnTo>
                <a:cubicBezTo>
                  <a:pt x="87950" y="300279"/>
                  <a:pt x="34591" y="262468"/>
                  <a:pt x="11799" y="208580"/>
                </a:cubicBezTo>
                <a:lnTo>
                  <a:pt x="0" y="150139"/>
                </a:lnTo>
                <a:lnTo>
                  <a:pt x="11799" y="91699"/>
                </a:lnTo>
                <a:cubicBezTo>
                  <a:pt x="34591" y="37811"/>
                  <a:pt x="87950" y="0"/>
                  <a:pt x="150140" y="0"/>
                </a:cubicBezTo>
                <a:close/>
              </a:path>
            </a:pathLst>
          </a:custGeom>
          <a:solidFill>
            <a:srgbClr val="FFFFFF">
              <a:alpha val="21961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126" name="Cross 133"/>
          <p:cNvSpPr>
            <a:spLocks noChangeArrowheads="1"/>
          </p:cNvSpPr>
          <p:nvPr/>
        </p:nvSpPr>
        <p:spPr bwMode="auto">
          <a:xfrm rot="1620000">
            <a:off x="2008188" y="4110038"/>
            <a:ext cx="295275" cy="295275"/>
          </a:xfrm>
          <a:prstGeom prst="plus">
            <a:avLst>
              <a:gd name="adj" fmla="val 43778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27" name="Isosceles Triangle 134"/>
          <p:cNvSpPr>
            <a:spLocks noChangeArrowheads="1"/>
          </p:cNvSpPr>
          <p:nvPr/>
        </p:nvSpPr>
        <p:spPr bwMode="auto">
          <a:xfrm rot="12000000">
            <a:off x="4281488" y="5743575"/>
            <a:ext cx="250825" cy="215900"/>
          </a:xfrm>
          <a:prstGeom prst="triangle">
            <a:avLst>
              <a:gd name="adj" fmla="val 50000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17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28" name="Cross 135"/>
          <p:cNvSpPr>
            <a:spLocks noChangeArrowheads="1"/>
          </p:cNvSpPr>
          <p:nvPr/>
        </p:nvSpPr>
        <p:spPr bwMode="auto">
          <a:xfrm rot="1620000">
            <a:off x="11122025" y="563563"/>
            <a:ext cx="295275" cy="295275"/>
          </a:xfrm>
          <a:prstGeom prst="plus">
            <a:avLst>
              <a:gd name="adj" fmla="val 43778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29" name="Freeform: Shape 136">
            <a:extLst>
              <a:ext uri="{FF2B5EF4-FFF2-40B4-BE49-F238E27FC236}">
                <a16:creationId xmlns:a16="http://schemas.microsoft.com/office/drawing/2014/main" id="{B820875D-C643-4F07-A66D-E14586D6E51A}"/>
              </a:ext>
            </a:extLst>
          </p:cNvPr>
          <p:cNvSpPr/>
          <p:nvPr/>
        </p:nvSpPr>
        <p:spPr>
          <a:xfrm rot="12816686">
            <a:off x="1728788" y="2171700"/>
            <a:ext cx="355600" cy="544513"/>
          </a:xfrm>
          <a:custGeom>
            <a:avLst/>
            <a:gdLst>
              <a:gd name="connsiteX0" fmla="*/ 345263 w 354855"/>
              <a:gd name="connsiteY0" fmla="*/ 315279 h 544956"/>
              <a:gd name="connsiteX1" fmla="*/ 219796 w 354855"/>
              <a:gd name="connsiteY1" fmla="*/ 31395 h 544956"/>
              <a:gd name="connsiteX2" fmla="*/ 43636 w 354855"/>
              <a:gd name="connsiteY2" fmla="*/ 17454 h 544956"/>
              <a:gd name="connsiteX3" fmla="*/ 52508 w 354855"/>
              <a:gd name="connsiteY3" fmla="*/ 113772 h 544956"/>
              <a:gd name="connsiteX4" fmla="*/ 248945 w 354855"/>
              <a:gd name="connsiteY4" fmla="*/ 307675 h 544956"/>
              <a:gd name="connsiteX5" fmla="*/ 240074 w 354855"/>
              <a:gd name="connsiteY5" fmla="*/ 492707 h 544956"/>
              <a:gd name="connsiteX6" fmla="*/ 274292 w 354855"/>
              <a:gd name="connsiteY6" fmla="*/ 543401 h 544956"/>
              <a:gd name="connsiteX7" fmla="*/ 289500 w 354855"/>
              <a:gd name="connsiteY7" fmla="*/ 544668 h 544956"/>
              <a:gd name="connsiteX8" fmla="*/ 338927 w 354855"/>
              <a:gd name="connsiteY8" fmla="*/ 501579 h 544956"/>
              <a:gd name="connsiteX9" fmla="*/ 345263 w 354855"/>
              <a:gd name="connsiteY9" fmla="*/ 315279 h 54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855" h="544956">
                <a:moveTo>
                  <a:pt x="345263" y="315279"/>
                </a:moveTo>
                <a:cubicBezTo>
                  <a:pt x="350333" y="188545"/>
                  <a:pt x="347798" y="88425"/>
                  <a:pt x="219796" y="31395"/>
                </a:cubicBezTo>
                <a:cubicBezTo>
                  <a:pt x="183044" y="14920"/>
                  <a:pt x="72785" y="-289"/>
                  <a:pt x="43636" y="17454"/>
                </a:cubicBezTo>
                <a:cubicBezTo>
                  <a:pt x="5616" y="38999"/>
                  <a:pt x="-12127" y="85891"/>
                  <a:pt x="52508" y="113772"/>
                </a:cubicBezTo>
                <a:cubicBezTo>
                  <a:pt x="209658" y="107435"/>
                  <a:pt x="247678" y="134050"/>
                  <a:pt x="248945" y="307675"/>
                </a:cubicBezTo>
                <a:cubicBezTo>
                  <a:pt x="248945" y="392587"/>
                  <a:pt x="245143" y="445816"/>
                  <a:pt x="240074" y="492707"/>
                </a:cubicBezTo>
                <a:cubicBezTo>
                  <a:pt x="237539" y="518054"/>
                  <a:pt x="248945" y="540866"/>
                  <a:pt x="274292" y="543401"/>
                </a:cubicBezTo>
                <a:lnTo>
                  <a:pt x="289500" y="544668"/>
                </a:lnTo>
                <a:cubicBezTo>
                  <a:pt x="314847" y="547203"/>
                  <a:pt x="337659" y="528193"/>
                  <a:pt x="338927" y="501579"/>
                </a:cubicBezTo>
                <a:lnTo>
                  <a:pt x="345263" y="315279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defTabSz="914286" fontAlgn="auto"/>
            <a:endParaRPr lang="en-US"/>
          </a:p>
        </p:txBody>
      </p:sp>
      <p:grpSp>
        <p:nvGrpSpPr>
          <p:cNvPr id="130" name="Graphic 185"/>
          <p:cNvGrpSpPr>
            <a:grpSpLocks/>
          </p:cNvGrpSpPr>
          <p:nvPr/>
        </p:nvGrpSpPr>
        <p:grpSpPr bwMode="auto">
          <a:xfrm rot="-5400000">
            <a:off x="2804319" y="762794"/>
            <a:ext cx="1668463" cy="346075"/>
            <a:chOff x="1542378" y="3369742"/>
            <a:chExt cx="1668051" cy="346608"/>
          </a:xfrm>
        </p:grpSpPr>
        <p:sp>
          <p:nvSpPr>
            <p:cNvPr id="131" name="Freeform: Shape 138">
              <a:extLst>
                <a:ext uri="{FF2B5EF4-FFF2-40B4-BE49-F238E27FC236}">
                  <a16:creationId xmlns:a16="http://schemas.microsoft.com/office/drawing/2014/main" id="{8A517A97-A56F-4550-88D2-ED9488317CA5}"/>
                </a:ext>
              </a:extLst>
            </p:cNvPr>
            <p:cNvSpPr/>
            <p:nvPr/>
          </p:nvSpPr>
          <p:spPr>
            <a:xfrm>
              <a:off x="3002518" y="3379282"/>
              <a:ext cx="217434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198758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198758"/>
                  </a:lnTo>
                  <a:cubicBezTo>
                    <a:pt x="12456" y="183594"/>
                    <a:pt x="12456" y="157598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2" name="Freeform: Shape 139">
              <a:extLst>
                <a:ext uri="{FF2B5EF4-FFF2-40B4-BE49-F238E27FC236}">
                  <a16:creationId xmlns:a16="http://schemas.microsoft.com/office/drawing/2014/main" id="{C0CE9F91-21F0-4916-A30E-E2528F3C6A96}"/>
                </a:ext>
              </a:extLst>
            </p:cNvPr>
            <p:cNvSpPr/>
            <p:nvPr/>
          </p:nvSpPr>
          <p:spPr>
            <a:xfrm>
              <a:off x="2791433" y="3374512"/>
              <a:ext cx="215847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3" name="Freeform: Shape 140">
              <a:extLst>
                <a:ext uri="{FF2B5EF4-FFF2-40B4-BE49-F238E27FC236}">
                  <a16:creationId xmlns:a16="http://schemas.microsoft.com/office/drawing/2014/main" id="{9040C192-00E7-401E-A786-86E17372C7C9}"/>
                </a:ext>
              </a:extLst>
            </p:cNvPr>
            <p:cNvSpPr/>
            <p:nvPr/>
          </p:nvSpPr>
          <p:spPr>
            <a:xfrm>
              <a:off x="2581935" y="3369743"/>
              <a:ext cx="215847" cy="346608"/>
            </a:xfrm>
            <a:custGeom>
              <a:avLst/>
              <a:gdLst>
                <a:gd name="connsiteX0" fmla="*/ 170596 w 216630"/>
                <a:gd name="connsiteY0" fmla="*/ 333069 h 346608"/>
                <a:gd name="connsiteX1" fmla="*/ 142434 w 216630"/>
                <a:gd name="connsiteY1" fmla="*/ 320071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3069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3069"/>
                  </a:moveTo>
                  <a:cubicBezTo>
                    <a:pt x="159765" y="333069"/>
                    <a:pt x="148933" y="328736"/>
                    <a:pt x="142434" y="320071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0093" y="328736"/>
                    <a:pt x="179261" y="333069"/>
                    <a:pt x="170596" y="333069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4" name="Freeform: Shape 141">
              <a:extLst>
                <a:ext uri="{FF2B5EF4-FFF2-40B4-BE49-F238E27FC236}">
                  <a16:creationId xmlns:a16="http://schemas.microsoft.com/office/drawing/2014/main" id="{99359643-3536-40F8-B176-7B9BEBFD821A}"/>
                </a:ext>
              </a:extLst>
            </p:cNvPr>
            <p:cNvSpPr/>
            <p:nvPr/>
          </p:nvSpPr>
          <p:spPr>
            <a:xfrm>
              <a:off x="2369262" y="3368152"/>
              <a:ext cx="215847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198758 h 346608"/>
                <a:gd name="connsiteX3" fmla="*/ 27620 w 216630"/>
                <a:gd name="connsiteY3" fmla="*/ 140268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198758"/>
                  </a:lnTo>
                  <a:cubicBezTo>
                    <a:pt x="12456" y="183594"/>
                    <a:pt x="12456" y="157598"/>
                    <a:pt x="27620" y="140268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5" name="Freeform: Shape 142">
              <a:extLst>
                <a:ext uri="{FF2B5EF4-FFF2-40B4-BE49-F238E27FC236}">
                  <a16:creationId xmlns:a16="http://schemas.microsoft.com/office/drawing/2014/main" id="{3B55B9BD-CA0B-4530-9167-97DA5178DB01}"/>
                </a:ext>
              </a:extLst>
            </p:cNvPr>
            <p:cNvSpPr/>
            <p:nvPr/>
          </p:nvSpPr>
          <p:spPr>
            <a:xfrm>
              <a:off x="2158176" y="3363383"/>
              <a:ext cx="217434" cy="346608"/>
            </a:xfrm>
            <a:custGeom>
              <a:avLst/>
              <a:gdLst>
                <a:gd name="connsiteX0" fmla="*/ 172505 w 216630"/>
                <a:gd name="connsiteY0" fmla="*/ 330902 h 346608"/>
                <a:gd name="connsiteX1" fmla="*/ 144343 w 216630"/>
                <a:gd name="connsiteY1" fmla="*/ 317905 h 346608"/>
                <a:gd name="connsiteX2" fmla="*/ 27363 w 216630"/>
                <a:gd name="connsiteY2" fmla="*/ 200924 h 346608"/>
                <a:gd name="connsiteX3" fmla="*/ 29529 w 216630"/>
                <a:gd name="connsiteY3" fmla="*/ 142434 h 346608"/>
                <a:gd name="connsiteX4" fmla="*/ 148676 w 216630"/>
                <a:gd name="connsiteY4" fmla="*/ 27620 h 346608"/>
                <a:gd name="connsiteX5" fmla="*/ 207166 w 216630"/>
                <a:gd name="connsiteY5" fmla="*/ 27620 h 346608"/>
                <a:gd name="connsiteX6" fmla="*/ 207166 w 216630"/>
                <a:gd name="connsiteY6" fmla="*/ 86110 h 346608"/>
                <a:gd name="connsiteX7" fmla="*/ 118348 w 216630"/>
                <a:gd name="connsiteY7" fmla="*/ 172762 h 346608"/>
                <a:gd name="connsiteX8" fmla="*/ 205000 w 216630"/>
                <a:gd name="connsiteY8" fmla="*/ 261581 h 346608"/>
                <a:gd name="connsiteX9" fmla="*/ 205000 w 216630"/>
                <a:gd name="connsiteY9" fmla="*/ 320071 h 346608"/>
                <a:gd name="connsiteX10" fmla="*/ 172505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2505" y="330902"/>
                  </a:moveTo>
                  <a:cubicBezTo>
                    <a:pt x="161674" y="330902"/>
                    <a:pt x="150842" y="326570"/>
                    <a:pt x="144343" y="317905"/>
                  </a:cubicBezTo>
                  <a:lnTo>
                    <a:pt x="27363" y="200924"/>
                  </a:lnTo>
                  <a:cubicBezTo>
                    <a:pt x="12199" y="183594"/>
                    <a:pt x="12199" y="157598"/>
                    <a:pt x="29529" y="142434"/>
                  </a:cubicBezTo>
                  <a:lnTo>
                    <a:pt x="148676" y="27620"/>
                  </a:lnTo>
                  <a:cubicBezTo>
                    <a:pt x="163840" y="12456"/>
                    <a:pt x="189836" y="12456"/>
                    <a:pt x="207166" y="27620"/>
                  </a:cubicBezTo>
                  <a:cubicBezTo>
                    <a:pt x="222330" y="42784"/>
                    <a:pt x="222330" y="68780"/>
                    <a:pt x="207166" y="86110"/>
                  </a:cubicBezTo>
                  <a:lnTo>
                    <a:pt x="118348" y="172762"/>
                  </a:lnTo>
                  <a:lnTo>
                    <a:pt x="205000" y="261581"/>
                  </a:lnTo>
                  <a:cubicBezTo>
                    <a:pt x="220164" y="276745"/>
                    <a:pt x="220164" y="302740"/>
                    <a:pt x="205000" y="320071"/>
                  </a:cubicBezTo>
                  <a:cubicBezTo>
                    <a:pt x="192002" y="328736"/>
                    <a:pt x="183337" y="330902"/>
                    <a:pt x="172505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6" name="Freeform: Shape 143">
              <a:extLst>
                <a:ext uri="{FF2B5EF4-FFF2-40B4-BE49-F238E27FC236}">
                  <a16:creationId xmlns:a16="http://schemas.microsoft.com/office/drawing/2014/main" id="{513F5EC3-477D-4822-84D3-027A98427078}"/>
                </a:ext>
              </a:extLst>
            </p:cNvPr>
            <p:cNvSpPr/>
            <p:nvPr/>
          </p:nvSpPr>
          <p:spPr>
            <a:xfrm>
              <a:off x="1947092" y="3361792"/>
              <a:ext cx="215847" cy="346608"/>
            </a:xfrm>
            <a:custGeom>
              <a:avLst/>
              <a:gdLst>
                <a:gd name="connsiteX0" fmla="*/ 172221 w 216630"/>
                <a:gd name="connsiteY0" fmla="*/ 330902 h 346608"/>
                <a:gd name="connsiteX1" fmla="*/ 144059 w 216630"/>
                <a:gd name="connsiteY1" fmla="*/ 317905 h 346608"/>
                <a:gd name="connsiteX2" fmla="*/ 27079 w 216630"/>
                <a:gd name="connsiteY2" fmla="*/ 198758 h 346608"/>
                <a:gd name="connsiteX3" fmla="*/ 16247 w 216630"/>
                <a:gd name="connsiteY3" fmla="*/ 170596 h 346608"/>
                <a:gd name="connsiteX4" fmla="*/ 29245 w 216630"/>
                <a:gd name="connsiteY4" fmla="*/ 142434 h 346608"/>
                <a:gd name="connsiteX5" fmla="*/ 148392 w 216630"/>
                <a:gd name="connsiteY5" fmla="*/ 27620 h 346608"/>
                <a:gd name="connsiteX6" fmla="*/ 206882 w 216630"/>
                <a:gd name="connsiteY6" fmla="*/ 27620 h 346608"/>
                <a:gd name="connsiteX7" fmla="*/ 206882 w 216630"/>
                <a:gd name="connsiteY7" fmla="*/ 86110 h 346608"/>
                <a:gd name="connsiteX8" fmla="*/ 118063 w 216630"/>
                <a:gd name="connsiteY8" fmla="*/ 172762 h 346608"/>
                <a:gd name="connsiteX9" fmla="*/ 204715 w 216630"/>
                <a:gd name="connsiteY9" fmla="*/ 261581 h 346608"/>
                <a:gd name="connsiteX10" fmla="*/ 204715 w 216630"/>
                <a:gd name="connsiteY10" fmla="*/ 320071 h 346608"/>
                <a:gd name="connsiteX11" fmla="*/ 172221 w 216630"/>
                <a:gd name="connsiteY11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629" h="346608">
                  <a:moveTo>
                    <a:pt x="172221" y="330902"/>
                  </a:moveTo>
                  <a:cubicBezTo>
                    <a:pt x="161389" y="330902"/>
                    <a:pt x="150558" y="326570"/>
                    <a:pt x="144059" y="317905"/>
                  </a:cubicBezTo>
                  <a:lnTo>
                    <a:pt x="27079" y="198758"/>
                  </a:lnTo>
                  <a:cubicBezTo>
                    <a:pt x="20580" y="190093"/>
                    <a:pt x="16247" y="181428"/>
                    <a:pt x="16247" y="170596"/>
                  </a:cubicBezTo>
                  <a:cubicBezTo>
                    <a:pt x="16247" y="159765"/>
                    <a:pt x="20580" y="148933"/>
                    <a:pt x="29245" y="142434"/>
                  </a:cubicBezTo>
                  <a:lnTo>
                    <a:pt x="148392" y="27620"/>
                  </a:lnTo>
                  <a:cubicBezTo>
                    <a:pt x="163556" y="12456"/>
                    <a:pt x="189551" y="12456"/>
                    <a:pt x="206882" y="27620"/>
                  </a:cubicBezTo>
                  <a:cubicBezTo>
                    <a:pt x="222046" y="42784"/>
                    <a:pt x="222046" y="68780"/>
                    <a:pt x="206882" y="86110"/>
                  </a:cubicBezTo>
                  <a:lnTo>
                    <a:pt x="118063" y="172762"/>
                  </a:lnTo>
                  <a:lnTo>
                    <a:pt x="204715" y="261581"/>
                  </a:lnTo>
                  <a:cubicBezTo>
                    <a:pt x="219879" y="276745"/>
                    <a:pt x="219879" y="302740"/>
                    <a:pt x="204715" y="320071"/>
                  </a:cubicBezTo>
                  <a:cubicBezTo>
                    <a:pt x="191718" y="326570"/>
                    <a:pt x="180886" y="330902"/>
                    <a:pt x="172221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7" name="Freeform: Shape 144">
              <a:extLst>
                <a:ext uri="{FF2B5EF4-FFF2-40B4-BE49-F238E27FC236}">
                  <a16:creationId xmlns:a16="http://schemas.microsoft.com/office/drawing/2014/main" id="{6E441CFD-92C4-4293-B788-E58A29D9CB45}"/>
                </a:ext>
              </a:extLst>
            </p:cNvPr>
            <p:cNvSpPr/>
            <p:nvPr/>
          </p:nvSpPr>
          <p:spPr>
            <a:xfrm>
              <a:off x="1737593" y="3355432"/>
              <a:ext cx="217433" cy="346608"/>
            </a:xfrm>
            <a:custGeom>
              <a:avLst/>
              <a:gdLst>
                <a:gd name="connsiteX0" fmla="*/ 170596 w 216630"/>
                <a:gd name="connsiteY0" fmla="*/ 333069 h 346608"/>
                <a:gd name="connsiteX1" fmla="*/ 142434 w 216630"/>
                <a:gd name="connsiteY1" fmla="*/ 320071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3069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3069"/>
                  </a:moveTo>
                  <a:cubicBezTo>
                    <a:pt x="159765" y="333069"/>
                    <a:pt x="148933" y="328736"/>
                    <a:pt x="142434" y="320071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8736"/>
                    <a:pt x="181428" y="333069"/>
                    <a:pt x="170596" y="333069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8" name="Freeform: Shape 145">
              <a:extLst>
                <a:ext uri="{FF2B5EF4-FFF2-40B4-BE49-F238E27FC236}">
                  <a16:creationId xmlns:a16="http://schemas.microsoft.com/office/drawing/2014/main" id="{8E764F26-AFE0-4FBD-8D88-FC0478D47595}"/>
                </a:ext>
              </a:extLst>
            </p:cNvPr>
            <p:cNvSpPr/>
            <p:nvPr/>
          </p:nvSpPr>
          <p:spPr>
            <a:xfrm>
              <a:off x="1524920" y="3355432"/>
              <a:ext cx="215847" cy="324349"/>
            </a:xfrm>
            <a:custGeom>
              <a:avLst/>
              <a:gdLst>
                <a:gd name="connsiteX0" fmla="*/ 172221 w 216630"/>
                <a:gd name="connsiteY0" fmla="*/ 328736 h 324945"/>
                <a:gd name="connsiteX1" fmla="*/ 144059 w 216630"/>
                <a:gd name="connsiteY1" fmla="*/ 315738 h 324945"/>
                <a:gd name="connsiteX2" fmla="*/ 27079 w 216630"/>
                <a:gd name="connsiteY2" fmla="*/ 198758 h 324945"/>
                <a:gd name="connsiteX3" fmla="*/ 16247 w 216630"/>
                <a:gd name="connsiteY3" fmla="*/ 170596 h 324945"/>
                <a:gd name="connsiteX4" fmla="*/ 29245 w 216630"/>
                <a:gd name="connsiteY4" fmla="*/ 142434 h 324945"/>
                <a:gd name="connsiteX5" fmla="*/ 148392 w 216630"/>
                <a:gd name="connsiteY5" fmla="*/ 27620 h 324945"/>
                <a:gd name="connsiteX6" fmla="*/ 206882 w 216630"/>
                <a:gd name="connsiteY6" fmla="*/ 27620 h 324945"/>
                <a:gd name="connsiteX7" fmla="*/ 206882 w 216630"/>
                <a:gd name="connsiteY7" fmla="*/ 86110 h 324945"/>
                <a:gd name="connsiteX8" fmla="*/ 118063 w 216630"/>
                <a:gd name="connsiteY8" fmla="*/ 172762 h 324945"/>
                <a:gd name="connsiteX9" fmla="*/ 204715 w 216630"/>
                <a:gd name="connsiteY9" fmla="*/ 261581 h 324945"/>
                <a:gd name="connsiteX10" fmla="*/ 204715 w 216630"/>
                <a:gd name="connsiteY10" fmla="*/ 320071 h 324945"/>
                <a:gd name="connsiteX11" fmla="*/ 172221 w 216630"/>
                <a:gd name="connsiteY11" fmla="*/ 328736 h 32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629" h="324945">
                  <a:moveTo>
                    <a:pt x="172221" y="328736"/>
                  </a:moveTo>
                  <a:cubicBezTo>
                    <a:pt x="161389" y="328736"/>
                    <a:pt x="150558" y="324403"/>
                    <a:pt x="144059" y="315738"/>
                  </a:cubicBezTo>
                  <a:lnTo>
                    <a:pt x="27079" y="198758"/>
                  </a:lnTo>
                  <a:cubicBezTo>
                    <a:pt x="20580" y="190093"/>
                    <a:pt x="16247" y="181428"/>
                    <a:pt x="16247" y="170596"/>
                  </a:cubicBezTo>
                  <a:cubicBezTo>
                    <a:pt x="16247" y="159765"/>
                    <a:pt x="20580" y="148933"/>
                    <a:pt x="29245" y="142434"/>
                  </a:cubicBezTo>
                  <a:lnTo>
                    <a:pt x="148392" y="27620"/>
                  </a:lnTo>
                  <a:cubicBezTo>
                    <a:pt x="163556" y="12456"/>
                    <a:pt x="189551" y="12456"/>
                    <a:pt x="206882" y="27620"/>
                  </a:cubicBezTo>
                  <a:cubicBezTo>
                    <a:pt x="222046" y="42784"/>
                    <a:pt x="222046" y="68780"/>
                    <a:pt x="206882" y="86110"/>
                  </a:cubicBezTo>
                  <a:lnTo>
                    <a:pt x="118063" y="172762"/>
                  </a:lnTo>
                  <a:lnTo>
                    <a:pt x="204715" y="261581"/>
                  </a:lnTo>
                  <a:cubicBezTo>
                    <a:pt x="219879" y="276745"/>
                    <a:pt x="219879" y="302740"/>
                    <a:pt x="204715" y="320071"/>
                  </a:cubicBezTo>
                  <a:cubicBezTo>
                    <a:pt x="191718" y="326570"/>
                    <a:pt x="183052" y="328736"/>
                    <a:pt x="172221" y="328736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</p:grpSp>
      <p:grpSp>
        <p:nvGrpSpPr>
          <p:cNvPr id="139" name="Graphic 185"/>
          <p:cNvGrpSpPr>
            <a:grpSpLocks/>
          </p:cNvGrpSpPr>
          <p:nvPr/>
        </p:nvGrpSpPr>
        <p:grpSpPr bwMode="auto">
          <a:xfrm rot="-5400000">
            <a:off x="7417595" y="5730081"/>
            <a:ext cx="1668462" cy="346075"/>
            <a:chOff x="1542378" y="3369742"/>
            <a:chExt cx="1668051" cy="346608"/>
          </a:xfrm>
        </p:grpSpPr>
        <p:sp>
          <p:nvSpPr>
            <p:cNvPr id="140" name="Freeform: Shape 147">
              <a:extLst>
                <a:ext uri="{FF2B5EF4-FFF2-40B4-BE49-F238E27FC236}">
                  <a16:creationId xmlns:a16="http://schemas.microsoft.com/office/drawing/2014/main" id="{4C6C0AE1-7DC1-4330-8C92-79253C4A003D}"/>
                </a:ext>
              </a:extLst>
            </p:cNvPr>
            <p:cNvSpPr/>
            <p:nvPr/>
          </p:nvSpPr>
          <p:spPr>
            <a:xfrm>
              <a:off x="3002518" y="3379281"/>
              <a:ext cx="217433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198758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198758"/>
                  </a:lnTo>
                  <a:cubicBezTo>
                    <a:pt x="12456" y="183594"/>
                    <a:pt x="12456" y="157598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1" name="Freeform: Shape 148">
              <a:extLst>
                <a:ext uri="{FF2B5EF4-FFF2-40B4-BE49-F238E27FC236}">
                  <a16:creationId xmlns:a16="http://schemas.microsoft.com/office/drawing/2014/main" id="{A1CD2C4A-EEDC-4AE3-8E04-FB749F4B20DD}"/>
                </a:ext>
              </a:extLst>
            </p:cNvPr>
            <p:cNvSpPr/>
            <p:nvPr/>
          </p:nvSpPr>
          <p:spPr>
            <a:xfrm>
              <a:off x="2791432" y="3374511"/>
              <a:ext cx="215847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2" name="Freeform: Shape 149">
              <a:extLst>
                <a:ext uri="{FF2B5EF4-FFF2-40B4-BE49-F238E27FC236}">
                  <a16:creationId xmlns:a16="http://schemas.microsoft.com/office/drawing/2014/main" id="{F81F6895-5D3C-44D8-B9B0-97865D7BAD42}"/>
                </a:ext>
              </a:extLst>
            </p:cNvPr>
            <p:cNvSpPr/>
            <p:nvPr/>
          </p:nvSpPr>
          <p:spPr>
            <a:xfrm>
              <a:off x="2581934" y="3369742"/>
              <a:ext cx="215847" cy="346608"/>
            </a:xfrm>
            <a:custGeom>
              <a:avLst/>
              <a:gdLst>
                <a:gd name="connsiteX0" fmla="*/ 170596 w 216630"/>
                <a:gd name="connsiteY0" fmla="*/ 333069 h 346608"/>
                <a:gd name="connsiteX1" fmla="*/ 142434 w 216630"/>
                <a:gd name="connsiteY1" fmla="*/ 320071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3069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3069"/>
                  </a:moveTo>
                  <a:cubicBezTo>
                    <a:pt x="159765" y="333069"/>
                    <a:pt x="148933" y="328736"/>
                    <a:pt x="142434" y="320071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0093" y="328736"/>
                    <a:pt x="179261" y="333069"/>
                    <a:pt x="170596" y="333069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3" name="Freeform: Shape 150">
              <a:extLst>
                <a:ext uri="{FF2B5EF4-FFF2-40B4-BE49-F238E27FC236}">
                  <a16:creationId xmlns:a16="http://schemas.microsoft.com/office/drawing/2014/main" id="{BE2EEDF6-CECF-4E9D-BD38-FDF2CC730E88}"/>
                </a:ext>
              </a:extLst>
            </p:cNvPr>
            <p:cNvSpPr/>
            <p:nvPr/>
          </p:nvSpPr>
          <p:spPr>
            <a:xfrm>
              <a:off x="2369261" y="3368152"/>
              <a:ext cx="215847" cy="346608"/>
            </a:xfrm>
            <a:custGeom>
              <a:avLst/>
              <a:gdLst>
                <a:gd name="connsiteX0" fmla="*/ 170596 w 216630"/>
                <a:gd name="connsiteY0" fmla="*/ 330902 h 346608"/>
                <a:gd name="connsiteX1" fmla="*/ 142434 w 216630"/>
                <a:gd name="connsiteY1" fmla="*/ 317905 h 346608"/>
                <a:gd name="connsiteX2" fmla="*/ 27620 w 216630"/>
                <a:gd name="connsiteY2" fmla="*/ 198758 h 346608"/>
                <a:gd name="connsiteX3" fmla="*/ 27620 w 216630"/>
                <a:gd name="connsiteY3" fmla="*/ 140268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0902"/>
                  </a:moveTo>
                  <a:cubicBezTo>
                    <a:pt x="159765" y="330902"/>
                    <a:pt x="148933" y="326570"/>
                    <a:pt x="142434" y="317905"/>
                  </a:cubicBezTo>
                  <a:lnTo>
                    <a:pt x="27620" y="198758"/>
                  </a:lnTo>
                  <a:cubicBezTo>
                    <a:pt x="12456" y="183594"/>
                    <a:pt x="12456" y="157598"/>
                    <a:pt x="27620" y="140268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6570"/>
                    <a:pt x="181428" y="330902"/>
                    <a:pt x="170596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4" name="Freeform: Shape 151">
              <a:extLst>
                <a:ext uri="{FF2B5EF4-FFF2-40B4-BE49-F238E27FC236}">
                  <a16:creationId xmlns:a16="http://schemas.microsoft.com/office/drawing/2014/main" id="{D0949BA4-33F6-46E2-8A9F-707205DD0462}"/>
                </a:ext>
              </a:extLst>
            </p:cNvPr>
            <p:cNvSpPr/>
            <p:nvPr/>
          </p:nvSpPr>
          <p:spPr>
            <a:xfrm>
              <a:off x="2158176" y="3363382"/>
              <a:ext cx="217433" cy="346608"/>
            </a:xfrm>
            <a:custGeom>
              <a:avLst/>
              <a:gdLst>
                <a:gd name="connsiteX0" fmla="*/ 172505 w 216630"/>
                <a:gd name="connsiteY0" fmla="*/ 330902 h 346608"/>
                <a:gd name="connsiteX1" fmla="*/ 144343 w 216630"/>
                <a:gd name="connsiteY1" fmla="*/ 317905 h 346608"/>
                <a:gd name="connsiteX2" fmla="*/ 27363 w 216630"/>
                <a:gd name="connsiteY2" fmla="*/ 200924 h 346608"/>
                <a:gd name="connsiteX3" fmla="*/ 29529 w 216630"/>
                <a:gd name="connsiteY3" fmla="*/ 142434 h 346608"/>
                <a:gd name="connsiteX4" fmla="*/ 148676 w 216630"/>
                <a:gd name="connsiteY4" fmla="*/ 27620 h 346608"/>
                <a:gd name="connsiteX5" fmla="*/ 207166 w 216630"/>
                <a:gd name="connsiteY5" fmla="*/ 27620 h 346608"/>
                <a:gd name="connsiteX6" fmla="*/ 207166 w 216630"/>
                <a:gd name="connsiteY6" fmla="*/ 86110 h 346608"/>
                <a:gd name="connsiteX7" fmla="*/ 118348 w 216630"/>
                <a:gd name="connsiteY7" fmla="*/ 172762 h 346608"/>
                <a:gd name="connsiteX8" fmla="*/ 205000 w 216630"/>
                <a:gd name="connsiteY8" fmla="*/ 261581 h 346608"/>
                <a:gd name="connsiteX9" fmla="*/ 205000 w 216630"/>
                <a:gd name="connsiteY9" fmla="*/ 320071 h 346608"/>
                <a:gd name="connsiteX10" fmla="*/ 172505 w 216630"/>
                <a:gd name="connsiteY10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2505" y="330902"/>
                  </a:moveTo>
                  <a:cubicBezTo>
                    <a:pt x="161674" y="330902"/>
                    <a:pt x="150842" y="326570"/>
                    <a:pt x="144343" y="317905"/>
                  </a:cubicBezTo>
                  <a:lnTo>
                    <a:pt x="27363" y="200924"/>
                  </a:lnTo>
                  <a:cubicBezTo>
                    <a:pt x="12199" y="183594"/>
                    <a:pt x="12199" y="157598"/>
                    <a:pt x="29529" y="142434"/>
                  </a:cubicBezTo>
                  <a:lnTo>
                    <a:pt x="148676" y="27620"/>
                  </a:lnTo>
                  <a:cubicBezTo>
                    <a:pt x="163840" y="12456"/>
                    <a:pt x="189836" y="12456"/>
                    <a:pt x="207166" y="27620"/>
                  </a:cubicBezTo>
                  <a:cubicBezTo>
                    <a:pt x="222330" y="42784"/>
                    <a:pt x="222330" y="68780"/>
                    <a:pt x="207166" y="86110"/>
                  </a:cubicBezTo>
                  <a:lnTo>
                    <a:pt x="118348" y="172762"/>
                  </a:lnTo>
                  <a:lnTo>
                    <a:pt x="205000" y="261581"/>
                  </a:lnTo>
                  <a:cubicBezTo>
                    <a:pt x="220164" y="276745"/>
                    <a:pt x="220164" y="302740"/>
                    <a:pt x="205000" y="320071"/>
                  </a:cubicBezTo>
                  <a:cubicBezTo>
                    <a:pt x="192002" y="328736"/>
                    <a:pt x="183337" y="330902"/>
                    <a:pt x="172505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5" name="Freeform: Shape 152">
              <a:extLst>
                <a:ext uri="{FF2B5EF4-FFF2-40B4-BE49-F238E27FC236}">
                  <a16:creationId xmlns:a16="http://schemas.microsoft.com/office/drawing/2014/main" id="{D2936396-4445-4840-9069-619855CE50E3}"/>
                </a:ext>
              </a:extLst>
            </p:cNvPr>
            <p:cNvSpPr/>
            <p:nvPr/>
          </p:nvSpPr>
          <p:spPr>
            <a:xfrm>
              <a:off x="1947090" y="3361792"/>
              <a:ext cx="215847" cy="346608"/>
            </a:xfrm>
            <a:custGeom>
              <a:avLst/>
              <a:gdLst>
                <a:gd name="connsiteX0" fmla="*/ 172221 w 216630"/>
                <a:gd name="connsiteY0" fmla="*/ 330902 h 346608"/>
                <a:gd name="connsiteX1" fmla="*/ 144059 w 216630"/>
                <a:gd name="connsiteY1" fmla="*/ 317905 h 346608"/>
                <a:gd name="connsiteX2" fmla="*/ 27079 w 216630"/>
                <a:gd name="connsiteY2" fmla="*/ 198758 h 346608"/>
                <a:gd name="connsiteX3" fmla="*/ 16247 w 216630"/>
                <a:gd name="connsiteY3" fmla="*/ 170596 h 346608"/>
                <a:gd name="connsiteX4" fmla="*/ 29245 w 216630"/>
                <a:gd name="connsiteY4" fmla="*/ 142434 h 346608"/>
                <a:gd name="connsiteX5" fmla="*/ 148392 w 216630"/>
                <a:gd name="connsiteY5" fmla="*/ 27620 h 346608"/>
                <a:gd name="connsiteX6" fmla="*/ 206882 w 216630"/>
                <a:gd name="connsiteY6" fmla="*/ 27620 h 346608"/>
                <a:gd name="connsiteX7" fmla="*/ 206882 w 216630"/>
                <a:gd name="connsiteY7" fmla="*/ 86110 h 346608"/>
                <a:gd name="connsiteX8" fmla="*/ 118063 w 216630"/>
                <a:gd name="connsiteY8" fmla="*/ 172762 h 346608"/>
                <a:gd name="connsiteX9" fmla="*/ 204715 w 216630"/>
                <a:gd name="connsiteY9" fmla="*/ 261581 h 346608"/>
                <a:gd name="connsiteX10" fmla="*/ 204715 w 216630"/>
                <a:gd name="connsiteY10" fmla="*/ 320071 h 346608"/>
                <a:gd name="connsiteX11" fmla="*/ 172221 w 216630"/>
                <a:gd name="connsiteY11" fmla="*/ 330902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629" h="346608">
                  <a:moveTo>
                    <a:pt x="172221" y="330902"/>
                  </a:moveTo>
                  <a:cubicBezTo>
                    <a:pt x="161389" y="330902"/>
                    <a:pt x="150558" y="326570"/>
                    <a:pt x="144059" y="317905"/>
                  </a:cubicBezTo>
                  <a:lnTo>
                    <a:pt x="27079" y="198758"/>
                  </a:lnTo>
                  <a:cubicBezTo>
                    <a:pt x="20580" y="190093"/>
                    <a:pt x="16247" y="181428"/>
                    <a:pt x="16247" y="170596"/>
                  </a:cubicBezTo>
                  <a:cubicBezTo>
                    <a:pt x="16247" y="159765"/>
                    <a:pt x="20580" y="148933"/>
                    <a:pt x="29245" y="142434"/>
                  </a:cubicBezTo>
                  <a:lnTo>
                    <a:pt x="148392" y="27620"/>
                  </a:lnTo>
                  <a:cubicBezTo>
                    <a:pt x="163556" y="12456"/>
                    <a:pt x="189551" y="12456"/>
                    <a:pt x="206882" y="27620"/>
                  </a:cubicBezTo>
                  <a:cubicBezTo>
                    <a:pt x="222046" y="42784"/>
                    <a:pt x="222046" y="68780"/>
                    <a:pt x="206882" y="86110"/>
                  </a:cubicBezTo>
                  <a:lnTo>
                    <a:pt x="118063" y="172762"/>
                  </a:lnTo>
                  <a:lnTo>
                    <a:pt x="204715" y="261581"/>
                  </a:lnTo>
                  <a:cubicBezTo>
                    <a:pt x="219879" y="276745"/>
                    <a:pt x="219879" y="302740"/>
                    <a:pt x="204715" y="320071"/>
                  </a:cubicBezTo>
                  <a:cubicBezTo>
                    <a:pt x="191718" y="326570"/>
                    <a:pt x="180886" y="330902"/>
                    <a:pt x="172221" y="330902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6" name="Freeform: Shape 153">
              <a:extLst>
                <a:ext uri="{FF2B5EF4-FFF2-40B4-BE49-F238E27FC236}">
                  <a16:creationId xmlns:a16="http://schemas.microsoft.com/office/drawing/2014/main" id="{715EAB85-BE9E-43CB-B4E2-92397AD08B5D}"/>
                </a:ext>
              </a:extLst>
            </p:cNvPr>
            <p:cNvSpPr/>
            <p:nvPr/>
          </p:nvSpPr>
          <p:spPr>
            <a:xfrm>
              <a:off x="1737592" y="3355432"/>
              <a:ext cx="217434" cy="346608"/>
            </a:xfrm>
            <a:custGeom>
              <a:avLst/>
              <a:gdLst>
                <a:gd name="connsiteX0" fmla="*/ 170596 w 216630"/>
                <a:gd name="connsiteY0" fmla="*/ 333069 h 346608"/>
                <a:gd name="connsiteX1" fmla="*/ 142434 w 216630"/>
                <a:gd name="connsiteY1" fmla="*/ 320071 h 346608"/>
                <a:gd name="connsiteX2" fmla="*/ 27620 w 216630"/>
                <a:gd name="connsiteY2" fmla="*/ 200924 h 346608"/>
                <a:gd name="connsiteX3" fmla="*/ 27620 w 216630"/>
                <a:gd name="connsiteY3" fmla="*/ 142434 h 346608"/>
                <a:gd name="connsiteX4" fmla="*/ 146767 w 216630"/>
                <a:gd name="connsiteY4" fmla="*/ 27620 h 346608"/>
                <a:gd name="connsiteX5" fmla="*/ 205257 w 216630"/>
                <a:gd name="connsiteY5" fmla="*/ 27620 h 346608"/>
                <a:gd name="connsiteX6" fmla="*/ 205257 w 216630"/>
                <a:gd name="connsiteY6" fmla="*/ 86110 h 346608"/>
                <a:gd name="connsiteX7" fmla="*/ 116439 w 216630"/>
                <a:gd name="connsiteY7" fmla="*/ 172762 h 346608"/>
                <a:gd name="connsiteX8" fmla="*/ 203091 w 216630"/>
                <a:gd name="connsiteY8" fmla="*/ 261581 h 346608"/>
                <a:gd name="connsiteX9" fmla="*/ 203091 w 216630"/>
                <a:gd name="connsiteY9" fmla="*/ 320071 h 346608"/>
                <a:gd name="connsiteX10" fmla="*/ 170596 w 216630"/>
                <a:gd name="connsiteY10" fmla="*/ 333069 h 34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29" h="346608">
                  <a:moveTo>
                    <a:pt x="170596" y="333069"/>
                  </a:moveTo>
                  <a:cubicBezTo>
                    <a:pt x="159765" y="333069"/>
                    <a:pt x="148933" y="328736"/>
                    <a:pt x="142434" y="320071"/>
                  </a:cubicBezTo>
                  <a:lnTo>
                    <a:pt x="27620" y="200924"/>
                  </a:lnTo>
                  <a:cubicBezTo>
                    <a:pt x="12456" y="185760"/>
                    <a:pt x="12456" y="159765"/>
                    <a:pt x="27620" y="142434"/>
                  </a:cubicBezTo>
                  <a:lnTo>
                    <a:pt x="146767" y="27620"/>
                  </a:lnTo>
                  <a:cubicBezTo>
                    <a:pt x="161931" y="12456"/>
                    <a:pt x="187927" y="12456"/>
                    <a:pt x="205257" y="27620"/>
                  </a:cubicBezTo>
                  <a:cubicBezTo>
                    <a:pt x="220421" y="42784"/>
                    <a:pt x="220421" y="68780"/>
                    <a:pt x="205257" y="86110"/>
                  </a:cubicBezTo>
                  <a:lnTo>
                    <a:pt x="116439" y="172762"/>
                  </a:lnTo>
                  <a:lnTo>
                    <a:pt x="203091" y="261581"/>
                  </a:lnTo>
                  <a:cubicBezTo>
                    <a:pt x="218255" y="276745"/>
                    <a:pt x="218255" y="302740"/>
                    <a:pt x="203091" y="320071"/>
                  </a:cubicBezTo>
                  <a:cubicBezTo>
                    <a:pt x="192259" y="328736"/>
                    <a:pt x="181428" y="333069"/>
                    <a:pt x="170596" y="333069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7" name="Freeform: Shape 154">
              <a:extLst>
                <a:ext uri="{FF2B5EF4-FFF2-40B4-BE49-F238E27FC236}">
                  <a16:creationId xmlns:a16="http://schemas.microsoft.com/office/drawing/2014/main" id="{3C7A15D5-6E7D-4E5B-B1B4-D293CE09C42D}"/>
                </a:ext>
              </a:extLst>
            </p:cNvPr>
            <p:cNvSpPr/>
            <p:nvPr/>
          </p:nvSpPr>
          <p:spPr>
            <a:xfrm>
              <a:off x="1524919" y="3355431"/>
              <a:ext cx="215847" cy="324349"/>
            </a:xfrm>
            <a:custGeom>
              <a:avLst/>
              <a:gdLst>
                <a:gd name="connsiteX0" fmla="*/ 172221 w 216630"/>
                <a:gd name="connsiteY0" fmla="*/ 328736 h 324945"/>
                <a:gd name="connsiteX1" fmla="*/ 144059 w 216630"/>
                <a:gd name="connsiteY1" fmla="*/ 315738 h 324945"/>
                <a:gd name="connsiteX2" fmla="*/ 27079 w 216630"/>
                <a:gd name="connsiteY2" fmla="*/ 198758 h 324945"/>
                <a:gd name="connsiteX3" fmla="*/ 16247 w 216630"/>
                <a:gd name="connsiteY3" fmla="*/ 170596 h 324945"/>
                <a:gd name="connsiteX4" fmla="*/ 29245 w 216630"/>
                <a:gd name="connsiteY4" fmla="*/ 142434 h 324945"/>
                <a:gd name="connsiteX5" fmla="*/ 148392 w 216630"/>
                <a:gd name="connsiteY5" fmla="*/ 27620 h 324945"/>
                <a:gd name="connsiteX6" fmla="*/ 206882 w 216630"/>
                <a:gd name="connsiteY6" fmla="*/ 27620 h 324945"/>
                <a:gd name="connsiteX7" fmla="*/ 206882 w 216630"/>
                <a:gd name="connsiteY7" fmla="*/ 86110 h 324945"/>
                <a:gd name="connsiteX8" fmla="*/ 118063 w 216630"/>
                <a:gd name="connsiteY8" fmla="*/ 172762 h 324945"/>
                <a:gd name="connsiteX9" fmla="*/ 204715 w 216630"/>
                <a:gd name="connsiteY9" fmla="*/ 261581 h 324945"/>
                <a:gd name="connsiteX10" fmla="*/ 204715 w 216630"/>
                <a:gd name="connsiteY10" fmla="*/ 320071 h 324945"/>
                <a:gd name="connsiteX11" fmla="*/ 172221 w 216630"/>
                <a:gd name="connsiteY11" fmla="*/ 328736 h 32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629" h="324945">
                  <a:moveTo>
                    <a:pt x="172221" y="328736"/>
                  </a:moveTo>
                  <a:cubicBezTo>
                    <a:pt x="161389" y="328736"/>
                    <a:pt x="150558" y="324403"/>
                    <a:pt x="144059" y="315738"/>
                  </a:cubicBezTo>
                  <a:lnTo>
                    <a:pt x="27079" y="198758"/>
                  </a:lnTo>
                  <a:cubicBezTo>
                    <a:pt x="20580" y="190093"/>
                    <a:pt x="16247" y="181428"/>
                    <a:pt x="16247" y="170596"/>
                  </a:cubicBezTo>
                  <a:cubicBezTo>
                    <a:pt x="16247" y="159765"/>
                    <a:pt x="20580" y="148933"/>
                    <a:pt x="29245" y="142434"/>
                  </a:cubicBezTo>
                  <a:lnTo>
                    <a:pt x="148392" y="27620"/>
                  </a:lnTo>
                  <a:cubicBezTo>
                    <a:pt x="163556" y="12456"/>
                    <a:pt x="189551" y="12456"/>
                    <a:pt x="206882" y="27620"/>
                  </a:cubicBezTo>
                  <a:cubicBezTo>
                    <a:pt x="222046" y="42784"/>
                    <a:pt x="222046" y="68780"/>
                    <a:pt x="206882" y="86110"/>
                  </a:cubicBezTo>
                  <a:lnTo>
                    <a:pt x="118063" y="172762"/>
                  </a:lnTo>
                  <a:lnTo>
                    <a:pt x="204715" y="261581"/>
                  </a:lnTo>
                  <a:cubicBezTo>
                    <a:pt x="219879" y="276745"/>
                    <a:pt x="219879" y="302740"/>
                    <a:pt x="204715" y="320071"/>
                  </a:cubicBezTo>
                  <a:cubicBezTo>
                    <a:pt x="191718" y="326570"/>
                    <a:pt x="183052" y="328736"/>
                    <a:pt x="172221" y="328736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</p:grpSp>
      <p:sp>
        <p:nvSpPr>
          <p:cNvPr id="148" name="Oval 155">
            <a:extLst>
              <a:ext uri="{FF2B5EF4-FFF2-40B4-BE49-F238E27FC236}">
                <a16:creationId xmlns:a16="http://schemas.microsoft.com/office/drawing/2014/main" id="{A0E5E56E-C1F0-4EFC-99B5-447EF2881199}"/>
              </a:ext>
            </a:extLst>
          </p:cNvPr>
          <p:cNvSpPr/>
          <p:nvPr/>
        </p:nvSpPr>
        <p:spPr>
          <a:xfrm>
            <a:off x="6708775" y="1084263"/>
            <a:ext cx="184150" cy="193675"/>
          </a:xfrm>
          <a:prstGeom prst="ellipse">
            <a:avLst/>
          </a:prstGeom>
          <a:solidFill>
            <a:srgbClr val="FFFFFF">
              <a:alpha val="72157"/>
            </a:srgbClr>
          </a:solidFill>
          <a:ln w="317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0">
          <a:blip r:embed="rId5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AB8320D-AC7D-4638-9BCD-A8C54C4A9B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661275" y="3724275"/>
            <a:ext cx="4530725" cy="3167063"/>
          </a:xfrm>
          <a:custGeom>
            <a:avLst/>
            <a:gdLst>
              <a:gd name="connsiteX0" fmla="*/ 4530235 w 4530235"/>
              <a:gd name="connsiteY0" fmla="*/ 0 h 3166512"/>
              <a:gd name="connsiteX1" fmla="*/ 4530235 w 4530235"/>
              <a:gd name="connsiteY1" fmla="*/ 3166512 h 3166512"/>
              <a:gd name="connsiteX2" fmla="*/ 0 w 4530235"/>
              <a:gd name="connsiteY2" fmla="*/ 3166512 h 3166512"/>
              <a:gd name="connsiteX3" fmla="*/ 8629 w 4530235"/>
              <a:gd name="connsiteY3" fmla="*/ 3148262 h 3166512"/>
              <a:gd name="connsiteX4" fmla="*/ 897444 w 4530235"/>
              <a:gd name="connsiteY4" fmla="*/ 2027274 h 3166512"/>
              <a:gd name="connsiteX5" fmla="*/ 3172812 w 4530235"/>
              <a:gd name="connsiteY5" fmla="*/ 2059172 h 3166512"/>
              <a:gd name="connsiteX6" fmla="*/ 3342933 w 4530235"/>
              <a:gd name="connsiteY6" fmla="*/ 581246 h 3166512"/>
              <a:gd name="connsiteX7" fmla="*/ 4518022 w 4530235"/>
              <a:gd name="connsiteY7" fmla="*/ 2043 h 3166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0235" h="3166512">
                <a:moveTo>
                  <a:pt x="4530235" y="0"/>
                </a:moveTo>
                <a:lnTo>
                  <a:pt x="4530235" y="3166512"/>
                </a:lnTo>
                <a:lnTo>
                  <a:pt x="0" y="3166512"/>
                </a:lnTo>
                <a:lnTo>
                  <a:pt x="8629" y="3148262"/>
                </a:lnTo>
                <a:cubicBezTo>
                  <a:pt x="219065" y="2717837"/>
                  <a:pt x="543026" y="2202269"/>
                  <a:pt x="897444" y="2027274"/>
                </a:cubicBezTo>
                <a:cubicBezTo>
                  <a:pt x="1464514" y="1747283"/>
                  <a:pt x="2765231" y="2300177"/>
                  <a:pt x="3172812" y="2059172"/>
                </a:cubicBezTo>
                <a:cubicBezTo>
                  <a:pt x="3580393" y="1818167"/>
                  <a:pt x="3071803" y="926804"/>
                  <a:pt x="3342933" y="581246"/>
                </a:cubicBezTo>
                <a:cubicBezTo>
                  <a:pt x="3549457" y="318029"/>
                  <a:pt x="4135386" y="76402"/>
                  <a:pt x="4518022" y="2043"/>
                </a:cubicBezTo>
                <a:close/>
              </a:path>
            </a:pathLst>
          </a:custGeom>
          <a:solidFill>
            <a:srgbClr val="FFFFFF">
              <a:alpha val="16078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3" name="Rectangle: Rounded Corners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133138" y="1925638"/>
            <a:ext cx="914400" cy="267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4" name="Rectangle: Rounded Corners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754063" y="1277938"/>
            <a:ext cx="369887" cy="22955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F8">
                  <a:alpha val="72156"/>
                </a:srgbClr>
              </a:gs>
              <a:gs pos="32999">
                <a:srgbClr val="FFF1F8">
                  <a:alpha val="48345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80000">
            <a:off x="6819900" y="347663"/>
            <a:ext cx="4465638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26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60338" y="163513"/>
            <a:ext cx="2781300" cy="2281237"/>
            <a:chOff x="160070" y="163202"/>
            <a:chExt cx="2781298" cy="228119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EA02ADF-1D81-4CE7-9E6C-C1632E3DFBB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60070" y="163202"/>
              <a:ext cx="139700" cy="141284"/>
            </a:xfrm>
            <a:custGeom>
              <a:avLst/>
              <a:gdLst>
                <a:gd name="connsiteX0" fmla="*/ 53340 w 76200"/>
                <a:gd name="connsiteY0" fmla="*/ 11081 h 76200"/>
                <a:gd name="connsiteX1" fmla="*/ 42863 w 76200"/>
                <a:gd name="connsiteY1" fmla="*/ 22511 h 76200"/>
                <a:gd name="connsiteX2" fmla="*/ 32385 w 76200"/>
                <a:gd name="connsiteY2" fmla="*/ 11081 h 76200"/>
                <a:gd name="connsiteX3" fmla="*/ 11430 w 76200"/>
                <a:gd name="connsiteY3" fmla="*/ 11081 h 76200"/>
                <a:gd name="connsiteX4" fmla="*/ 11430 w 76200"/>
                <a:gd name="connsiteY4" fmla="*/ 31083 h 76200"/>
                <a:gd name="connsiteX5" fmla="*/ 21908 w 76200"/>
                <a:gd name="connsiteY5" fmla="*/ 41561 h 76200"/>
                <a:gd name="connsiteX6" fmla="*/ 11430 w 76200"/>
                <a:gd name="connsiteY6" fmla="*/ 52991 h 76200"/>
                <a:gd name="connsiteX7" fmla="*/ 11430 w 76200"/>
                <a:gd name="connsiteY7" fmla="*/ 72993 h 76200"/>
                <a:gd name="connsiteX8" fmla="*/ 32385 w 76200"/>
                <a:gd name="connsiteY8" fmla="*/ 73946 h 76200"/>
                <a:gd name="connsiteX9" fmla="*/ 42863 w 76200"/>
                <a:gd name="connsiteY9" fmla="*/ 63468 h 76200"/>
                <a:gd name="connsiteX10" fmla="*/ 53340 w 76200"/>
                <a:gd name="connsiteY10" fmla="*/ 73946 h 76200"/>
                <a:gd name="connsiteX11" fmla="*/ 74295 w 76200"/>
                <a:gd name="connsiteY11" fmla="*/ 73946 h 76200"/>
                <a:gd name="connsiteX12" fmla="*/ 74295 w 76200"/>
                <a:gd name="connsiteY12" fmla="*/ 53943 h 76200"/>
                <a:gd name="connsiteX13" fmla="*/ 63818 w 76200"/>
                <a:gd name="connsiteY13" fmla="*/ 42513 h 76200"/>
                <a:gd name="connsiteX14" fmla="*/ 74295 w 76200"/>
                <a:gd name="connsiteY14" fmla="*/ 32036 h 76200"/>
                <a:gd name="connsiteX15" fmla="*/ 74295 w 76200"/>
                <a:gd name="connsiteY15" fmla="*/ 11081 h 76200"/>
                <a:gd name="connsiteX16" fmla="*/ 53340 w 76200"/>
                <a:gd name="connsiteY16" fmla="*/ 110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081"/>
                  </a:moveTo>
                  <a:lnTo>
                    <a:pt x="42863" y="22511"/>
                  </a:lnTo>
                  <a:lnTo>
                    <a:pt x="32385" y="11081"/>
                  </a:lnTo>
                  <a:cubicBezTo>
                    <a:pt x="26670" y="6318"/>
                    <a:pt x="17145" y="6318"/>
                    <a:pt x="11430" y="11081"/>
                  </a:cubicBezTo>
                  <a:cubicBezTo>
                    <a:pt x="5715" y="15843"/>
                    <a:pt x="5715" y="26321"/>
                    <a:pt x="11430" y="31083"/>
                  </a:cubicBezTo>
                  <a:lnTo>
                    <a:pt x="21908" y="41561"/>
                  </a:lnTo>
                  <a:lnTo>
                    <a:pt x="11430" y="52991"/>
                  </a:lnTo>
                  <a:cubicBezTo>
                    <a:pt x="5715" y="58706"/>
                    <a:pt x="5715" y="68231"/>
                    <a:pt x="11430" y="72993"/>
                  </a:cubicBezTo>
                  <a:cubicBezTo>
                    <a:pt x="17145" y="77756"/>
                    <a:pt x="26670" y="79661"/>
                    <a:pt x="32385" y="73946"/>
                  </a:cubicBezTo>
                  <a:lnTo>
                    <a:pt x="42863" y="63468"/>
                  </a:lnTo>
                  <a:lnTo>
                    <a:pt x="53340" y="73946"/>
                  </a:lnTo>
                  <a:cubicBezTo>
                    <a:pt x="59055" y="79661"/>
                    <a:pt x="68580" y="79661"/>
                    <a:pt x="74295" y="73946"/>
                  </a:cubicBezTo>
                  <a:cubicBezTo>
                    <a:pt x="80010" y="68231"/>
                    <a:pt x="80010" y="58706"/>
                    <a:pt x="74295" y="53943"/>
                  </a:cubicBezTo>
                  <a:lnTo>
                    <a:pt x="63818" y="42513"/>
                  </a:lnTo>
                  <a:lnTo>
                    <a:pt x="74295" y="32036"/>
                  </a:lnTo>
                  <a:cubicBezTo>
                    <a:pt x="80010" y="26321"/>
                    <a:pt x="80010" y="16796"/>
                    <a:pt x="74295" y="11081"/>
                  </a:cubicBezTo>
                  <a:cubicBezTo>
                    <a:pt x="68580" y="5366"/>
                    <a:pt x="59055" y="6318"/>
                    <a:pt x="53340" y="1108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55A8FA7-1BF5-4389-9939-3A14DE988BF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91857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F910FD5-9DDB-460D-A029-F1F274130EE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22057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3342 w 76200"/>
                <a:gd name="connsiteY11" fmla="*/ 74295 h 76200"/>
                <a:gd name="connsiteX12" fmla="*/ 73342 w 76200"/>
                <a:gd name="connsiteY12" fmla="*/ 54293 h 76200"/>
                <a:gd name="connsiteX13" fmla="*/ 62865 w 76200"/>
                <a:gd name="connsiteY13" fmla="*/ 43815 h 76200"/>
                <a:gd name="connsiteX14" fmla="*/ 73342 w 76200"/>
                <a:gd name="connsiteY14" fmla="*/ 33338 h 76200"/>
                <a:gd name="connsiteX15" fmla="*/ 73342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3342" y="74295"/>
                  </a:cubicBezTo>
                  <a:cubicBezTo>
                    <a:pt x="79058" y="68580"/>
                    <a:pt x="79058" y="59055"/>
                    <a:pt x="73342" y="54293"/>
                  </a:cubicBezTo>
                  <a:lnTo>
                    <a:pt x="62865" y="43815"/>
                  </a:lnTo>
                  <a:lnTo>
                    <a:pt x="73342" y="33338"/>
                  </a:lnTo>
                  <a:cubicBezTo>
                    <a:pt x="79058" y="27623"/>
                    <a:pt x="79058" y="18098"/>
                    <a:pt x="73342" y="13335"/>
                  </a:cubicBezTo>
                  <a:cubicBezTo>
                    <a:pt x="67628" y="6668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34650AE-2BEB-4C40-8110-FC7B379FE63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52256" y="163202"/>
              <a:ext cx="139700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2863 h 76200"/>
                <a:gd name="connsiteX6" fmla="*/ 11430 w 76200"/>
                <a:gd name="connsiteY6" fmla="*/ 53340 h 76200"/>
                <a:gd name="connsiteX7" fmla="*/ 11430 w 76200"/>
                <a:gd name="connsiteY7" fmla="*/ 73343 h 76200"/>
                <a:gd name="connsiteX8" fmla="*/ 31433 w 76200"/>
                <a:gd name="connsiteY8" fmla="*/ 73343 h 76200"/>
                <a:gd name="connsiteX9" fmla="*/ 41910 w 76200"/>
                <a:gd name="connsiteY9" fmla="*/ 62865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2863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3"/>
                  </a:cubicBezTo>
                  <a:cubicBezTo>
                    <a:pt x="17145" y="78105"/>
                    <a:pt x="26670" y="79058"/>
                    <a:pt x="31433" y="73343"/>
                  </a:cubicBezTo>
                  <a:lnTo>
                    <a:pt x="41910" y="62865"/>
                  </a:lnTo>
                  <a:lnTo>
                    <a:pt x="52388" y="74295"/>
                  </a:lnTo>
                  <a:cubicBezTo>
                    <a:pt x="58102" y="80010"/>
                    <a:pt x="67627" y="80010"/>
                    <a:pt x="72390" y="74295"/>
                  </a:cubicBezTo>
                  <a:cubicBezTo>
                    <a:pt x="78105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9058" y="26670"/>
                    <a:pt x="79058" y="17145"/>
                    <a:pt x="73343" y="11430"/>
                  </a:cubicBezTo>
                  <a:cubicBezTo>
                    <a:pt x="67627" y="6668"/>
                    <a:pt x="58102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423845-143A-4FBE-B6B8-671BE90244A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480869" y="163202"/>
              <a:ext cx="141287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8103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3E2B03-EEC2-4C21-BC78-E0D63BB357B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812656" y="163202"/>
              <a:ext cx="141288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4295 h 76200"/>
                <a:gd name="connsiteX11" fmla="*/ 72390 w 76200"/>
                <a:gd name="connsiteY11" fmla="*/ 74295 h 76200"/>
                <a:gd name="connsiteX12" fmla="*/ 72390 w 76200"/>
                <a:gd name="connsiteY12" fmla="*/ 54293 h 76200"/>
                <a:gd name="connsiteX13" fmla="*/ 61913 w 76200"/>
                <a:gd name="connsiteY13" fmla="*/ 43815 h 76200"/>
                <a:gd name="connsiteX14" fmla="*/ 72390 w 76200"/>
                <a:gd name="connsiteY14" fmla="*/ 33338 h 76200"/>
                <a:gd name="connsiteX15" fmla="*/ 72390 w 76200"/>
                <a:gd name="connsiteY15" fmla="*/ 13335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4295"/>
                  </a:lnTo>
                  <a:cubicBezTo>
                    <a:pt x="58103" y="80010"/>
                    <a:pt x="67628" y="80010"/>
                    <a:pt x="72390" y="74295"/>
                  </a:cubicBezTo>
                  <a:cubicBezTo>
                    <a:pt x="77153" y="68580"/>
                    <a:pt x="78105" y="59055"/>
                    <a:pt x="72390" y="54293"/>
                  </a:cubicBezTo>
                  <a:lnTo>
                    <a:pt x="61913" y="43815"/>
                  </a:lnTo>
                  <a:lnTo>
                    <a:pt x="72390" y="33338"/>
                  </a:lnTo>
                  <a:cubicBezTo>
                    <a:pt x="78105" y="27623"/>
                    <a:pt x="78105" y="18098"/>
                    <a:pt x="72390" y="13335"/>
                  </a:cubicBezTo>
                  <a:cubicBezTo>
                    <a:pt x="66675" y="8573"/>
                    <a:pt x="57150" y="6668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27ED11A-3D80-4423-945F-AB6003CF736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142856" y="163202"/>
              <a:ext cx="139700" cy="139697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6668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F2C45E2-1C06-4DE8-8234-D8C0B136783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2473055" y="163202"/>
              <a:ext cx="139700" cy="139697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6668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DC97446-20FD-4A1C-883A-D940E882026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2801668" y="163202"/>
              <a:ext cx="139700" cy="139697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2862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2862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6668"/>
                    <a:pt x="59055" y="6668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CA4020-0BD8-4258-B52A-4C55029D27B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61657" y="431483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3343 w 76200"/>
                <a:gd name="connsiteY14" fmla="*/ 31432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3343" y="31432"/>
                  </a:lnTo>
                  <a:cubicBezTo>
                    <a:pt x="79058" y="25718"/>
                    <a:pt x="79058" y="16193"/>
                    <a:pt x="73343" y="11430"/>
                  </a:cubicBezTo>
                  <a:cubicBezTo>
                    <a:pt x="67628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2D3ACEC-21B3-463C-B704-35F7BFA87E0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91857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75EF93-03FF-42B8-8EC6-4360FC67F4D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22057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BB18D5-4971-47A5-B86F-1BAA9754D42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52256" y="431483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0D4A6F-899A-4E63-95E2-566711197DB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480869" y="431483"/>
              <a:ext cx="141287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DA7520-D18D-40A6-B0ED-CB96839131D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812656" y="431483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7"/>
                    <a:pt x="57150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C7E147-8BED-4016-880B-624D3CF7BE1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142856" y="431483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2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2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9D9FCD3-DC59-45F7-995B-629D79C7E33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2473055" y="431483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2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2" y="41910"/>
                  </a:lnTo>
                  <a:lnTo>
                    <a:pt x="72390" y="31432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D78CB29-D43C-449B-A296-EF0BC073F45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61657" y="698178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3343 w 76200"/>
                <a:gd name="connsiteY11" fmla="*/ 74295 h 76200"/>
                <a:gd name="connsiteX12" fmla="*/ 73343 w 76200"/>
                <a:gd name="connsiteY12" fmla="*/ 54293 h 76200"/>
                <a:gd name="connsiteX13" fmla="*/ 62865 w 76200"/>
                <a:gd name="connsiteY13" fmla="*/ 43815 h 76200"/>
                <a:gd name="connsiteX14" fmla="*/ 73343 w 76200"/>
                <a:gd name="connsiteY14" fmla="*/ 32385 h 76200"/>
                <a:gd name="connsiteX15" fmla="*/ 73343 w 76200"/>
                <a:gd name="connsiteY15" fmla="*/ 12383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9058"/>
                    <a:pt x="67628" y="79058"/>
                    <a:pt x="73343" y="74295"/>
                  </a:cubicBezTo>
                  <a:cubicBezTo>
                    <a:pt x="79058" y="69533"/>
                    <a:pt x="79058" y="59055"/>
                    <a:pt x="73343" y="54293"/>
                  </a:cubicBezTo>
                  <a:lnTo>
                    <a:pt x="62865" y="43815"/>
                  </a:lnTo>
                  <a:lnTo>
                    <a:pt x="73343" y="32385"/>
                  </a:lnTo>
                  <a:cubicBezTo>
                    <a:pt x="79058" y="26670"/>
                    <a:pt x="79058" y="17145"/>
                    <a:pt x="73343" y="12383"/>
                  </a:cubicBezTo>
                  <a:cubicBezTo>
                    <a:pt x="67628" y="7620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7A51556-F275-41B9-B7AB-AD95D93CE90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91857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79F6794-5F95-4530-B3CC-E27969A8686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22057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B9BB1C-AE6D-4CDE-8628-04854A9E9B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52256" y="698178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7153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28F9503-7195-4FEF-9483-29E9944FCF4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480869" y="698178"/>
              <a:ext cx="141287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0039522-0398-40F0-A6EB-8E80021E54E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811069" y="698178"/>
              <a:ext cx="141287" cy="141285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C3B123A-68AD-43AE-A2A3-E34E25751E7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2142856" y="698178"/>
              <a:ext cx="139700" cy="141285"/>
            </a:xfrm>
            <a:custGeom>
              <a:avLst/>
              <a:gdLst>
                <a:gd name="connsiteX0" fmla="*/ 52387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7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2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7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7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7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2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5715"/>
                    <a:pt x="58103" y="5715"/>
                    <a:pt x="52387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A4EB56-88A2-492A-8E8A-3E7CBC870EE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61657" y="966460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3343 w 76200"/>
                <a:gd name="connsiteY14" fmla="*/ 31433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3343" y="31433"/>
                  </a:lnTo>
                  <a:cubicBezTo>
                    <a:pt x="79058" y="25718"/>
                    <a:pt x="79058" y="16193"/>
                    <a:pt x="73343" y="11430"/>
                  </a:cubicBezTo>
                  <a:cubicBezTo>
                    <a:pt x="67628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406DC6-6BEC-4F8A-B6DA-D6746779175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91857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C090CD9-7F44-4E1E-A5E6-7C9D73F2B3EC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22057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C162162-A7FE-4E0A-AE90-59A24443B5C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52256" y="966460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7152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FBF192-1210-4FAE-9E74-EF3128D6990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480869" y="966460"/>
              <a:ext cx="141287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88CBDF8-4885-4020-B07E-CB63AB407AA3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812656" y="966460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2"/>
                    <a:pt x="5715" y="67627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7153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7150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6396C75-06A7-4F05-A308-4E2C2495ED3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61657" y="1233155"/>
              <a:ext cx="141288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3343 w 76200"/>
                <a:gd name="connsiteY14" fmla="*/ 32385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3343" y="32385"/>
                  </a:lnTo>
                  <a:cubicBezTo>
                    <a:pt x="79058" y="26670"/>
                    <a:pt x="79058" y="17145"/>
                    <a:pt x="73343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7AD002B-4F4E-43A5-B89B-F6220B74A0B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91857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ED4FA43-A874-45BD-91E5-E1F77859890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22057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C5DB293-7587-4645-9AEF-58476DF61CE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52256" y="1233155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2" y="78105"/>
                    <a:pt x="67627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7627" y="5715"/>
                    <a:pt x="58102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BA9DE51-984F-4A79-9F8E-CEF9DDA90E5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480869" y="1233155"/>
              <a:ext cx="141287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8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3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3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8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3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3"/>
                  </a:lnTo>
                  <a:cubicBezTo>
                    <a:pt x="78105" y="25718"/>
                    <a:pt x="78105" y="16193"/>
                    <a:pt x="72390" y="11430"/>
                  </a:cubicBezTo>
                  <a:cubicBezTo>
                    <a:pt x="66675" y="6668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519A54E-0D18-458C-92C0-E2C2B751C23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60070" y="1499849"/>
              <a:ext cx="139700" cy="141284"/>
            </a:xfrm>
            <a:custGeom>
              <a:avLst/>
              <a:gdLst>
                <a:gd name="connsiteX0" fmla="*/ 53340 w 76200"/>
                <a:gd name="connsiteY0" fmla="*/ 11430 h 76200"/>
                <a:gd name="connsiteX1" fmla="*/ 42863 w 76200"/>
                <a:gd name="connsiteY1" fmla="*/ 21907 h 76200"/>
                <a:gd name="connsiteX2" fmla="*/ 32385 w 76200"/>
                <a:gd name="connsiteY2" fmla="*/ 11430 h 76200"/>
                <a:gd name="connsiteX3" fmla="*/ 12383 w 76200"/>
                <a:gd name="connsiteY3" fmla="*/ 11430 h 76200"/>
                <a:gd name="connsiteX4" fmla="*/ 12383 w 76200"/>
                <a:gd name="connsiteY4" fmla="*/ 31432 h 76200"/>
                <a:gd name="connsiteX5" fmla="*/ 22860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4295 w 76200"/>
                <a:gd name="connsiteY14" fmla="*/ 32385 h 76200"/>
                <a:gd name="connsiteX15" fmla="*/ 74295 w 76200"/>
                <a:gd name="connsiteY15" fmla="*/ 12382 h 76200"/>
                <a:gd name="connsiteX16" fmla="*/ 53340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3340" y="11430"/>
                  </a:moveTo>
                  <a:lnTo>
                    <a:pt x="42863" y="21907"/>
                  </a:lnTo>
                  <a:lnTo>
                    <a:pt x="32385" y="11430"/>
                  </a:lnTo>
                  <a:cubicBezTo>
                    <a:pt x="26670" y="5715"/>
                    <a:pt x="17145" y="5715"/>
                    <a:pt x="12383" y="11430"/>
                  </a:cubicBezTo>
                  <a:cubicBezTo>
                    <a:pt x="7620" y="17145"/>
                    <a:pt x="6668" y="26670"/>
                    <a:pt x="12383" y="31432"/>
                  </a:cubicBezTo>
                  <a:lnTo>
                    <a:pt x="22860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4295" y="32385"/>
                  </a:lnTo>
                  <a:cubicBezTo>
                    <a:pt x="80010" y="26670"/>
                    <a:pt x="80010" y="17145"/>
                    <a:pt x="74295" y="12382"/>
                  </a:cubicBezTo>
                  <a:cubicBezTo>
                    <a:pt x="68580" y="7620"/>
                    <a:pt x="59055" y="6667"/>
                    <a:pt x="53340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C342986-FB2B-4308-9BE8-2763826E88B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491857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2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2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6675" y="7620"/>
                    <a:pt x="58103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81B7D91-59E8-4C46-9BAD-D8AA7077069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22057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7628" y="6667"/>
                    <a:pt x="58103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5E24010-BE56-47B7-8CDD-6B4766F48AC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52256" y="1499849"/>
              <a:ext cx="139700" cy="141284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3340 h 76200"/>
                <a:gd name="connsiteX7" fmla="*/ 11430 w 76200"/>
                <a:gd name="connsiteY7" fmla="*/ 73342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2390 w 76200"/>
                <a:gd name="connsiteY11" fmla="*/ 73342 h 76200"/>
                <a:gd name="connsiteX12" fmla="*/ 72390 w 76200"/>
                <a:gd name="connsiteY12" fmla="*/ 53340 h 76200"/>
                <a:gd name="connsiteX13" fmla="*/ 61913 w 76200"/>
                <a:gd name="connsiteY13" fmla="*/ 42863 h 76200"/>
                <a:gd name="connsiteX14" fmla="*/ 72390 w 76200"/>
                <a:gd name="connsiteY14" fmla="*/ 32385 h 76200"/>
                <a:gd name="connsiteX15" fmla="*/ 72390 w 76200"/>
                <a:gd name="connsiteY15" fmla="*/ 12382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3340"/>
                  </a:lnTo>
                  <a:cubicBezTo>
                    <a:pt x="5715" y="59055"/>
                    <a:pt x="5715" y="68580"/>
                    <a:pt x="11430" y="73342"/>
                  </a:cubicBezTo>
                  <a:cubicBezTo>
                    <a:pt x="17145" y="79057"/>
                    <a:pt x="26670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2" y="79057"/>
                    <a:pt x="67627" y="79057"/>
                    <a:pt x="72390" y="73342"/>
                  </a:cubicBezTo>
                  <a:cubicBezTo>
                    <a:pt x="78105" y="67628"/>
                    <a:pt x="78105" y="58103"/>
                    <a:pt x="72390" y="53340"/>
                  </a:cubicBezTo>
                  <a:lnTo>
                    <a:pt x="61913" y="42863"/>
                  </a:lnTo>
                  <a:lnTo>
                    <a:pt x="72390" y="32385"/>
                  </a:lnTo>
                  <a:cubicBezTo>
                    <a:pt x="78105" y="26670"/>
                    <a:pt x="78105" y="17145"/>
                    <a:pt x="72390" y="12382"/>
                  </a:cubicBezTo>
                  <a:cubicBezTo>
                    <a:pt x="67627" y="6667"/>
                    <a:pt x="58102" y="6667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4B21AF-B9BA-4552-BF7E-BCE2CC4D7DF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61657" y="1768131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3342 h 76200"/>
                <a:gd name="connsiteX9" fmla="*/ 41910 w 76200"/>
                <a:gd name="connsiteY9" fmla="*/ 62865 h 76200"/>
                <a:gd name="connsiteX10" fmla="*/ 52388 w 76200"/>
                <a:gd name="connsiteY10" fmla="*/ 73342 h 76200"/>
                <a:gd name="connsiteX11" fmla="*/ 73343 w 76200"/>
                <a:gd name="connsiteY11" fmla="*/ 73342 h 76200"/>
                <a:gd name="connsiteX12" fmla="*/ 73343 w 76200"/>
                <a:gd name="connsiteY12" fmla="*/ 53340 h 76200"/>
                <a:gd name="connsiteX13" fmla="*/ 62865 w 76200"/>
                <a:gd name="connsiteY13" fmla="*/ 42862 h 76200"/>
                <a:gd name="connsiteX14" fmla="*/ 73343 w 76200"/>
                <a:gd name="connsiteY14" fmla="*/ 31432 h 76200"/>
                <a:gd name="connsiteX15" fmla="*/ 73343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6193" y="79057"/>
                    <a:pt x="25718" y="79057"/>
                    <a:pt x="31433" y="73342"/>
                  </a:cubicBezTo>
                  <a:lnTo>
                    <a:pt x="41910" y="62865"/>
                  </a:lnTo>
                  <a:lnTo>
                    <a:pt x="52388" y="73342"/>
                  </a:lnTo>
                  <a:cubicBezTo>
                    <a:pt x="58103" y="79057"/>
                    <a:pt x="67628" y="79057"/>
                    <a:pt x="73343" y="73342"/>
                  </a:cubicBezTo>
                  <a:cubicBezTo>
                    <a:pt x="79058" y="67628"/>
                    <a:pt x="79058" y="58103"/>
                    <a:pt x="73343" y="53340"/>
                  </a:cubicBezTo>
                  <a:lnTo>
                    <a:pt x="62865" y="42862"/>
                  </a:lnTo>
                  <a:lnTo>
                    <a:pt x="73343" y="31432"/>
                  </a:lnTo>
                  <a:cubicBezTo>
                    <a:pt x="79058" y="25717"/>
                    <a:pt x="79058" y="16192"/>
                    <a:pt x="73343" y="11430"/>
                  </a:cubicBezTo>
                  <a:cubicBezTo>
                    <a:pt x="67628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9A9448A-4801-4833-8E41-28A19B0D1ED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91857" y="1768131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9F66193-EC7F-4631-B358-6EC16C4981E7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22057" y="1768131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6667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7628" y="5715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4108E96-8B12-472B-B9EC-17070A8B4DB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61657" y="2034825"/>
              <a:ext cx="141288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C0CCF07-117E-4D6B-9254-F4C4CED3B5C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91857" y="2034825"/>
              <a:ext cx="139700" cy="141285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2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7 w 76200"/>
                <a:gd name="connsiteY5" fmla="*/ 41910 h 76200"/>
                <a:gd name="connsiteX6" fmla="*/ 11430 w 76200"/>
                <a:gd name="connsiteY6" fmla="*/ 52388 h 76200"/>
                <a:gd name="connsiteX7" fmla="*/ 11430 w 76200"/>
                <a:gd name="connsiteY7" fmla="*/ 72390 h 76200"/>
                <a:gd name="connsiteX8" fmla="*/ 31432 w 76200"/>
                <a:gd name="connsiteY8" fmla="*/ 72390 h 76200"/>
                <a:gd name="connsiteX9" fmla="*/ 41910 w 76200"/>
                <a:gd name="connsiteY9" fmla="*/ 61913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8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2" y="11430"/>
                  </a:lnTo>
                  <a:cubicBezTo>
                    <a:pt x="25717" y="5715"/>
                    <a:pt x="16192" y="5715"/>
                    <a:pt x="11430" y="11430"/>
                  </a:cubicBezTo>
                  <a:cubicBezTo>
                    <a:pt x="5715" y="17145"/>
                    <a:pt x="5715" y="26670"/>
                    <a:pt x="11430" y="31432"/>
                  </a:cubicBezTo>
                  <a:lnTo>
                    <a:pt x="21907" y="41910"/>
                  </a:lnTo>
                  <a:lnTo>
                    <a:pt x="11430" y="52388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2" y="72390"/>
                  </a:cubicBezTo>
                  <a:lnTo>
                    <a:pt x="41910" y="61913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8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9A95C8-96D8-45BC-ADCE-EE00F4D3A5C7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61657" y="2304695"/>
              <a:ext cx="141288" cy="139697"/>
            </a:xfrm>
            <a:custGeom>
              <a:avLst/>
              <a:gdLst>
                <a:gd name="connsiteX0" fmla="*/ 52388 w 76200"/>
                <a:gd name="connsiteY0" fmla="*/ 11430 h 76200"/>
                <a:gd name="connsiteX1" fmla="*/ 41910 w 76200"/>
                <a:gd name="connsiteY1" fmla="*/ 21907 h 76200"/>
                <a:gd name="connsiteX2" fmla="*/ 31433 w 76200"/>
                <a:gd name="connsiteY2" fmla="*/ 11430 h 76200"/>
                <a:gd name="connsiteX3" fmla="*/ 11430 w 76200"/>
                <a:gd name="connsiteY3" fmla="*/ 11430 h 76200"/>
                <a:gd name="connsiteX4" fmla="*/ 11430 w 76200"/>
                <a:gd name="connsiteY4" fmla="*/ 31432 h 76200"/>
                <a:gd name="connsiteX5" fmla="*/ 21908 w 76200"/>
                <a:gd name="connsiteY5" fmla="*/ 41910 h 76200"/>
                <a:gd name="connsiteX6" fmla="*/ 11430 w 76200"/>
                <a:gd name="connsiteY6" fmla="*/ 52387 h 76200"/>
                <a:gd name="connsiteX7" fmla="*/ 11430 w 76200"/>
                <a:gd name="connsiteY7" fmla="*/ 72390 h 76200"/>
                <a:gd name="connsiteX8" fmla="*/ 31433 w 76200"/>
                <a:gd name="connsiteY8" fmla="*/ 72390 h 76200"/>
                <a:gd name="connsiteX9" fmla="*/ 41910 w 76200"/>
                <a:gd name="connsiteY9" fmla="*/ 61912 h 76200"/>
                <a:gd name="connsiteX10" fmla="*/ 52388 w 76200"/>
                <a:gd name="connsiteY10" fmla="*/ 72390 h 76200"/>
                <a:gd name="connsiteX11" fmla="*/ 72390 w 76200"/>
                <a:gd name="connsiteY11" fmla="*/ 72390 h 76200"/>
                <a:gd name="connsiteX12" fmla="*/ 72390 w 76200"/>
                <a:gd name="connsiteY12" fmla="*/ 52387 h 76200"/>
                <a:gd name="connsiteX13" fmla="*/ 61913 w 76200"/>
                <a:gd name="connsiteY13" fmla="*/ 41910 h 76200"/>
                <a:gd name="connsiteX14" fmla="*/ 72390 w 76200"/>
                <a:gd name="connsiteY14" fmla="*/ 31432 h 76200"/>
                <a:gd name="connsiteX15" fmla="*/ 72390 w 76200"/>
                <a:gd name="connsiteY15" fmla="*/ 11430 h 76200"/>
                <a:gd name="connsiteX16" fmla="*/ 52388 w 76200"/>
                <a:gd name="connsiteY16" fmla="*/ 114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0" h="76200">
                  <a:moveTo>
                    <a:pt x="52388" y="11430"/>
                  </a:moveTo>
                  <a:lnTo>
                    <a:pt x="41910" y="21907"/>
                  </a:lnTo>
                  <a:lnTo>
                    <a:pt x="31433" y="11430"/>
                  </a:lnTo>
                  <a:cubicBezTo>
                    <a:pt x="25718" y="5715"/>
                    <a:pt x="16193" y="5715"/>
                    <a:pt x="11430" y="11430"/>
                  </a:cubicBezTo>
                  <a:cubicBezTo>
                    <a:pt x="6668" y="17145"/>
                    <a:pt x="5715" y="26670"/>
                    <a:pt x="11430" y="31432"/>
                  </a:cubicBezTo>
                  <a:lnTo>
                    <a:pt x="21908" y="41910"/>
                  </a:lnTo>
                  <a:lnTo>
                    <a:pt x="11430" y="52387"/>
                  </a:lnTo>
                  <a:cubicBezTo>
                    <a:pt x="5715" y="58103"/>
                    <a:pt x="5715" y="67628"/>
                    <a:pt x="11430" y="72390"/>
                  </a:cubicBezTo>
                  <a:cubicBezTo>
                    <a:pt x="17145" y="78105"/>
                    <a:pt x="26670" y="78105"/>
                    <a:pt x="31433" y="72390"/>
                  </a:cubicBezTo>
                  <a:lnTo>
                    <a:pt x="41910" y="61912"/>
                  </a:lnTo>
                  <a:lnTo>
                    <a:pt x="52388" y="72390"/>
                  </a:lnTo>
                  <a:cubicBezTo>
                    <a:pt x="58103" y="78105"/>
                    <a:pt x="67628" y="78105"/>
                    <a:pt x="72390" y="72390"/>
                  </a:cubicBezTo>
                  <a:cubicBezTo>
                    <a:pt x="78105" y="66675"/>
                    <a:pt x="78105" y="57150"/>
                    <a:pt x="72390" y="52387"/>
                  </a:cubicBezTo>
                  <a:lnTo>
                    <a:pt x="61913" y="41910"/>
                  </a:lnTo>
                  <a:lnTo>
                    <a:pt x="72390" y="31432"/>
                  </a:lnTo>
                  <a:cubicBezTo>
                    <a:pt x="78105" y="25717"/>
                    <a:pt x="78105" y="16192"/>
                    <a:pt x="72390" y="11430"/>
                  </a:cubicBezTo>
                  <a:cubicBezTo>
                    <a:pt x="66675" y="6667"/>
                    <a:pt x="58103" y="5715"/>
                    <a:pt x="52388" y="1143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defTabSz="914286" fontAlgn="auto"/>
              <a:endParaRPr lang="en-US"/>
            </a:p>
          </p:txBody>
        </p:sp>
      </p:grpSp>
      <p:sp>
        <p:nvSpPr>
          <p:cNvPr id="52" name="Cross 5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">
            <a:off x="2008188" y="4110038"/>
            <a:ext cx="295275" cy="295275"/>
          </a:xfrm>
          <a:prstGeom prst="plus">
            <a:avLst>
              <a:gd name="adj" fmla="val 43778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53" name="Isosceles Triangle 5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2000000">
            <a:off x="4281488" y="5743575"/>
            <a:ext cx="250825" cy="215900"/>
          </a:xfrm>
          <a:prstGeom prst="triangle">
            <a:avLst>
              <a:gd name="adj" fmla="val 50000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17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54" name="Cross 5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620000">
            <a:off x="11122025" y="563563"/>
            <a:ext cx="295275" cy="295275"/>
          </a:xfrm>
          <a:prstGeom prst="plus">
            <a:avLst>
              <a:gd name="adj" fmla="val 43778"/>
            </a:avLst>
          </a:prstGeom>
          <a:solidFill>
            <a:srgbClr val="FFFFFF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CA4B16-9B51-4E4B-B3CC-CB824F95F0C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12816686">
            <a:off x="1728788" y="2171700"/>
            <a:ext cx="355600" cy="544513"/>
          </a:xfrm>
          <a:custGeom>
            <a:avLst/>
            <a:gdLst>
              <a:gd name="connsiteX0" fmla="*/ 345263 w 354855"/>
              <a:gd name="connsiteY0" fmla="*/ 315279 h 544956"/>
              <a:gd name="connsiteX1" fmla="*/ 219796 w 354855"/>
              <a:gd name="connsiteY1" fmla="*/ 31395 h 544956"/>
              <a:gd name="connsiteX2" fmla="*/ 43636 w 354855"/>
              <a:gd name="connsiteY2" fmla="*/ 17454 h 544956"/>
              <a:gd name="connsiteX3" fmla="*/ 52508 w 354855"/>
              <a:gd name="connsiteY3" fmla="*/ 113772 h 544956"/>
              <a:gd name="connsiteX4" fmla="*/ 248945 w 354855"/>
              <a:gd name="connsiteY4" fmla="*/ 307675 h 544956"/>
              <a:gd name="connsiteX5" fmla="*/ 240074 w 354855"/>
              <a:gd name="connsiteY5" fmla="*/ 492707 h 544956"/>
              <a:gd name="connsiteX6" fmla="*/ 274292 w 354855"/>
              <a:gd name="connsiteY6" fmla="*/ 543401 h 544956"/>
              <a:gd name="connsiteX7" fmla="*/ 289500 w 354855"/>
              <a:gd name="connsiteY7" fmla="*/ 544668 h 544956"/>
              <a:gd name="connsiteX8" fmla="*/ 338927 w 354855"/>
              <a:gd name="connsiteY8" fmla="*/ 501579 h 544956"/>
              <a:gd name="connsiteX9" fmla="*/ 345263 w 354855"/>
              <a:gd name="connsiteY9" fmla="*/ 315279 h 54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855" h="544956">
                <a:moveTo>
                  <a:pt x="345263" y="315279"/>
                </a:moveTo>
                <a:cubicBezTo>
                  <a:pt x="350333" y="188545"/>
                  <a:pt x="347798" y="88425"/>
                  <a:pt x="219796" y="31395"/>
                </a:cubicBezTo>
                <a:cubicBezTo>
                  <a:pt x="183044" y="14920"/>
                  <a:pt x="72785" y="-289"/>
                  <a:pt x="43636" y="17454"/>
                </a:cubicBezTo>
                <a:cubicBezTo>
                  <a:pt x="5616" y="38999"/>
                  <a:pt x="-12127" y="85891"/>
                  <a:pt x="52508" y="113772"/>
                </a:cubicBezTo>
                <a:cubicBezTo>
                  <a:pt x="209658" y="107435"/>
                  <a:pt x="247678" y="134050"/>
                  <a:pt x="248945" y="307675"/>
                </a:cubicBezTo>
                <a:cubicBezTo>
                  <a:pt x="248945" y="392587"/>
                  <a:pt x="245143" y="445816"/>
                  <a:pt x="240074" y="492707"/>
                </a:cubicBezTo>
                <a:cubicBezTo>
                  <a:pt x="237539" y="518054"/>
                  <a:pt x="248945" y="540866"/>
                  <a:pt x="274292" y="543401"/>
                </a:cubicBezTo>
                <a:lnTo>
                  <a:pt x="289500" y="544668"/>
                </a:lnTo>
                <a:cubicBezTo>
                  <a:pt x="314847" y="547203"/>
                  <a:pt x="337659" y="528193"/>
                  <a:pt x="338927" y="501579"/>
                </a:cubicBezTo>
                <a:lnTo>
                  <a:pt x="345263" y="315279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defTabSz="914286" fontAlgn="auto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F5EF81B-2827-4FC9-8380-99D8243724B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10800000">
            <a:off x="23813" y="0"/>
            <a:ext cx="7980362" cy="6634163"/>
          </a:xfrm>
          <a:custGeom>
            <a:avLst/>
            <a:gdLst>
              <a:gd name="connsiteX0" fmla="*/ 4530235 w 4530235"/>
              <a:gd name="connsiteY0" fmla="*/ 0 h 3166512"/>
              <a:gd name="connsiteX1" fmla="*/ 4530235 w 4530235"/>
              <a:gd name="connsiteY1" fmla="*/ 3166512 h 3166512"/>
              <a:gd name="connsiteX2" fmla="*/ 0 w 4530235"/>
              <a:gd name="connsiteY2" fmla="*/ 3166512 h 3166512"/>
              <a:gd name="connsiteX3" fmla="*/ 8629 w 4530235"/>
              <a:gd name="connsiteY3" fmla="*/ 3148262 h 3166512"/>
              <a:gd name="connsiteX4" fmla="*/ 897444 w 4530235"/>
              <a:gd name="connsiteY4" fmla="*/ 2027274 h 3166512"/>
              <a:gd name="connsiteX5" fmla="*/ 3172812 w 4530235"/>
              <a:gd name="connsiteY5" fmla="*/ 2059172 h 3166512"/>
              <a:gd name="connsiteX6" fmla="*/ 3342933 w 4530235"/>
              <a:gd name="connsiteY6" fmla="*/ 581246 h 3166512"/>
              <a:gd name="connsiteX7" fmla="*/ 4518022 w 4530235"/>
              <a:gd name="connsiteY7" fmla="*/ 2043 h 3166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0235" h="3166512">
                <a:moveTo>
                  <a:pt x="4530235" y="0"/>
                </a:moveTo>
                <a:lnTo>
                  <a:pt x="4530235" y="3166512"/>
                </a:lnTo>
                <a:lnTo>
                  <a:pt x="0" y="3166512"/>
                </a:lnTo>
                <a:lnTo>
                  <a:pt x="8629" y="3148262"/>
                </a:lnTo>
                <a:cubicBezTo>
                  <a:pt x="219065" y="2717837"/>
                  <a:pt x="543026" y="2202269"/>
                  <a:pt x="897444" y="2027274"/>
                </a:cubicBezTo>
                <a:cubicBezTo>
                  <a:pt x="1464514" y="1747283"/>
                  <a:pt x="2765231" y="2300177"/>
                  <a:pt x="3172812" y="2059172"/>
                </a:cubicBezTo>
                <a:cubicBezTo>
                  <a:pt x="3580393" y="1818167"/>
                  <a:pt x="3071803" y="926804"/>
                  <a:pt x="3342933" y="581246"/>
                </a:cubicBezTo>
                <a:cubicBezTo>
                  <a:pt x="3549457" y="318029"/>
                  <a:pt x="4135386" y="76402"/>
                  <a:pt x="4518022" y="2043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5222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69091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6074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3435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453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37583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yle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63704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yle slide layou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713D27F-7316-4797-B82F-8DD4FB0B02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600E0">
              <a:alpha val="56078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444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98FE523-7D8F-49D3-B3C8-D765F17E5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BBC140C-1AD4-4629-8A14-AC31F16CE71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9714" y="2449524"/>
            <a:ext cx="1497874" cy="195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5DC2D75-DE02-4638-98F1-B47C5CD2DD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714411" y="2449524"/>
            <a:ext cx="1497874" cy="195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73409027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5DC2D75-DE02-4638-98F1-B47C5CD2DD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62500" y="-1"/>
            <a:ext cx="74295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68334793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5DC2D75-DE02-4638-98F1-B47C5CD2DD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 &amp; Send to Back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53983709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30D5DCC-30E8-4340-8B7F-AD657534302E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342684" y="0"/>
            <a:ext cx="8499171" cy="6278992"/>
          </a:xfrm>
          <a:custGeom>
            <a:avLst/>
            <a:gdLst>
              <a:gd name="connsiteX0" fmla="*/ 7205323 w 8499171"/>
              <a:gd name="connsiteY0" fmla="*/ 0 h 6278992"/>
              <a:gd name="connsiteX1" fmla="*/ 8122757 w 8499171"/>
              <a:gd name="connsiteY1" fmla="*/ 0 h 6278992"/>
              <a:gd name="connsiteX2" fmla="*/ 8289051 w 8499171"/>
              <a:gd name="connsiteY2" fmla="*/ 214263 h 6278992"/>
              <a:gd name="connsiteX3" fmla="*/ 8224961 w 8499171"/>
              <a:gd name="connsiteY3" fmla="*/ 722722 h 6278992"/>
              <a:gd name="connsiteX4" fmla="*/ 7716503 w 8499171"/>
              <a:gd name="connsiteY4" fmla="*/ 658632 h 6278992"/>
              <a:gd name="connsiteX5" fmla="*/ 6175504 w 8499171"/>
              <a:gd name="connsiteY5" fmla="*/ 0 h 6278992"/>
              <a:gd name="connsiteX6" fmla="*/ 7092939 w 8499171"/>
              <a:gd name="connsiteY6" fmla="*/ 0 h 6278992"/>
              <a:gd name="connsiteX7" fmla="*/ 8312069 w 8499171"/>
              <a:gd name="connsiteY7" fmla="*/ 1570793 h 6278992"/>
              <a:gd name="connsiteX8" fmla="*/ 8247979 w 8499171"/>
              <a:gd name="connsiteY8" fmla="*/ 2079253 h 6278992"/>
              <a:gd name="connsiteX9" fmla="*/ 7739520 w 8499171"/>
              <a:gd name="connsiteY9" fmla="*/ 2015163 h 6278992"/>
              <a:gd name="connsiteX10" fmla="*/ 5145685 w 8499171"/>
              <a:gd name="connsiteY10" fmla="*/ 0 h 6278992"/>
              <a:gd name="connsiteX11" fmla="*/ 6063120 w 8499171"/>
              <a:gd name="connsiteY11" fmla="*/ 0 h 6278992"/>
              <a:gd name="connsiteX12" fmla="*/ 7974345 w 8499171"/>
              <a:gd name="connsiteY12" fmla="*/ 2462526 h 6278992"/>
              <a:gd name="connsiteX13" fmla="*/ 7910255 w 8499171"/>
              <a:gd name="connsiteY13" fmla="*/ 2970985 h 6278992"/>
              <a:gd name="connsiteX14" fmla="*/ 7401796 w 8499171"/>
              <a:gd name="connsiteY14" fmla="*/ 2906895 h 6278992"/>
              <a:gd name="connsiteX15" fmla="*/ 4115864 w 8499171"/>
              <a:gd name="connsiteY15" fmla="*/ 0 h 6278992"/>
              <a:gd name="connsiteX16" fmla="*/ 5033299 w 8499171"/>
              <a:gd name="connsiteY16" fmla="*/ 0 h 6278992"/>
              <a:gd name="connsiteX17" fmla="*/ 8378363 w 8499171"/>
              <a:gd name="connsiteY17" fmla="*/ 4309960 h 6278992"/>
              <a:gd name="connsiteX18" fmla="*/ 8314273 w 8499171"/>
              <a:gd name="connsiteY18" fmla="*/ 4818420 h 6278992"/>
              <a:gd name="connsiteX19" fmla="*/ 7805814 w 8499171"/>
              <a:gd name="connsiteY19" fmla="*/ 4754329 h 6278992"/>
              <a:gd name="connsiteX20" fmla="*/ 3086046 w 8499171"/>
              <a:gd name="connsiteY20" fmla="*/ 0 h 6278992"/>
              <a:gd name="connsiteX21" fmla="*/ 4003481 w 8499171"/>
              <a:gd name="connsiteY21" fmla="*/ 0 h 6278992"/>
              <a:gd name="connsiteX22" fmla="*/ 8423050 w 8499171"/>
              <a:gd name="connsiteY22" fmla="*/ 5694411 h 6278992"/>
              <a:gd name="connsiteX23" fmla="*/ 8358960 w 8499171"/>
              <a:gd name="connsiteY23" fmla="*/ 6202870 h 6278992"/>
              <a:gd name="connsiteX24" fmla="*/ 7850501 w 8499171"/>
              <a:gd name="connsiteY24" fmla="*/ 6138780 h 6278992"/>
              <a:gd name="connsiteX25" fmla="*/ 2056226 w 8499171"/>
              <a:gd name="connsiteY25" fmla="*/ 0 h 6278992"/>
              <a:gd name="connsiteX26" fmla="*/ 2973662 w 8499171"/>
              <a:gd name="connsiteY26" fmla="*/ 0 h 6278992"/>
              <a:gd name="connsiteX27" fmla="*/ 6599031 w 8499171"/>
              <a:gd name="connsiteY27" fmla="*/ 4671122 h 6278992"/>
              <a:gd name="connsiteX28" fmla="*/ 6534941 w 8499171"/>
              <a:gd name="connsiteY28" fmla="*/ 5179581 h 6278992"/>
              <a:gd name="connsiteX29" fmla="*/ 6026482 w 8499171"/>
              <a:gd name="connsiteY29" fmla="*/ 5115492 h 6278992"/>
              <a:gd name="connsiteX30" fmla="*/ 1026407 w 8499171"/>
              <a:gd name="connsiteY30" fmla="*/ 0 h 6278992"/>
              <a:gd name="connsiteX31" fmla="*/ 1943842 w 8499171"/>
              <a:gd name="connsiteY31" fmla="*/ 0 h 6278992"/>
              <a:gd name="connsiteX32" fmla="*/ 6054015 w 8499171"/>
              <a:gd name="connsiteY32" fmla="*/ 5295770 h 6278992"/>
              <a:gd name="connsiteX33" fmla="*/ 5989925 w 8499171"/>
              <a:gd name="connsiteY33" fmla="*/ 5804229 h 6278992"/>
              <a:gd name="connsiteX34" fmla="*/ 5481466 w 8499171"/>
              <a:gd name="connsiteY34" fmla="*/ 5740139 h 6278992"/>
              <a:gd name="connsiteX35" fmla="*/ 0 w 8499171"/>
              <a:gd name="connsiteY35" fmla="*/ 0 h 6278992"/>
              <a:gd name="connsiteX36" fmla="*/ 914022 w 8499171"/>
              <a:gd name="connsiteY36" fmla="*/ 0 h 6278992"/>
              <a:gd name="connsiteX37" fmla="*/ 4100249 w 8499171"/>
              <a:gd name="connsiteY37" fmla="*/ 4105307 h 6278992"/>
              <a:gd name="connsiteX38" fmla="*/ 4036159 w 8499171"/>
              <a:gd name="connsiteY38" fmla="*/ 4613766 h 6278992"/>
              <a:gd name="connsiteX39" fmla="*/ 3527699 w 8499171"/>
              <a:gd name="connsiteY39" fmla="*/ 4549677 h 6278992"/>
              <a:gd name="connsiteX40" fmla="*/ 14270 w 8499171"/>
              <a:gd name="connsiteY40" fmla="*/ 22784 h 627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499171" h="6278992">
                <a:moveTo>
                  <a:pt x="7205323" y="0"/>
                </a:moveTo>
                <a:lnTo>
                  <a:pt x="8122757" y="0"/>
                </a:lnTo>
                <a:lnTo>
                  <a:pt x="8289051" y="214263"/>
                </a:lnTo>
                <a:cubicBezTo>
                  <a:pt x="8411762" y="372368"/>
                  <a:pt x="8383068" y="600013"/>
                  <a:pt x="8224961" y="722722"/>
                </a:cubicBezTo>
                <a:cubicBezTo>
                  <a:pt x="8066857" y="845432"/>
                  <a:pt x="7839212" y="816738"/>
                  <a:pt x="7716503" y="658632"/>
                </a:cubicBezTo>
                <a:close/>
                <a:moveTo>
                  <a:pt x="6175504" y="0"/>
                </a:moveTo>
                <a:lnTo>
                  <a:pt x="7092939" y="0"/>
                </a:lnTo>
                <a:lnTo>
                  <a:pt x="8312069" y="1570793"/>
                </a:lnTo>
                <a:cubicBezTo>
                  <a:pt x="8434779" y="1728899"/>
                  <a:pt x="8406085" y="1956544"/>
                  <a:pt x="8247979" y="2079253"/>
                </a:cubicBezTo>
                <a:cubicBezTo>
                  <a:pt x="8089874" y="2201963"/>
                  <a:pt x="7862229" y="2173268"/>
                  <a:pt x="7739520" y="2015163"/>
                </a:cubicBezTo>
                <a:close/>
                <a:moveTo>
                  <a:pt x="5145685" y="0"/>
                </a:moveTo>
                <a:lnTo>
                  <a:pt x="6063120" y="0"/>
                </a:lnTo>
                <a:lnTo>
                  <a:pt x="7974345" y="2462526"/>
                </a:lnTo>
                <a:cubicBezTo>
                  <a:pt x="8097055" y="2620631"/>
                  <a:pt x="8068361" y="2848276"/>
                  <a:pt x="7910255" y="2970985"/>
                </a:cubicBezTo>
                <a:cubicBezTo>
                  <a:pt x="7752150" y="3093694"/>
                  <a:pt x="7524505" y="3065000"/>
                  <a:pt x="7401796" y="2906895"/>
                </a:cubicBezTo>
                <a:close/>
                <a:moveTo>
                  <a:pt x="4115864" y="0"/>
                </a:moveTo>
                <a:lnTo>
                  <a:pt x="5033299" y="0"/>
                </a:lnTo>
                <a:lnTo>
                  <a:pt x="8378363" y="4309960"/>
                </a:lnTo>
                <a:cubicBezTo>
                  <a:pt x="8501072" y="4468065"/>
                  <a:pt x="8472377" y="4695710"/>
                  <a:pt x="8314273" y="4818420"/>
                </a:cubicBezTo>
                <a:cubicBezTo>
                  <a:pt x="8156168" y="4941128"/>
                  <a:pt x="7928523" y="4912434"/>
                  <a:pt x="7805814" y="4754329"/>
                </a:cubicBezTo>
                <a:close/>
                <a:moveTo>
                  <a:pt x="3086046" y="0"/>
                </a:moveTo>
                <a:lnTo>
                  <a:pt x="4003481" y="0"/>
                </a:lnTo>
                <a:lnTo>
                  <a:pt x="8423050" y="5694411"/>
                </a:lnTo>
                <a:cubicBezTo>
                  <a:pt x="8545758" y="5852515"/>
                  <a:pt x="8517064" y="6080160"/>
                  <a:pt x="8358960" y="6202870"/>
                </a:cubicBezTo>
                <a:cubicBezTo>
                  <a:pt x="8200855" y="6325579"/>
                  <a:pt x="7973210" y="6296885"/>
                  <a:pt x="7850501" y="6138780"/>
                </a:cubicBezTo>
                <a:close/>
                <a:moveTo>
                  <a:pt x="2056226" y="0"/>
                </a:moveTo>
                <a:lnTo>
                  <a:pt x="2973662" y="0"/>
                </a:lnTo>
                <a:lnTo>
                  <a:pt x="6599031" y="4671122"/>
                </a:lnTo>
                <a:cubicBezTo>
                  <a:pt x="6721740" y="4829227"/>
                  <a:pt x="6693046" y="5056872"/>
                  <a:pt x="6534941" y="5179581"/>
                </a:cubicBezTo>
                <a:cubicBezTo>
                  <a:pt x="6376836" y="5302290"/>
                  <a:pt x="6149191" y="5273596"/>
                  <a:pt x="6026482" y="5115492"/>
                </a:cubicBezTo>
                <a:close/>
                <a:moveTo>
                  <a:pt x="1026407" y="0"/>
                </a:moveTo>
                <a:lnTo>
                  <a:pt x="1943842" y="0"/>
                </a:lnTo>
                <a:lnTo>
                  <a:pt x="6054015" y="5295770"/>
                </a:lnTo>
                <a:cubicBezTo>
                  <a:pt x="6176725" y="5453875"/>
                  <a:pt x="6148031" y="5681520"/>
                  <a:pt x="5989925" y="5804229"/>
                </a:cubicBezTo>
                <a:cubicBezTo>
                  <a:pt x="5831821" y="5926939"/>
                  <a:pt x="5604176" y="5898245"/>
                  <a:pt x="5481466" y="5740139"/>
                </a:cubicBezTo>
                <a:close/>
                <a:moveTo>
                  <a:pt x="0" y="0"/>
                </a:moveTo>
                <a:lnTo>
                  <a:pt x="914022" y="0"/>
                </a:lnTo>
                <a:lnTo>
                  <a:pt x="4100249" y="4105307"/>
                </a:lnTo>
                <a:cubicBezTo>
                  <a:pt x="4222958" y="4263412"/>
                  <a:pt x="4194264" y="4491057"/>
                  <a:pt x="4036159" y="4613766"/>
                </a:cubicBezTo>
                <a:cubicBezTo>
                  <a:pt x="3878054" y="4736476"/>
                  <a:pt x="3650409" y="4707782"/>
                  <a:pt x="3527699" y="4549677"/>
                </a:cubicBezTo>
                <a:lnTo>
                  <a:pt x="14270" y="227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 &amp; Sand to Back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3758039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5DC2D75-DE02-4638-98F1-B47C5CD2DD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5822950" y="831850"/>
            <a:ext cx="5308600" cy="5194300"/>
          </a:xfrm>
          <a:prstGeom prst="roundRect">
            <a:avLst>
              <a:gd name="adj" fmla="val 5377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9071701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725221F0-AD4C-417D-9787-3683D50755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8902380">
            <a:off x="1887538" y="2649538"/>
            <a:ext cx="8437562" cy="8424862"/>
          </a:xfrm>
          <a:custGeom>
            <a:avLst/>
            <a:gdLst>
              <a:gd name="connsiteX0" fmla="*/ 8260241 w 8436975"/>
              <a:gd name="connsiteY0" fmla="*/ 176734 h 8425297"/>
              <a:gd name="connsiteX1" fmla="*/ 8436975 w 8436975"/>
              <a:gd name="connsiteY1" fmla="*/ 603408 h 8425297"/>
              <a:gd name="connsiteX2" fmla="*/ 8436975 w 8436975"/>
              <a:gd name="connsiteY2" fmla="*/ 8425297 h 8425297"/>
              <a:gd name="connsiteX3" fmla="*/ 0 w 8436975"/>
              <a:gd name="connsiteY3" fmla="*/ 0 h 8425297"/>
              <a:gd name="connsiteX4" fmla="*/ 7833567 w 8436975"/>
              <a:gd name="connsiteY4" fmla="*/ 0 h 8425297"/>
              <a:gd name="connsiteX5" fmla="*/ 8260241 w 8436975"/>
              <a:gd name="connsiteY5" fmla="*/ 176734 h 842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6975" h="8425297">
                <a:moveTo>
                  <a:pt x="8260241" y="176734"/>
                </a:moveTo>
                <a:cubicBezTo>
                  <a:pt x="8369436" y="285930"/>
                  <a:pt x="8436975" y="436782"/>
                  <a:pt x="8436975" y="603408"/>
                </a:cubicBezTo>
                <a:lnTo>
                  <a:pt x="8436975" y="8425297"/>
                </a:lnTo>
                <a:lnTo>
                  <a:pt x="0" y="0"/>
                </a:lnTo>
                <a:lnTo>
                  <a:pt x="7833567" y="0"/>
                </a:lnTo>
                <a:cubicBezTo>
                  <a:pt x="8000193" y="0"/>
                  <a:pt x="8151045" y="67539"/>
                  <a:pt x="8260241" y="176734"/>
                </a:cubicBezTo>
                <a:close/>
              </a:path>
            </a:pathLst>
          </a:custGeom>
          <a:solidFill>
            <a:srgbClr val="EF007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98FE523-7D8F-49D3-B3C8-D765F17E5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17D529-489F-45AB-B8B9-FB3566B1844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95274" y="2681848"/>
            <a:ext cx="3172218" cy="3172218"/>
          </a:xfrm>
          <a:custGeom>
            <a:avLst/>
            <a:gdLst>
              <a:gd name="connsiteX0" fmla="*/ 1717874 w 3435748"/>
              <a:gd name="connsiteY0" fmla="*/ 0 h 3435748"/>
              <a:gd name="connsiteX1" fmla="*/ 1866891 w 3435748"/>
              <a:gd name="connsiteY1" fmla="*/ 61725 h 3435748"/>
              <a:gd name="connsiteX2" fmla="*/ 3374024 w 3435748"/>
              <a:gd name="connsiteY2" fmla="*/ 1568858 h 3435748"/>
              <a:gd name="connsiteX3" fmla="*/ 3374024 w 3435748"/>
              <a:gd name="connsiteY3" fmla="*/ 1866891 h 3435748"/>
              <a:gd name="connsiteX4" fmla="*/ 1866891 w 3435748"/>
              <a:gd name="connsiteY4" fmla="*/ 3374024 h 3435748"/>
              <a:gd name="connsiteX5" fmla="*/ 1568858 w 3435748"/>
              <a:gd name="connsiteY5" fmla="*/ 3374024 h 3435748"/>
              <a:gd name="connsiteX6" fmla="*/ 61725 w 3435748"/>
              <a:gd name="connsiteY6" fmla="*/ 1866891 h 3435748"/>
              <a:gd name="connsiteX7" fmla="*/ 61725 w 3435748"/>
              <a:gd name="connsiteY7" fmla="*/ 1568858 h 3435748"/>
              <a:gd name="connsiteX8" fmla="*/ 1568858 w 3435748"/>
              <a:gd name="connsiteY8" fmla="*/ 61725 h 3435748"/>
              <a:gd name="connsiteX9" fmla="*/ 1717874 w 3435748"/>
              <a:gd name="connsiteY9" fmla="*/ 0 h 3435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5748" h="3435748">
                <a:moveTo>
                  <a:pt x="1717874" y="0"/>
                </a:moveTo>
                <a:cubicBezTo>
                  <a:pt x="1771807" y="0"/>
                  <a:pt x="1825741" y="20575"/>
                  <a:pt x="1866891" y="61725"/>
                </a:cubicBezTo>
                <a:lnTo>
                  <a:pt x="3374024" y="1568858"/>
                </a:lnTo>
                <a:cubicBezTo>
                  <a:pt x="3456323" y="1651157"/>
                  <a:pt x="3456323" y="1784591"/>
                  <a:pt x="3374024" y="1866891"/>
                </a:cubicBezTo>
                <a:lnTo>
                  <a:pt x="1866891" y="3374024"/>
                </a:lnTo>
                <a:cubicBezTo>
                  <a:pt x="1784591" y="3456323"/>
                  <a:pt x="1651157" y="3456323"/>
                  <a:pt x="1568858" y="3374024"/>
                </a:cubicBezTo>
                <a:lnTo>
                  <a:pt x="61725" y="1866891"/>
                </a:lnTo>
                <a:cubicBezTo>
                  <a:pt x="-20575" y="1784591"/>
                  <a:pt x="-20575" y="1651157"/>
                  <a:pt x="61725" y="1568858"/>
                </a:cubicBezTo>
                <a:lnTo>
                  <a:pt x="1568858" y="61725"/>
                </a:lnTo>
                <a:cubicBezTo>
                  <a:pt x="1610007" y="20575"/>
                  <a:pt x="1663941" y="0"/>
                  <a:pt x="17178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576FE9E-2EC9-4EF2-B372-E8F3A4E4BA4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2402582" y="4538773"/>
            <a:ext cx="3172218" cy="2323213"/>
          </a:xfrm>
          <a:custGeom>
            <a:avLst/>
            <a:gdLst>
              <a:gd name="connsiteX0" fmla="*/ 1586109 w 3172218"/>
              <a:gd name="connsiteY0" fmla="*/ 0 h 2323213"/>
              <a:gd name="connsiteX1" fmla="*/ 1723696 w 3172218"/>
              <a:gd name="connsiteY1" fmla="*/ 56991 h 2323213"/>
              <a:gd name="connsiteX2" fmla="*/ 3115229 w 3172218"/>
              <a:gd name="connsiteY2" fmla="*/ 1448523 h 2323213"/>
              <a:gd name="connsiteX3" fmla="*/ 3115229 w 3172218"/>
              <a:gd name="connsiteY3" fmla="*/ 1723696 h 2323213"/>
              <a:gd name="connsiteX4" fmla="*/ 2515712 w 3172218"/>
              <a:gd name="connsiteY4" fmla="*/ 2323213 h 2323213"/>
              <a:gd name="connsiteX5" fmla="*/ 656508 w 3172218"/>
              <a:gd name="connsiteY5" fmla="*/ 2323213 h 2323213"/>
              <a:gd name="connsiteX6" fmla="*/ 56991 w 3172218"/>
              <a:gd name="connsiteY6" fmla="*/ 1723696 h 2323213"/>
              <a:gd name="connsiteX7" fmla="*/ 56991 w 3172218"/>
              <a:gd name="connsiteY7" fmla="*/ 1448523 h 2323213"/>
              <a:gd name="connsiteX8" fmla="*/ 1448523 w 3172218"/>
              <a:gd name="connsiteY8" fmla="*/ 56991 h 2323213"/>
              <a:gd name="connsiteX9" fmla="*/ 1586109 w 3172218"/>
              <a:gd name="connsiteY9" fmla="*/ 0 h 232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72218" h="2323213">
                <a:moveTo>
                  <a:pt x="1586109" y="0"/>
                </a:moveTo>
                <a:cubicBezTo>
                  <a:pt x="1635906" y="0"/>
                  <a:pt x="1685703" y="18997"/>
                  <a:pt x="1723696" y="56991"/>
                </a:cubicBezTo>
                <a:lnTo>
                  <a:pt x="3115229" y="1448523"/>
                </a:lnTo>
                <a:cubicBezTo>
                  <a:pt x="3191215" y="1524510"/>
                  <a:pt x="3191215" y="1647709"/>
                  <a:pt x="3115229" y="1723696"/>
                </a:cubicBezTo>
                <a:lnTo>
                  <a:pt x="2515712" y="2323213"/>
                </a:lnTo>
                <a:lnTo>
                  <a:pt x="656508" y="2323213"/>
                </a:lnTo>
                <a:lnTo>
                  <a:pt x="56991" y="1723696"/>
                </a:lnTo>
                <a:cubicBezTo>
                  <a:pt x="-18997" y="1647709"/>
                  <a:pt x="-18997" y="1524510"/>
                  <a:pt x="56991" y="1448523"/>
                </a:cubicBezTo>
                <a:lnTo>
                  <a:pt x="1448523" y="56991"/>
                </a:lnTo>
                <a:cubicBezTo>
                  <a:pt x="1486516" y="18997"/>
                  <a:pt x="1536313" y="0"/>
                  <a:pt x="1586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6DFE64A-F76A-4D93-B984-E635B00FD67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509890" y="2681848"/>
            <a:ext cx="3172218" cy="3172218"/>
          </a:xfrm>
          <a:custGeom>
            <a:avLst/>
            <a:gdLst>
              <a:gd name="connsiteX0" fmla="*/ 1717874 w 3435748"/>
              <a:gd name="connsiteY0" fmla="*/ 0 h 3435748"/>
              <a:gd name="connsiteX1" fmla="*/ 1866891 w 3435748"/>
              <a:gd name="connsiteY1" fmla="*/ 61725 h 3435748"/>
              <a:gd name="connsiteX2" fmla="*/ 3374024 w 3435748"/>
              <a:gd name="connsiteY2" fmla="*/ 1568858 h 3435748"/>
              <a:gd name="connsiteX3" fmla="*/ 3374024 w 3435748"/>
              <a:gd name="connsiteY3" fmla="*/ 1866891 h 3435748"/>
              <a:gd name="connsiteX4" fmla="*/ 1866891 w 3435748"/>
              <a:gd name="connsiteY4" fmla="*/ 3374024 h 3435748"/>
              <a:gd name="connsiteX5" fmla="*/ 1568858 w 3435748"/>
              <a:gd name="connsiteY5" fmla="*/ 3374024 h 3435748"/>
              <a:gd name="connsiteX6" fmla="*/ 61725 w 3435748"/>
              <a:gd name="connsiteY6" fmla="*/ 1866891 h 3435748"/>
              <a:gd name="connsiteX7" fmla="*/ 61725 w 3435748"/>
              <a:gd name="connsiteY7" fmla="*/ 1568858 h 3435748"/>
              <a:gd name="connsiteX8" fmla="*/ 1568858 w 3435748"/>
              <a:gd name="connsiteY8" fmla="*/ 61725 h 3435748"/>
              <a:gd name="connsiteX9" fmla="*/ 1717874 w 3435748"/>
              <a:gd name="connsiteY9" fmla="*/ 0 h 3435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5748" h="3435748">
                <a:moveTo>
                  <a:pt x="1717874" y="0"/>
                </a:moveTo>
                <a:cubicBezTo>
                  <a:pt x="1771807" y="0"/>
                  <a:pt x="1825741" y="20575"/>
                  <a:pt x="1866891" y="61725"/>
                </a:cubicBezTo>
                <a:lnTo>
                  <a:pt x="3374024" y="1568858"/>
                </a:lnTo>
                <a:cubicBezTo>
                  <a:pt x="3456323" y="1651157"/>
                  <a:pt x="3456323" y="1784591"/>
                  <a:pt x="3374024" y="1866891"/>
                </a:cubicBezTo>
                <a:lnTo>
                  <a:pt x="1866891" y="3374024"/>
                </a:lnTo>
                <a:cubicBezTo>
                  <a:pt x="1784591" y="3456323"/>
                  <a:pt x="1651157" y="3456323"/>
                  <a:pt x="1568858" y="3374024"/>
                </a:cubicBezTo>
                <a:lnTo>
                  <a:pt x="61725" y="1866891"/>
                </a:lnTo>
                <a:cubicBezTo>
                  <a:pt x="-20575" y="1784591"/>
                  <a:pt x="-20575" y="1651157"/>
                  <a:pt x="61725" y="1568858"/>
                </a:cubicBezTo>
                <a:lnTo>
                  <a:pt x="1568858" y="61725"/>
                </a:lnTo>
                <a:cubicBezTo>
                  <a:pt x="1610007" y="20575"/>
                  <a:pt x="1663941" y="0"/>
                  <a:pt x="17178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85DD80A-3650-432A-AA14-9A1BC17F7DB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617198" y="4538773"/>
            <a:ext cx="3172218" cy="2323213"/>
          </a:xfrm>
          <a:custGeom>
            <a:avLst/>
            <a:gdLst>
              <a:gd name="connsiteX0" fmla="*/ 1586109 w 3172218"/>
              <a:gd name="connsiteY0" fmla="*/ 0 h 2323213"/>
              <a:gd name="connsiteX1" fmla="*/ 1723696 w 3172218"/>
              <a:gd name="connsiteY1" fmla="*/ 56991 h 2323213"/>
              <a:gd name="connsiteX2" fmla="*/ 3115228 w 3172218"/>
              <a:gd name="connsiteY2" fmla="*/ 1448523 h 2323213"/>
              <a:gd name="connsiteX3" fmla="*/ 3115228 w 3172218"/>
              <a:gd name="connsiteY3" fmla="*/ 1723696 h 2323213"/>
              <a:gd name="connsiteX4" fmla="*/ 2515711 w 3172218"/>
              <a:gd name="connsiteY4" fmla="*/ 2323213 h 2323213"/>
              <a:gd name="connsiteX5" fmla="*/ 656508 w 3172218"/>
              <a:gd name="connsiteY5" fmla="*/ 2323213 h 2323213"/>
              <a:gd name="connsiteX6" fmla="*/ 56991 w 3172218"/>
              <a:gd name="connsiteY6" fmla="*/ 1723696 h 2323213"/>
              <a:gd name="connsiteX7" fmla="*/ 56991 w 3172218"/>
              <a:gd name="connsiteY7" fmla="*/ 1448523 h 2323213"/>
              <a:gd name="connsiteX8" fmla="*/ 1448523 w 3172218"/>
              <a:gd name="connsiteY8" fmla="*/ 56991 h 2323213"/>
              <a:gd name="connsiteX9" fmla="*/ 1586109 w 3172218"/>
              <a:gd name="connsiteY9" fmla="*/ 0 h 232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72218" h="2323213">
                <a:moveTo>
                  <a:pt x="1586109" y="0"/>
                </a:moveTo>
                <a:cubicBezTo>
                  <a:pt x="1635905" y="0"/>
                  <a:pt x="1685703" y="18997"/>
                  <a:pt x="1723696" y="56991"/>
                </a:cubicBezTo>
                <a:lnTo>
                  <a:pt x="3115228" y="1448523"/>
                </a:lnTo>
                <a:cubicBezTo>
                  <a:pt x="3191215" y="1524510"/>
                  <a:pt x="3191215" y="1647709"/>
                  <a:pt x="3115228" y="1723696"/>
                </a:cubicBezTo>
                <a:lnTo>
                  <a:pt x="2515711" y="2323213"/>
                </a:lnTo>
                <a:lnTo>
                  <a:pt x="656508" y="2323213"/>
                </a:lnTo>
                <a:lnTo>
                  <a:pt x="56991" y="1723696"/>
                </a:lnTo>
                <a:cubicBezTo>
                  <a:pt x="-18997" y="1647709"/>
                  <a:pt x="-18997" y="1524510"/>
                  <a:pt x="56991" y="1448523"/>
                </a:cubicBezTo>
                <a:lnTo>
                  <a:pt x="1448523" y="56991"/>
                </a:lnTo>
                <a:cubicBezTo>
                  <a:pt x="1486516" y="18997"/>
                  <a:pt x="1536313" y="0"/>
                  <a:pt x="15861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277F60-8C19-489C-BBEE-1B0023A4EED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724508" y="2681848"/>
            <a:ext cx="3172218" cy="3172218"/>
          </a:xfrm>
          <a:custGeom>
            <a:avLst/>
            <a:gdLst>
              <a:gd name="connsiteX0" fmla="*/ 1717874 w 3435748"/>
              <a:gd name="connsiteY0" fmla="*/ 0 h 3435748"/>
              <a:gd name="connsiteX1" fmla="*/ 1866891 w 3435748"/>
              <a:gd name="connsiteY1" fmla="*/ 61725 h 3435748"/>
              <a:gd name="connsiteX2" fmla="*/ 3374024 w 3435748"/>
              <a:gd name="connsiteY2" fmla="*/ 1568858 h 3435748"/>
              <a:gd name="connsiteX3" fmla="*/ 3374024 w 3435748"/>
              <a:gd name="connsiteY3" fmla="*/ 1866891 h 3435748"/>
              <a:gd name="connsiteX4" fmla="*/ 1866891 w 3435748"/>
              <a:gd name="connsiteY4" fmla="*/ 3374024 h 3435748"/>
              <a:gd name="connsiteX5" fmla="*/ 1568858 w 3435748"/>
              <a:gd name="connsiteY5" fmla="*/ 3374024 h 3435748"/>
              <a:gd name="connsiteX6" fmla="*/ 61725 w 3435748"/>
              <a:gd name="connsiteY6" fmla="*/ 1866891 h 3435748"/>
              <a:gd name="connsiteX7" fmla="*/ 61725 w 3435748"/>
              <a:gd name="connsiteY7" fmla="*/ 1568858 h 3435748"/>
              <a:gd name="connsiteX8" fmla="*/ 1568858 w 3435748"/>
              <a:gd name="connsiteY8" fmla="*/ 61725 h 3435748"/>
              <a:gd name="connsiteX9" fmla="*/ 1717874 w 3435748"/>
              <a:gd name="connsiteY9" fmla="*/ 0 h 3435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5748" h="3435748">
                <a:moveTo>
                  <a:pt x="1717874" y="0"/>
                </a:moveTo>
                <a:cubicBezTo>
                  <a:pt x="1771807" y="0"/>
                  <a:pt x="1825741" y="20575"/>
                  <a:pt x="1866891" y="61725"/>
                </a:cubicBezTo>
                <a:lnTo>
                  <a:pt x="3374024" y="1568858"/>
                </a:lnTo>
                <a:cubicBezTo>
                  <a:pt x="3456323" y="1651157"/>
                  <a:pt x="3456323" y="1784591"/>
                  <a:pt x="3374024" y="1866891"/>
                </a:cubicBezTo>
                <a:lnTo>
                  <a:pt x="1866891" y="3374024"/>
                </a:lnTo>
                <a:cubicBezTo>
                  <a:pt x="1784591" y="3456323"/>
                  <a:pt x="1651157" y="3456323"/>
                  <a:pt x="1568858" y="3374024"/>
                </a:cubicBezTo>
                <a:lnTo>
                  <a:pt x="61725" y="1866891"/>
                </a:lnTo>
                <a:cubicBezTo>
                  <a:pt x="-20575" y="1784591"/>
                  <a:pt x="-20575" y="1651157"/>
                  <a:pt x="61725" y="1568858"/>
                </a:cubicBezTo>
                <a:lnTo>
                  <a:pt x="1568858" y="61725"/>
                </a:lnTo>
                <a:cubicBezTo>
                  <a:pt x="1610007" y="20575"/>
                  <a:pt x="1663941" y="0"/>
                  <a:pt x="17178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56746566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13205775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F0074">
                  <a:alpha val="20000"/>
                </a:srgbClr>
              </a:gs>
              <a:gs pos="100000">
                <a:srgbClr val="2FD0BC">
                  <a:alpha val="20000"/>
                </a:srgbClr>
              </a:gs>
            </a:gsLst>
            <a:lin ang="81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228600" y="207963"/>
            <a:ext cx="739775" cy="6440487"/>
            <a:chOff x="421439" y="107680"/>
            <a:chExt cx="739114" cy="6440872"/>
          </a:xfrm>
        </p:grpSpPr>
        <p:grpSp>
          <p:nvGrpSpPr>
            <p:cNvPr id="4" name="Graphic 185"/>
            <p:cNvGrpSpPr>
              <a:grpSpLocks/>
            </p:cNvGrpSpPr>
            <p:nvPr/>
          </p:nvGrpSpPr>
          <p:grpSpPr bwMode="auto">
            <a:xfrm rot="-5400000">
              <a:off x="-806454" y="1368607"/>
              <a:ext cx="3227934" cy="706080"/>
              <a:chOff x="1526131" y="3355119"/>
              <a:chExt cx="1693505" cy="370438"/>
            </a:xfrm>
          </p:grpSpPr>
          <p:sp>
            <p:nvSpPr>
              <p:cNvPr id="14" name="Freeform: Shape 3">
                <a:extLst>
                  <a:ext uri="{FF2B5EF4-FFF2-40B4-BE49-F238E27FC236}">
                    <a16:creationId xmlns:a16="http://schemas.microsoft.com/office/drawing/2014/main" id="{4C90A1D4-00F2-4CC5-B5CA-AE0F61E1B893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3002245" y="3379394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5" name="Freeform: Shape 4">
                <a:extLst>
                  <a:ext uri="{FF2B5EF4-FFF2-40B4-BE49-F238E27FC236}">
                    <a16:creationId xmlns:a16="http://schemas.microsoft.com/office/drawing/2014/main" id="{DACC894D-85E2-4828-AB79-8A1CE3FB7AD3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2792350" y="3374401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6" name="Freeform: Shape 5">
                <a:extLst>
                  <a:ext uri="{FF2B5EF4-FFF2-40B4-BE49-F238E27FC236}">
                    <a16:creationId xmlns:a16="http://schemas.microsoft.com/office/drawing/2014/main" id="{0849AFD7-4687-4443-8ED6-AF1EAD0D1DB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2581622" y="3370241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0093" y="328736"/>
                      <a:pt x="179261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7" name="Freeform: Shape 6">
                <a:extLst>
                  <a:ext uri="{FF2B5EF4-FFF2-40B4-BE49-F238E27FC236}">
                    <a16:creationId xmlns:a16="http://schemas.microsoft.com/office/drawing/2014/main" id="{90458CDE-2F49-4C4D-8F30-25B682BD6C2F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2370061" y="3368577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0268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0268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CD70904D-1276-47FC-B0B4-D9FB455440B5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157668" y="3363584"/>
                <a:ext cx="216558" cy="346995"/>
              </a:xfrm>
              <a:custGeom>
                <a:avLst/>
                <a:gdLst>
                  <a:gd name="connsiteX0" fmla="*/ 172505 w 216630"/>
                  <a:gd name="connsiteY0" fmla="*/ 330902 h 346608"/>
                  <a:gd name="connsiteX1" fmla="*/ 144343 w 216630"/>
                  <a:gd name="connsiteY1" fmla="*/ 317905 h 346608"/>
                  <a:gd name="connsiteX2" fmla="*/ 27363 w 216630"/>
                  <a:gd name="connsiteY2" fmla="*/ 200924 h 346608"/>
                  <a:gd name="connsiteX3" fmla="*/ 29529 w 216630"/>
                  <a:gd name="connsiteY3" fmla="*/ 142434 h 346608"/>
                  <a:gd name="connsiteX4" fmla="*/ 148676 w 216630"/>
                  <a:gd name="connsiteY4" fmla="*/ 27620 h 346608"/>
                  <a:gd name="connsiteX5" fmla="*/ 207166 w 216630"/>
                  <a:gd name="connsiteY5" fmla="*/ 27620 h 346608"/>
                  <a:gd name="connsiteX6" fmla="*/ 207166 w 216630"/>
                  <a:gd name="connsiteY6" fmla="*/ 86110 h 346608"/>
                  <a:gd name="connsiteX7" fmla="*/ 118348 w 216630"/>
                  <a:gd name="connsiteY7" fmla="*/ 172762 h 346608"/>
                  <a:gd name="connsiteX8" fmla="*/ 205000 w 216630"/>
                  <a:gd name="connsiteY8" fmla="*/ 261581 h 346608"/>
                  <a:gd name="connsiteX9" fmla="*/ 205000 w 216630"/>
                  <a:gd name="connsiteY9" fmla="*/ 320071 h 346608"/>
                  <a:gd name="connsiteX10" fmla="*/ 172505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2505" y="330902"/>
                    </a:moveTo>
                    <a:cubicBezTo>
                      <a:pt x="161674" y="330902"/>
                      <a:pt x="150842" y="326570"/>
                      <a:pt x="144343" y="317905"/>
                    </a:cubicBezTo>
                    <a:lnTo>
                      <a:pt x="27363" y="200924"/>
                    </a:lnTo>
                    <a:cubicBezTo>
                      <a:pt x="12199" y="183594"/>
                      <a:pt x="12199" y="157598"/>
                      <a:pt x="29529" y="142434"/>
                    </a:cubicBezTo>
                    <a:lnTo>
                      <a:pt x="148676" y="27620"/>
                    </a:lnTo>
                    <a:cubicBezTo>
                      <a:pt x="163840" y="12456"/>
                      <a:pt x="189836" y="12456"/>
                      <a:pt x="207166" y="27620"/>
                    </a:cubicBezTo>
                    <a:cubicBezTo>
                      <a:pt x="222330" y="42784"/>
                      <a:pt x="222330" y="68780"/>
                      <a:pt x="207166" y="86110"/>
                    </a:cubicBezTo>
                    <a:lnTo>
                      <a:pt x="118348" y="172762"/>
                    </a:lnTo>
                    <a:lnTo>
                      <a:pt x="205000" y="261581"/>
                    </a:lnTo>
                    <a:cubicBezTo>
                      <a:pt x="220164" y="276745"/>
                      <a:pt x="220164" y="302740"/>
                      <a:pt x="205000" y="320071"/>
                    </a:cubicBezTo>
                    <a:cubicBezTo>
                      <a:pt x="192002" y="328736"/>
                      <a:pt x="183337" y="330902"/>
                      <a:pt x="172505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9" name="Freeform: Shape 8">
                <a:extLst>
                  <a:ext uri="{FF2B5EF4-FFF2-40B4-BE49-F238E27FC236}">
                    <a16:creationId xmlns:a16="http://schemas.microsoft.com/office/drawing/2014/main" id="{675AAC2F-F5B2-467B-8D92-F1562C6F9BA3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947773" y="3361920"/>
                <a:ext cx="216558" cy="346163"/>
              </a:xfrm>
              <a:custGeom>
                <a:avLst/>
                <a:gdLst>
                  <a:gd name="connsiteX0" fmla="*/ 172221 w 216630"/>
                  <a:gd name="connsiteY0" fmla="*/ 330902 h 346608"/>
                  <a:gd name="connsiteX1" fmla="*/ 144059 w 216630"/>
                  <a:gd name="connsiteY1" fmla="*/ 317905 h 346608"/>
                  <a:gd name="connsiteX2" fmla="*/ 27079 w 216630"/>
                  <a:gd name="connsiteY2" fmla="*/ 198758 h 346608"/>
                  <a:gd name="connsiteX3" fmla="*/ 16247 w 216630"/>
                  <a:gd name="connsiteY3" fmla="*/ 170596 h 346608"/>
                  <a:gd name="connsiteX4" fmla="*/ 29245 w 216630"/>
                  <a:gd name="connsiteY4" fmla="*/ 142434 h 346608"/>
                  <a:gd name="connsiteX5" fmla="*/ 148392 w 216630"/>
                  <a:gd name="connsiteY5" fmla="*/ 27620 h 346608"/>
                  <a:gd name="connsiteX6" fmla="*/ 206882 w 216630"/>
                  <a:gd name="connsiteY6" fmla="*/ 27620 h 346608"/>
                  <a:gd name="connsiteX7" fmla="*/ 206882 w 216630"/>
                  <a:gd name="connsiteY7" fmla="*/ 86110 h 346608"/>
                  <a:gd name="connsiteX8" fmla="*/ 118063 w 216630"/>
                  <a:gd name="connsiteY8" fmla="*/ 172762 h 346608"/>
                  <a:gd name="connsiteX9" fmla="*/ 204715 w 216630"/>
                  <a:gd name="connsiteY9" fmla="*/ 261581 h 346608"/>
                  <a:gd name="connsiteX10" fmla="*/ 204715 w 216630"/>
                  <a:gd name="connsiteY10" fmla="*/ 320071 h 346608"/>
                  <a:gd name="connsiteX11" fmla="*/ 172221 w 216630"/>
                  <a:gd name="connsiteY11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46608">
                    <a:moveTo>
                      <a:pt x="172221" y="330902"/>
                    </a:moveTo>
                    <a:cubicBezTo>
                      <a:pt x="161389" y="330902"/>
                      <a:pt x="150558" y="326570"/>
                      <a:pt x="144059" y="317905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0886" y="330902"/>
                      <a:pt x="172221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0" name="Freeform: Shape 9">
                <a:extLst>
                  <a:ext uri="{FF2B5EF4-FFF2-40B4-BE49-F238E27FC236}">
                    <a16:creationId xmlns:a16="http://schemas.microsoft.com/office/drawing/2014/main" id="{1BFA2C24-587B-4F9C-BCEE-D8D801C0F512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737878" y="3354430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8736"/>
                      <a:pt x="181428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1" name="Freeform: Shape 10">
                <a:extLst>
                  <a:ext uri="{FF2B5EF4-FFF2-40B4-BE49-F238E27FC236}">
                    <a16:creationId xmlns:a16="http://schemas.microsoft.com/office/drawing/2014/main" id="{4D42D3FF-42CC-43FE-B6DE-C9FFC1730DD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526317" y="3353599"/>
                <a:ext cx="216558" cy="324528"/>
              </a:xfrm>
              <a:custGeom>
                <a:avLst/>
                <a:gdLst>
                  <a:gd name="connsiteX0" fmla="*/ 172221 w 216630"/>
                  <a:gd name="connsiteY0" fmla="*/ 328736 h 324945"/>
                  <a:gd name="connsiteX1" fmla="*/ 144059 w 216630"/>
                  <a:gd name="connsiteY1" fmla="*/ 315738 h 324945"/>
                  <a:gd name="connsiteX2" fmla="*/ 27079 w 216630"/>
                  <a:gd name="connsiteY2" fmla="*/ 198758 h 324945"/>
                  <a:gd name="connsiteX3" fmla="*/ 16247 w 216630"/>
                  <a:gd name="connsiteY3" fmla="*/ 170596 h 324945"/>
                  <a:gd name="connsiteX4" fmla="*/ 29245 w 216630"/>
                  <a:gd name="connsiteY4" fmla="*/ 142434 h 324945"/>
                  <a:gd name="connsiteX5" fmla="*/ 148392 w 216630"/>
                  <a:gd name="connsiteY5" fmla="*/ 27620 h 324945"/>
                  <a:gd name="connsiteX6" fmla="*/ 206882 w 216630"/>
                  <a:gd name="connsiteY6" fmla="*/ 27620 h 324945"/>
                  <a:gd name="connsiteX7" fmla="*/ 206882 w 216630"/>
                  <a:gd name="connsiteY7" fmla="*/ 86110 h 324945"/>
                  <a:gd name="connsiteX8" fmla="*/ 118063 w 216630"/>
                  <a:gd name="connsiteY8" fmla="*/ 172762 h 324945"/>
                  <a:gd name="connsiteX9" fmla="*/ 204715 w 216630"/>
                  <a:gd name="connsiteY9" fmla="*/ 261581 h 324945"/>
                  <a:gd name="connsiteX10" fmla="*/ 204715 w 216630"/>
                  <a:gd name="connsiteY10" fmla="*/ 320071 h 324945"/>
                  <a:gd name="connsiteX11" fmla="*/ 172221 w 216630"/>
                  <a:gd name="connsiteY11" fmla="*/ 328736 h 324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24945">
                    <a:moveTo>
                      <a:pt x="172221" y="328736"/>
                    </a:moveTo>
                    <a:cubicBezTo>
                      <a:pt x="161389" y="328736"/>
                      <a:pt x="150558" y="324403"/>
                      <a:pt x="144059" y="315738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3052" y="328736"/>
                      <a:pt x="172221" y="328736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  <p:grpSp>
          <p:nvGrpSpPr>
            <p:cNvPr id="5" name="Graphic 185"/>
            <p:cNvGrpSpPr>
              <a:grpSpLocks/>
            </p:cNvGrpSpPr>
            <p:nvPr/>
          </p:nvGrpSpPr>
          <p:grpSpPr bwMode="auto">
            <a:xfrm rot="-5400000">
              <a:off x="-839488" y="4581545"/>
              <a:ext cx="3227934" cy="706080"/>
              <a:chOff x="1526131" y="3355119"/>
              <a:chExt cx="1693505" cy="370438"/>
            </a:xfrm>
          </p:grpSpPr>
          <p:sp>
            <p:nvSpPr>
              <p:cNvPr id="6" name="Freeform: Shape 13">
                <a:extLst>
                  <a:ext uri="{FF2B5EF4-FFF2-40B4-BE49-F238E27FC236}">
                    <a16:creationId xmlns:a16="http://schemas.microsoft.com/office/drawing/2014/main" id="{4AB8E7C8-46B1-40E3-881C-C529318E1177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3002059" y="3379251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7" name="Freeform: Shape 14">
                <a:extLst>
                  <a:ext uri="{FF2B5EF4-FFF2-40B4-BE49-F238E27FC236}">
                    <a16:creationId xmlns:a16="http://schemas.microsoft.com/office/drawing/2014/main" id="{BFE9E40D-B9CE-455B-B71C-1ACFD7FFDEA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2792165" y="3374258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8" name="Freeform: Shape 15">
                <a:extLst>
                  <a:ext uri="{FF2B5EF4-FFF2-40B4-BE49-F238E27FC236}">
                    <a16:creationId xmlns:a16="http://schemas.microsoft.com/office/drawing/2014/main" id="{3B2FA1E4-7DEE-4B2C-9E4E-6367BFDF050A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2581436" y="3370097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0093" y="328736"/>
                      <a:pt x="179261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9" name="Freeform: Shape 16">
                <a:extLst>
                  <a:ext uri="{FF2B5EF4-FFF2-40B4-BE49-F238E27FC236}">
                    <a16:creationId xmlns:a16="http://schemas.microsoft.com/office/drawing/2014/main" id="{0193450B-9F65-4BA5-99EC-AFD98F319BEC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2369875" y="3368433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0268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0268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33E3D787-18EB-4756-A0A2-CC5B5B4D3F2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2157482" y="3363440"/>
                <a:ext cx="216558" cy="346995"/>
              </a:xfrm>
              <a:custGeom>
                <a:avLst/>
                <a:gdLst>
                  <a:gd name="connsiteX0" fmla="*/ 172505 w 216630"/>
                  <a:gd name="connsiteY0" fmla="*/ 330902 h 346608"/>
                  <a:gd name="connsiteX1" fmla="*/ 144343 w 216630"/>
                  <a:gd name="connsiteY1" fmla="*/ 317905 h 346608"/>
                  <a:gd name="connsiteX2" fmla="*/ 27363 w 216630"/>
                  <a:gd name="connsiteY2" fmla="*/ 200924 h 346608"/>
                  <a:gd name="connsiteX3" fmla="*/ 29529 w 216630"/>
                  <a:gd name="connsiteY3" fmla="*/ 142434 h 346608"/>
                  <a:gd name="connsiteX4" fmla="*/ 148676 w 216630"/>
                  <a:gd name="connsiteY4" fmla="*/ 27620 h 346608"/>
                  <a:gd name="connsiteX5" fmla="*/ 207166 w 216630"/>
                  <a:gd name="connsiteY5" fmla="*/ 27620 h 346608"/>
                  <a:gd name="connsiteX6" fmla="*/ 207166 w 216630"/>
                  <a:gd name="connsiteY6" fmla="*/ 86110 h 346608"/>
                  <a:gd name="connsiteX7" fmla="*/ 118348 w 216630"/>
                  <a:gd name="connsiteY7" fmla="*/ 172762 h 346608"/>
                  <a:gd name="connsiteX8" fmla="*/ 205000 w 216630"/>
                  <a:gd name="connsiteY8" fmla="*/ 261581 h 346608"/>
                  <a:gd name="connsiteX9" fmla="*/ 205000 w 216630"/>
                  <a:gd name="connsiteY9" fmla="*/ 320071 h 346608"/>
                  <a:gd name="connsiteX10" fmla="*/ 172505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2505" y="330902"/>
                    </a:moveTo>
                    <a:cubicBezTo>
                      <a:pt x="161674" y="330902"/>
                      <a:pt x="150842" y="326570"/>
                      <a:pt x="144343" y="317905"/>
                    </a:cubicBezTo>
                    <a:lnTo>
                      <a:pt x="27363" y="200924"/>
                    </a:lnTo>
                    <a:cubicBezTo>
                      <a:pt x="12199" y="183594"/>
                      <a:pt x="12199" y="157598"/>
                      <a:pt x="29529" y="142434"/>
                    </a:cubicBezTo>
                    <a:lnTo>
                      <a:pt x="148676" y="27620"/>
                    </a:lnTo>
                    <a:cubicBezTo>
                      <a:pt x="163840" y="12456"/>
                      <a:pt x="189836" y="12456"/>
                      <a:pt x="207166" y="27620"/>
                    </a:cubicBezTo>
                    <a:cubicBezTo>
                      <a:pt x="222330" y="42784"/>
                      <a:pt x="222330" y="68780"/>
                      <a:pt x="207166" y="86110"/>
                    </a:cubicBezTo>
                    <a:lnTo>
                      <a:pt x="118348" y="172762"/>
                    </a:lnTo>
                    <a:lnTo>
                      <a:pt x="205000" y="261581"/>
                    </a:lnTo>
                    <a:cubicBezTo>
                      <a:pt x="220164" y="276745"/>
                      <a:pt x="220164" y="302740"/>
                      <a:pt x="205000" y="320071"/>
                    </a:cubicBezTo>
                    <a:cubicBezTo>
                      <a:pt x="192002" y="328736"/>
                      <a:pt x="183337" y="330902"/>
                      <a:pt x="172505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1" name="Freeform: Shape 18">
                <a:extLst>
                  <a:ext uri="{FF2B5EF4-FFF2-40B4-BE49-F238E27FC236}">
                    <a16:creationId xmlns:a16="http://schemas.microsoft.com/office/drawing/2014/main" id="{C0DEBA89-C7C5-4703-AF5D-2E0F9E6C471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948419" y="3360944"/>
                <a:ext cx="216558" cy="346163"/>
              </a:xfrm>
              <a:custGeom>
                <a:avLst/>
                <a:gdLst>
                  <a:gd name="connsiteX0" fmla="*/ 172221 w 216630"/>
                  <a:gd name="connsiteY0" fmla="*/ 330902 h 346608"/>
                  <a:gd name="connsiteX1" fmla="*/ 144059 w 216630"/>
                  <a:gd name="connsiteY1" fmla="*/ 317905 h 346608"/>
                  <a:gd name="connsiteX2" fmla="*/ 27079 w 216630"/>
                  <a:gd name="connsiteY2" fmla="*/ 198758 h 346608"/>
                  <a:gd name="connsiteX3" fmla="*/ 16247 w 216630"/>
                  <a:gd name="connsiteY3" fmla="*/ 170596 h 346608"/>
                  <a:gd name="connsiteX4" fmla="*/ 29245 w 216630"/>
                  <a:gd name="connsiteY4" fmla="*/ 142434 h 346608"/>
                  <a:gd name="connsiteX5" fmla="*/ 148392 w 216630"/>
                  <a:gd name="connsiteY5" fmla="*/ 27620 h 346608"/>
                  <a:gd name="connsiteX6" fmla="*/ 206882 w 216630"/>
                  <a:gd name="connsiteY6" fmla="*/ 27620 h 346608"/>
                  <a:gd name="connsiteX7" fmla="*/ 206882 w 216630"/>
                  <a:gd name="connsiteY7" fmla="*/ 86110 h 346608"/>
                  <a:gd name="connsiteX8" fmla="*/ 118063 w 216630"/>
                  <a:gd name="connsiteY8" fmla="*/ 172762 h 346608"/>
                  <a:gd name="connsiteX9" fmla="*/ 204715 w 216630"/>
                  <a:gd name="connsiteY9" fmla="*/ 261581 h 346608"/>
                  <a:gd name="connsiteX10" fmla="*/ 204715 w 216630"/>
                  <a:gd name="connsiteY10" fmla="*/ 320071 h 346608"/>
                  <a:gd name="connsiteX11" fmla="*/ 172221 w 216630"/>
                  <a:gd name="connsiteY11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46608">
                    <a:moveTo>
                      <a:pt x="172221" y="330902"/>
                    </a:moveTo>
                    <a:cubicBezTo>
                      <a:pt x="161389" y="330902"/>
                      <a:pt x="150558" y="326570"/>
                      <a:pt x="144059" y="317905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0886" y="330902"/>
                      <a:pt x="172221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2" name="Freeform: Shape 19">
                <a:extLst>
                  <a:ext uri="{FF2B5EF4-FFF2-40B4-BE49-F238E27FC236}">
                    <a16:creationId xmlns:a16="http://schemas.microsoft.com/office/drawing/2014/main" id="{0551AD23-CDFC-45EA-B2B4-6028084B257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737692" y="3354287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8736"/>
                      <a:pt x="181428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3" name="Freeform: Shape 20">
                <a:extLst>
                  <a:ext uri="{FF2B5EF4-FFF2-40B4-BE49-F238E27FC236}">
                    <a16:creationId xmlns:a16="http://schemas.microsoft.com/office/drawing/2014/main" id="{7FC2A356-DE41-4F44-9E81-CBF9D5BAAD1B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526131" y="3353455"/>
                <a:ext cx="216558" cy="324528"/>
              </a:xfrm>
              <a:custGeom>
                <a:avLst/>
                <a:gdLst>
                  <a:gd name="connsiteX0" fmla="*/ 172221 w 216630"/>
                  <a:gd name="connsiteY0" fmla="*/ 328736 h 324945"/>
                  <a:gd name="connsiteX1" fmla="*/ 144059 w 216630"/>
                  <a:gd name="connsiteY1" fmla="*/ 315738 h 324945"/>
                  <a:gd name="connsiteX2" fmla="*/ 27079 w 216630"/>
                  <a:gd name="connsiteY2" fmla="*/ 198758 h 324945"/>
                  <a:gd name="connsiteX3" fmla="*/ 16247 w 216630"/>
                  <a:gd name="connsiteY3" fmla="*/ 170596 h 324945"/>
                  <a:gd name="connsiteX4" fmla="*/ 29245 w 216630"/>
                  <a:gd name="connsiteY4" fmla="*/ 142434 h 324945"/>
                  <a:gd name="connsiteX5" fmla="*/ 148392 w 216630"/>
                  <a:gd name="connsiteY5" fmla="*/ 27620 h 324945"/>
                  <a:gd name="connsiteX6" fmla="*/ 206882 w 216630"/>
                  <a:gd name="connsiteY6" fmla="*/ 27620 h 324945"/>
                  <a:gd name="connsiteX7" fmla="*/ 206882 w 216630"/>
                  <a:gd name="connsiteY7" fmla="*/ 86110 h 324945"/>
                  <a:gd name="connsiteX8" fmla="*/ 118063 w 216630"/>
                  <a:gd name="connsiteY8" fmla="*/ 172762 h 324945"/>
                  <a:gd name="connsiteX9" fmla="*/ 204715 w 216630"/>
                  <a:gd name="connsiteY9" fmla="*/ 261581 h 324945"/>
                  <a:gd name="connsiteX10" fmla="*/ 204715 w 216630"/>
                  <a:gd name="connsiteY10" fmla="*/ 320071 h 324945"/>
                  <a:gd name="connsiteX11" fmla="*/ 172221 w 216630"/>
                  <a:gd name="connsiteY11" fmla="*/ 328736 h 324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24945">
                    <a:moveTo>
                      <a:pt x="172221" y="328736"/>
                    </a:moveTo>
                    <a:cubicBezTo>
                      <a:pt x="161389" y="328736"/>
                      <a:pt x="150558" y="324403"/>
                      <a:pt x="144059" y="315738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3052" y="328736"/>
                      <a:pt x="172221" y="328736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371169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F0074">
                  <a:alpha val="20000"/>
                </a:srgbClr>
              </a:gs>
              <a:gs pos="100000">
                <a:srgbClr val="2FD0BC">
                  <a:alpha val="20000"/>
                </a:srgbClr>
              </a:gs>
            </a:gsLst>
            <a:lin ang="81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228600" y="207963"/>
            <a:ext cx="739775" cy="6440487"/>
            <a:chOff x="421439" y="107680"/>
            <a:chExt cx="739114" cy="6440872"/>
          </a:xfrm>
        </p:grpSpPr>
        <p:grpSp>
          <p:nvGrpSpPr>
            <p:cNvPr id="4" name="Graphic 185"/>
            <p:cNvGrpSpPr>
              <a:grpSpLocks/>
            </p:cNvGrpSpPr>
            <p:nvPr/>
          </p:nvGrpSpPr>
          <p:grpSpPr bwMode="auto">
            <a:xfrm rot="-5400000">
              <a:off x="-806454" y="1368607"/>
              <a:ext cx="3227934" cy="706080"/>
              <a:chOff x="1526131" y="3355119"/>
              <a:chExt cx="1693505" cy="370438"/>
            </a:xfrm>
          </p:grpSpPr>
          <p:sp>
            <p:nvSpPr>
              <p:cNvPr id="14" name="Freeform: Shape 3">
                <a:extLst>
                  <a:ext uri="{FF2B5EF4-FFF2-40B4-BE49-F238E27FC236}">
                    <a16:creationId xmlns:a16="http://schemas.microsoft.com/office/drawing/2014/main" id="{4C90A1D4-00F2-4CC5-B5CA-AE0F61E1B893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3002245" y="3379394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5" name="Freeform: Shape 4">
                <a:extLst>
                  <a:ext uri="{FF2B5EF4-FFF2-40B4-BE49-F238E27FC236}">
                    <a16:creationId xmlns:a16="http://schemas.microsoft.com/office/drawing/2014/main" id="{DACC894D-85E2-4828-AB79-8A1CE3FB7AD3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2792350" y="3374401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6" name="Freeform: Shape 5">
                <a:extLst>
                  <a:ext uri="{FF2B5EF4-FFF2-40B4-BE49-F238E27FC236}">
                    <a16:creationId xmlns:a16="http://schemas.microsoft.com/office/drawing/2014/main" id="{0849AFD7-4687-4443-8ED6-AF1EAD0D1DB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2581622" y="3370241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0093" y="328736"/>
                      <a:pt x="179261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7" name="Freeform: Shape 6">
                <a:extLst>
                  <a:ext uri="{FF2B5EF4-FFF2-40B4-BE49-F238E27FC236}">
                    <a16:creationId xmlns:a16="http://schemas.microsoft.com/office/drawing/2014/main" id="{90458CDE-2F49-4C4D-8F30-25B682BD6C2F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2370061" y="3368577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0268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0268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CD70904D-1276-47FC-B0B4-D9FB455440B5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157668" y="3363584"/>
                <a:ext cx="216558" cy="346995"/>
              </a:xfrm>
              <a:custGeom>
                <a:avLst/>
                <a:gdLst>
                  <a:gd name="connsiteX0" fmla="*/ 172505 w 216630"/>
                  <a:gd name="connsiteY0" fmla="*/ 330902 h 346608"/>
                  <a:gd name="connsiteX1" fmla="*/ 144343 w 216630"/>
                  <a:gd name="connsiteY1" fmla="*/ 317905 h 346608"/>
                  <a:gd name="connsiteX2" fmla="*/ 27363 w 216630"/>
                  <a:gd name="connsiteY2" fmla="*/ 200924 h 346608"/>
                  <a:gd name="connsiteX3" fmla="*/ 29529 w 216630"/>
                  <a:gd name="connsiteY3" fmla="*/ 142434 h 346608"/>
                  <a:gd name="connsiteX4" fmla="*/ 148676 w 216630"/>
                  <a:gd name="connsiteY4" fmla="*/ 27620 h 346608"/>
                  <a:gd name="connsiteX5" fmla="*/ 207166 w 216630"/>
                  <a:gd name="connsiteY5" fmla="*/ 27620 h 346608"/>
                  <a:gd name="connsiteX6" fmla="*/ 207166 w 216630"/>
                  <a:gd name="connsiteY6" fmla="*/ 86110 h 346608"/>
                  <a:gd name="connsiteX7" fmla="*/ 118348 w 216630"/>
                  <a:gd name="connsiteY7" fmla="*/ 172762 h 346608"/>
                  <a:gd name="connsiteX8" fmla="*/ 205000 w 216630"/>
                  <a:gd name="connsiteY8" fmla="*/ 261581 h 346608"/>
                  <a:gd name="connsiteX9" fmla="*/ 205000 w 216630"/>
                  <a:gd name="connsiteY9" fmla="*/ 320071 h 346608"/>
                  <a:gd name="connsiteX10" fmla="*/ 172505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2505" y="330902"/>
                    </a:moveTo>
                    <a:cubicBezTo>
                      <a:pt x="161674" y="330902"/>
                      <a:pt x="150842" y="326570"/>
                      <a:pt x="144343" y="317905"/>
                    </a:cubicBezTo>
                    <a:lnTo>
                      <a:pt x="27363" y="200924"/>
                    </a:lnTo>
                    <a:cubicBezTo>
                      <a:pt x="12199" y="183594"/>
                      <a:pt x="12199" y="157598"/>
                      <a:pt x="29529" y="142434"/>
                    </a:cubicBezTo>
                    <a:lnTo>
                      <a:pt x="148676" y="27620"/>
                    </a:lnTo>
                    <a:cubicBezTo>
                      <a:pt x="163840" y="12456"/>
                      <a:pt x="189836" y="12456"/>
                      <a:pt x="207166" y="27620"/>
                    </a:cubicBezTo>
                    <a:cubicBezTo>
                      <a:pt x="222330" y="42784"/>
                      <a:pt x="222330" y="68780"/>
                      <a:pt x="207166" y="86110"/>
                    </a:cubicBezTo>
                    <a:lnTo>
                      <a:pt x="118348" y="172762"/>
                    </a:lnTo>
                    <a:lnTo>
                      <a:pt x="205000" y="261581"/>
                    </a:lnTo>
                    <a:cubicBezTo>
                      <a:pt x="220164" y="276745"/>
                      <a:pt x="220164" y="302740"/>
                      <a:pt x="205000" y="320071"/>
                    </a:cubicBezTo>
                    <a:cubicBezTo>
                      <a:pt x="192002" y="328736"/>
                      <a:pt x="183337" y="330902"/>
                      <a:pt x="172505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9" name="Freeform: Shape 8">
                <a:extLst>
                  <a:ext uri="{FF2B5EF4-FFF2-40B4-BE49-F238E27FC236}">
                    <a16:creationId xmlns:a16="http://schemas.microsoft.com/office/drawing/2014/main" id="{675AAC2F-F5B2-467B-8D92-F1562C6F9BA3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947773" y="3361920"/>
                <a:ext cx="216558" cy="346163"/>
              </a:xfrm>
              <a:custGeom>
                <a:avLst/>
                <a:gdLst>
                  <a:gd name="connsiteX0" fmla="*/ 172221 w 216630"/>
                  <a:gd name="connsiteY0" fmla="*/ 330902 h 346608"/>
                  <a:gd name="connsiteX1" fmla="*/ 144059 w 216630"/>
                  <a:gd name="connsiteY1" fmla="*/ 317905 h 346608"/>
                  <a:gd name="connsiteX2" fmla="*/ 27079 w 216630"/>
                  <a:gd name="connsiteY2" fmla="*/ 198758 h 346608"/>
                  <a:gd name="connsiteX3" fmla="*/ 16247 w 216630"/>
                  <a:gd name="connsiteY3" fmla="*/ 170596 h 346608"/>
                  <a:gd name="connsiteX4" fmla="*/ 29245 w 216630"/>
                  <a:gd name="connsiteY4" fmla="*/ 142434 h 346608"/>
                  <a:gd name="connsiteX5" fmla="*/ 148392 w 216630"/>
                  <a:gd name="connsiteY5" fmla="*/ 27620 h 346608"/>
                  <a:gd name="connsiteX6" fmla="*/ 206882 w 216630"/>
                  <a:gd name="connsiteY6" fmla="*/ 27620 h 346608"/>
                  <a:gd name="connsiteX7" fmla="*/ 206882 w 216630"/>
                  <a:gd name="connsiteY7" fmla="*/ 86110 h 346608"/>
                  <a:gd name="connsiteX8" fmla="*/ 118063 w 216630"/>
                  <a:gd name="connsiteY8" fmla="*/ 172762 h 346608"/>
                  <a:gd name="connsiteX9" fmla="*/ 204715 w 216630"/>
                  <a:gd name="connsiteY9" fmla="*/ 261581 h 346608"/>
                  <a:gd name="connsiteX10" fmla="*/ 204715 w 216630"/>
                  <a:gd name="connsiteY10" fmla="*/ 320071 h 346608"/>
                  <a:gd name="connsiteX11" fmla="*/ 172221 w 216630"/>
                  <a:gd name="connsiteY11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46608">
                    <a:moveTo>
                      <a:pt x="172221" y="330902"/>
                    </a:moveTo>
                    <a:cubicBezTo>
                      <a:pt x="161389" y="330902"/>
                      <a:pt x="150558" y="326570"/>
                      <a:pt x="144059" y="317905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0886" y="330902"/>
                      <a:pt x="172221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0" name="Freeform: Shape 9">
                <a:extLst>
                  <a:ext uri="{FF2B5EF4-FFF2-40B4-BE49-F238E27FC236}">
                    <a16:creationId xmlns:a16="http://schemas.microsoft.com/office/drawing/2014/main" id="{1BFA2C24-587B-4F9C-BCEE-D8D801C0F512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737878" y="3354430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8736"/>
                      <a:pt x="181428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1" name="Freeform: Shape 10">
                <a:extLst>
                  <a:ext uri="{FF2B5EF4-FFF2-40B4-BE49-F238E27FC236}">
                    <a16:creationId xmlns:a16="http://schemas.microsoft.com/office/drawing/2014/main" id="{4D42D3FF-42CC-43FE-B6DE-C9FFC1730DD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526317" y="3353599"/>
                <a:ext cx="216558" cy="324528"/>
              </a:xfrm>
              <a:custGeom>
                <a:avLst/>
                <a:gdLst>
                  <a:gd name="connsiteX0" fmla="*/ 172221 w 216630"/>
                  <a:gd name="connsiteY0" fmla="*/ 328736 h 324945"/>
                  <a:gd name="connsiteX1" fmla="*/ 144059 w 216630"/>
                  <a:gd name="connsiteY1" fmla="*/ 315738 h 324945"/>
                  <a:gd name="connsiteX2" fmla="*/ 27079 w 216630"/>
                  <a:gd name="connsiteY2" fmla="*/ 198758 h 324945"/>
                  <a:gd name="connsiteX3" fmla="*/ 16247 w 216630"/>
                  <a:gd name="connsiteY3" fmla="*/ 170596 h 324945"/>
                  <a:gd name="connsiteX4" fmla="*/ 29245 w 216630"/>
                  <a:gd name="connsiteY4" fmla="*/ 142434 h 324945"/>
                  <a:gd name="connsiteX5" fmla="*/ 148392 w 216630"/>
                  <a:gd name="connsiteY5" fmla="*/ 27620 h 324945"/>
                  <a:gd name="connsiteX6" fmla="*/ 206882 w 216630"/>
                  <a:gd name="connsiteY6" fmla="*/ 27620 h 324945"/>
                  <a:gd name="connsiteX7" fmla="*/ 206882 w 216630"/>
                  <a:gd name="connsiteY7" fmla="*/ 86110 h 324945"/>
                  <a:gd name="connsiteX8" fmla="*/ 118063 w 216630"/>
                  <a:gd name="connsiteY8" fmla="*/ 172762 h 324945"/>
                  <a:gd name="connsiteX9" fmla="*/ 204715 w 216630"/>
                  <a:gd name="connsiteY9" fmla="*/ 261581 h 324945"/>
                  <a:gd name="connsiteX10" fmla="*/ 204715 w 216630"/>
                  <a:gd name="connsiteY10" fmla="*/ 320071 h 324945"/>
                  <a:gd name="connsiteX11" fmla="*/ 172221 w 216630"/>
                  <a:gd name="connsiteY11" fmla="*/ 328736 h 324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24945">
                    <a:moveTo>
                      <a:pt x="172221" y="328736"/>
                    </a:moveTo>
                    <a:cubicBezTo>
                      <a:pt x="161389" y="328736"/>
                      <a:pt x="150558" y="324403"/>
                      <a:pt x="144059" y="315738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3052" y="328736"/>
                      <a:pt x="172221" y="328736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  <p:grpSp>
          <p:nvGrpSpPr>
            <p:cNvPr id="5" name="Graphic 185"/>
            <p:cNvGrpSpPr>
              <a:grpSpLocks/>
            </p:cNvGrpSpPr>
            <p:nvPr/>
          </p:nvGrpSpPr>
          <p:grpSpPr bwMode="auto">
            <a:xfrm rot="-5400000">
              <a:off x="-839488" y="4581545"/>
              <a:ext cx="3227934" cy="706080"/>
              <a:chOff x="1526131" y="3355119"/>
              <a:chExt cx="1693505" cy="370438"/>
            </a:xfrm>
          </p:grpSpPr>
          <p:sp>
            <p:nvSpPr>
              <p:cNvPr id="6" name="Freeform: Shape 13">
                <a:extLst>
                  <a:ext uri="{FF2B5EF4-FFF2-40B4-BE49-F238E27FC236}">
                    <a16:creationId xmlns:a16="http://schemas.microsoft.com/office/drawing/2014/main" id="{4AB8E7C8-46B1-40E3-881C-C529318E1177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3002059" y="3379251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7" name="Freeform: Shape 14">
                <a:extLst>
                  <a:ext uri="{FF2B5EF4-FFF2-40B4-BE49-F238E27FC236}">
                    <a16:creationId xmlns:a16="http://schemas.microsoft.com/office/drawing/2014/main" id="{BFE9E40D-B9CE-455B-B71C-1ACFD7FFDEA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2792165" y="3374258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8" name="Freeform: Shape 15">
                <a:extLst>
                  <a:ext uri="{FF2B5EF4-FFF2-40B4-BE49-F238E27FC236}">
                    <a16:creationId xmlns:a16="http://schemas.microsoft.com/office/drawing/2014/main" id="{3B2FA1E4-7DEE-4B2C-9E4E-6367BFDF050A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2581436" y="3370097"/>
                <a:ext cx="216558" cy="346995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0093" y="328736"/>
                      <a:pt x="179261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9" name="Freeform: Shape 16">
                <a:extLst>
                  <a:ext uri="{FF2B5EF4-FFF2-40B4-BE49-F238E27FC236}">
                    <a16:creationId xmlns:a16="http://schemas.microsoft.com/office/drawing/2014/main" id="{0193450B-9F65-4BA5-99EC-AFD98F319BEC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2369875" y="3368433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0902 h 346608"/>
                  <a:gd name="connsiteX1" fmla="*/ 142434 w 216630"/>
                  <a:gd name="connsiteY1" fmla="*/ 317905 h 346608"/>
                  <a:gd name="connsiteX2" fmla="*/ 27620 w 216630"/>
                  <a:gd name="connsiteY2" fmla="*/ 198758 h 346608"/>
                  <a:gd name="connsiteX3" fmla="*/ 27620 w 216630"/>
                  <a:gd name="connsiteY3" fmla="*/ 140268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0902"/>
                    </a:moveTo>
                    <a:cubicBezTo>
                      <a:pt x="159765" y="330902"/>
                      <a:pt x="148933" y="326570"/>
                      <a:pt x="142434" y="317905"/>
                    </a:cubicBezTo>
                    <a:lnTo>
                      <a:pt x="27620" y="198758"/>
                    </a:lnTo>
                    <a:cubicBezTo>
                      <a:pt x="12456" y="183594"/>
                      <a:pt x="12456" y="157598"/>
                      <a:pt x="27620" y="140268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6570"/>
                      <a:pt x="181428" y="330902"/>
                      <a:pt x="170596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33E3D787-18EB-4756-A0A2-CC5B5B4D3F2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2157482" y="3363440"/>
                <a:ext cx="216558" cy="346995"/>
              </a:xfrm>
              <a:custGeom>
                <a:avLst/>
                <a:gdLst>
                  <a:gd name="connsiteX0" fmla="*/ 172505 w 216630"/>
                  <a:gd name="connsiteY0" fmla="*/ 330902 h 346608"/>
                  <a:gd name="connsiteX1" fmla="*/ 144343 w 216630"/>
                  <a:gd name="connsiteY1" fmla="*/ 317905 h 346608"/>
                  <a:gd name="connsiteX2" fmla="*/ 27363 w 216630"/>
                  <a:gd name="connsiteY2" fmla="*/ 200924 h 346608"/>
                  <a:gd name="connsiteX3" fmla="*/ 29529 w 216630"/>
                  <a:gd name="connsiteY3" fmla="*/ 142434 h 346608"/>
                  <a:gd name="connsiteX4" fmla="*/ 148676 w 216630"/>
                  <a:gd name="connsiteY4" fmla="*/ 27620 h 346608"/>
                  <a:gd name="connsiteX5" fmla="*/ 207166 w 216630"/>
                  <a:gd name="connsiteY5" fmla="*/ 27620 h 346608"/>
                  <a:gd name="connsiteX6" fmla="*/ 207166 w 216630"/>
                  <a:gd name="connsiteY6" fmla="*/ 86110 h 346608"/>
                  <a:gd name="connsiteX7" fmla="*/ 118348 w 216630"/>
                  <a:gd name="connsiteY7" fmla="*/ 172762 h 346608"/>
                  <a:gd name="connsiteX8" fmla="*/ 205000 w 216630"/>
                  <a:gd name="connsiteY8" fmla="*/ 261581 h 346608"/>
                  <a:gd name="connsiteX9" fmla="*/ 205000 w 216630"/>
                  <a:gd name="connsiteY9" fmla="*/ 320071 h 346608"/>
                  <a:gd name="connsiteX10" fmla="*/ 172505 w 216630"/>
                  <a:gd name="connsiteY10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2505" y="330902"/>
                    </a:moveTo>
                    <a:cubicBezTo>
                      <a:pt x="161674" y="330902"/>
                      <a:pt x="150842" y="326570"/>
                      <a:pt x="144343" y="317905"/>
                    </a:cubicBezTo>
                    <a:lnTo>
                      <a:pt x="27363" y="200924"/>
                    </a:lnTo>
                    <a:cubicBezTo>
                      <a:pt x="12199" y="183594"/>
                      <a:pt x="12199" y="157598"/>
                      <a:pt x="29529" y="142434"/>
                    </a:cubicBezTo>
                    <a:lnTo>
                      <a:pt x="148676" y="27620"/>
                    </a:lnTo>
                    <a:cubicBezTo>
                      <a:pt x="163840" y="12456"/>
                      <a:pt x="189836" y="12456"/>
                      <a:pt x="207166" y="27620"/>
                    </a:cubicBezTo>
                    <a:cubicBezTo>
                      <a:pt x="222330" y="42784"/>
                      <a:pt x="222330" y="68780"/>
                      <a:pt x="207166" y="86110"/>
                    </a:cubicBezTo>
                    <a:lnTo>
                      <a:pt x="118348" y="172762"/>
                    </a:lnTo>
                    <a:lnTo>
                      <a:pt x="205000" y="261581"/>
                    </a:lnTo>
                    <a:cubicBezTo>
                      <a:pt x="220164" y="276745"/>
                      <a:pt x="220164" y="302740"/>
                      <a:pt x="205000" y="320071"/>
                    </a:cubicBezTo>
                    <a:cubicBezTo>
                      <a:pt x="192002" y="328736"/>
                      <a:pt x="183337" y="330902"/>
                      <a:pt x="172505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1" name="Freeform: Shape 18">
                <a:extLst>
                  <a:ext uri="{FF2B5EF4-FFF2-40B4-BE49-F238E27FC236}">
                    <a16:creationId xmlns:a16="http://schemas.microsoft.com/office/drawing/2014/main" id="{C0DEBA89-C7C5-4703-AF5D-2E0F9E6C471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948419" y="3360944"/>
                <a:ext cx="216558" cy="346163"/>
              </a:xfrm>
              <a:custGeom>
                <a:avLst/>
                <a:gdLst>
                  <a:gd name="connsiteX0" fmla="*/ 172221 w 216630"/>
                  <a:gd name="connsiteY0" fmla="*/ 330902 h 346608"/>
                  <a:gd name="connsiteX1" fmla="*/ 144059 w 216630"/>
                  <a:gd name="connsiteY1" fmla="*/ 317905 h 346608"/>
                  <a:gd name="connsiteX2" fmla="*/ 27079 w 216630"/>
                  <a:gd name="connsiteY2" fmla="*/ 198758 h 346608"/>
                  <a:gd name="connsiteX3" fmla="*/ 16247 w 216630"/>
                  <a:gd name="connsiteY3" fmla="*/ 170596 h 346608"/>
                  <a:gd name="connsiteX4" fmla="*/ 29245 w 216630"/>
                  <a:gd name="connsiteY4" fmla="*/ 142434 h 346608"/>
                  <a:gd name="connsiteX5" fmla="*/ 148392 w 216630"/>
                  <a:gd name="connsiteY5" fmla="*/ 27620 h 346608"/>
                  <a:gd name="connsiteX6" fmla="*/ 206882 w 216630"/>
                  <a:gd name="connsiteY6" fmla="*/ 27620 h 346608"/>
                  <a:gd name="connsiteX7" fmla="*/ 206882 w 216630"/>
                  <a:gd name="connsiteY7" fmla="*/ 86110 h 346608"/>
                  <a:gd name="connsiteX8" fmla="*/ 118063 w 216630"/>
                  <a:gd name="connsiteY8" fmla="*/ 172762 h 346608"/>
                  <a:gd name="connsiteX9" fmla="*/ 204715 w 216630"/>
                  <a:gd name="connsiteY9" fmla="*/ 261581 h 346608"/>
                  <a:gd name="connsiteX10" fmla="*/ 204715 w 216630"/>
                  <a:gd name="connsiteY10" fmla="*/ 320071 h 346608"/>
                  <a:gd name="connsiteX11" fmla="*/ 172221 w 216630"/>
                  <a:gd name="connsiteY11" fmla="*/ 330902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46608">
                    <a:moveTo>
                      <a:pt x="172221" y="330902"/>
                    </a:moveTo>
                    <a:cubicBezTo>
                      <a:pt x="161389" y="330902"/>
                      <a:pt x="150558" y="326570"/>
                      <a:pt x="144059" y="317905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0886" y="330902"/>
                      <a:pt x="172221" y="330902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2" name="Freeform: Shape 19">
                <a:extLst>
                  <a:ext uri="{FF2B5EF4-FFF2-40B4-BE49-F238E27FC236}">
                    <a16:creationId xmlns:a16="http://schemas.microsoft.com/office/drawing/2014/main" id="{0551AD23-CDFC-45EA-B2B4-6028084B257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737692" y="3354287"/>
                <a:ext cx="216558" cy="346163"/>
              </a:xfrm>
              <a:custGeom>
                <a:avLst/>
                <a:gdLst>
                  <a:gd name="connsiteX0" fmla="*/ 170596 w 216630"/>
                  <a:gd name="connsiteY0" fmla="*/ 333069 h 346608"/>
                  <a:gd name="connsiteX1" fmla="*/ 142434 w 216630"/>
                  <a:gd name="connsiteY1" fmla="*/ 320071 h 346608"/>
                  <a:gd name="connsiteX2" fmla="*/ 27620 w 216630"/>
                  <a:gd name="connsiteY2" fmla="*/ 200924 h 346608"/>
                  <a:gd name="connsiteX3" fmla="*/ 27620 w 216630"/>
                  <a:gd name="connsiteY3" fmla="*/ 142434 h 346608"/>
                  <a:gd name="connsiteX4" fmla="*/ 146767 w 216630"/>
                  <a:gd name="connsiteY4" fmla="*/ 27620 h 346608"/>
                  <a:gd name="connsiteX5" fmla="*/ 205257 w 216630"/>
                  <a:gd name="connsiteY5" fmla="*/ 27620 h 346608"/>
                  <a:gd name="connsiteX6" fmla="*/ 205257 w 216630"/>
                  <a:gd name="connsiteY6" fmla="*/ 86110 h 346608"/>
                  <a:gd name="connsiteX7" fmla="*/ 116439 w 216630"/>
                  <a:gd name="connsiteY7" fmla="*/ 172762 h 346608"/>
                  <a:gd name="connsiteX8" fmla="*/ 203091 w 216630"/>
                  <a:gd name="connsiteY8" fmla="*/ 261581 h 346608"/>
                  <a:gd name="connsiteX9" fmla="*/ 203091 w 216630"/>
                  <a:gd name="connsiteY9" fmla="*/ 320071 h 346608"/>
                  <a:gd name="connsiteX10" fmla="*/ 170596 w 216630"/>
                  <a:gd name="connsiteY10" fmla="*/ 333069 h 34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629" h="346608">
                    <a:moveTo>
                      <a:pt x="170596" y="333069"/>
                    </a:moveTo>
                    <a:cubicBezTo>
                      <a:pt x="159765" y="333069"/>
                      <a:pt x="148933" y="328736"/>
                      <a:pt x="142434" y="320071"/>
                    </a:cubicBezTo>
                    <a:lnTo>
                      <a:pt x="27620" y="200924"/>
                    </a:lnTo>
                    <a:cubicBezTo>
                      <a:pt x="12456" y="185760"/>
                      <a:pt x="12456" y="159765"/>
                      <a:pt x="27620" y="142434"/>
                    </a:cubicBezTo>
                    <a:lnTo>
                      <a:pt x="146767" y="27620"/>
                    </a:lnTo>
                    <a:cubicBezTo>
                      <a:pt x="161931" y="12456"/>
                      <a:pt x="187927" y="12456"/>
                      <a:pt x="205257" y="27620"/>
                    </a:cubicBezTo>
                    <a:cubicBezTo>
                      <a:pt x="220421" y="42784"/>
                      <a:pt x="220421" y="68780"/>
                      <a:pt x="205257" y="86110"/>
                    </a:cubicBezTo>
                    <a:lnTo>
                      <a:pt x="116439" y="172762"/>
                    </a:lnTo>
                    <a:lnTo>
                      <a:pt x="203091" y="261581"/>
                    </a:lnTo>
                    <a:cubicBezTo>
                      <a:pt x="218255" y="276745"/>
                      <a:pt x="218255" y="302740"/>
                      <a:pt x="203091" y="320071"/>
                    </a:cubicBezTo>
                    <a:cubicBezTo>
                      <a:pt x="192259" y="328736"/>
                      <a:pt x="181428" y="333069"/>
                      <a:pt x="170596" y="333069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13" name="Freeform: Shape 20">
                <a:extLst>
                  <a:ext uri="{FF2B5EF4-FFF2-40B4-BE49-F238E27FC236}">
                    <a16:creationId xmlns:a16="http://schemas.microsoft.com/office/drawing/2014/main" id="{7FC2A356-DE41-4F44-9E81-CBF9D5BAAD1B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526131" y="3353455"/>
                <a:ext cx="216558" cy="324528"/>
              </a:xfrm>
              <a:custGeom>
                <a:avLst/>
                <a:gdLst>
                  <a:gd name="connsiteX0" fmla="*/ 172221 w 216630"/>
                  <a:gd name="connsiteY0" fmla="*/ 328736 h 324945"/>
                  <a:gd name="connsiteX1" fmla="*/ 144059 w 216630"/>
                  <a:gd name="connsiteY1" fmla="*/ 315738 h 324945"/>
                  <a:gd name="connsiteX2" fmla="*/ 27079 w 216630"/>
                  <a:gd name="connsiteY2" fmla="*/ 198758 h 324945"/>
                  <a:gd name="connsiteX3" fmla="*/ 16247 w 216630"/>
                  <a:gd name="connsiteY3" fmla="*/ 170596 h 324945"/>
                  <a:gd name="connsiteX4" fmla="*/ 29245 w 216630"/>
                  <a:gd name="connsiteY4" fmla="*/ 142434 h 324945"/>
                  <a:gd name="connsiteX5" fmla="*/ 148392 w 216630"/>
                  <a:gd name="connsiteY5" fmla="*/ 27620 h 324945"/>
                  <a:gd name="connsiteX6" fmla="*/ 206882 w 216630"/>
                  <a:gd name="connsiteY6" fmla="*/ 27620 h 324945"/>
                  <a:gd name="connsiteX7" fmla="*/ 206882 w 216630"/>
                  <a:gd name="connsiteY7" fmla="*/ 86110 h 324945"/>
                  <a:gd name="connsiteX8" fmla="*/ 118063 w 216630"/>
                  <a:gd name="connsiteY8" fmla="*/ 172762 h 324945"/>
                  <a:gd name="connsiteX9" fmla="*/ 204715 w 216630"/>
                  <a:gd name="connsiteY9" fmla="*/ 261581 h 324945"/>
                  <a:gd name="connsiteX10" fmla="*/ 204715 w 216630"/>
                  <a:gd name="connsiteY10" fmla="*/ 320071 h 324945"/>
                  <a:gd name="connsiteX11" fmla="*/ 172221 w 216630"/>
                  <a:gd name="connsiteY11" fmla="*/ 328736 h 324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629" h="324945">
                    <a:moveTo>
                      <a:pt x="172221" y="328736"/>
                    </a:moveTo>
                    <a:cubicBezTo>
                      <a:pt x="161389" y="328736"/>
                      <a:pt x="150558" y="324403"/>
                      <a:pt x="144059" y="315738"/>
                    </a:cubicBezTo>
                    <a:lnTo>
                      <a:pt x="27079" y="198758"/>
                    </a:lnTo>
                    <a:cubicBezTo>
                      <a:pt x="20580" y="190093"/>
                      <a:pt x="16247" y="181428"/>
                      <a:pt x="16247" y="170596"/>
                    </a:cubicBezTo>
                    <a:cubicBezTo>
                      <a:pt x="16247" y="159765"/>
                      <a:pt x="20580" y="148933"/>
                      <a:pt x="29245" y="142434"/>
                    </a:cubicBezTo>
                    <a:lnTo>
                      <a:pt x="148392" y="27620"/>
                    </a:lnTo>
                    <a:cubicBezTo>
                      <a:pt x="163556" y="12456"/>
                      <a:pt x="189551" y="12456"/>
                      <a:pt x="206882" y="27620"/>
                    </a:cubicBezTo>
                    <a:cubicBezTo>
                      <a:pt x="222046" y="42784"/>
                      <a:pt x="222046" y="68780"/>
                      <a:pt x="206882" y="86110"/>
                    </a:cubicBezTo>
                    <a:lnTo>
                      <a:pt x="118063" y="172762"/>
                    </a:lnTo>
                    <a:lnTo>
                      <a:pt x="204715" y="261581"/>
                    </a:lnTo>
                    <a:cubicBezTo>
                      <a:pt x="219879" y="276745"/>
                      <a:pt x="219879" y="302740"/>
                      <a:pt x="204715" y="320071"/>
                    </a:cubicBezTo>
                    <a:cubicBezTo>
                      <a:pt x="191718" y="326570"/>
                      <a:pt x="183052" y="328736"/>
                      <a:pt x="172221" y="328736"/>
                    </a:cubicBezTo>
                    <a:close/>
                  </a:path>
                </a:pathLst>
              </a:custGeom>
              <a:solidFill>
                <a:srgbClr val="FFFFFF">
                  <a:alpha val="14118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54" r:id="rId17"/>
    <p:sldLayoutId id="2147483774" r:id="rId18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16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19.xml"/><Relationship Id="rId7" Type="http://schemas.openxmlformats.org/officeDocument/2006/relationships/image" Target="../media/image18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авоъгълник 3">
            <a:extLst>
              <a:ext uri="{FF2B5EF4-FFF2-40B4-BE49-F238E27FC236}">
                <a16:creationId xmlns:a16="http://schemas.microsoft.com/office/drawing/2014/main" id="{AA406088-E582-AA8A-C246-3E8AA7FA8E5A}"/>
              </a:ext>
            </a:extLst>
          </p:cNvPr>
          <p:cNvSpPr/>
          <p:nvPr/>
        </p:nvSpPr>
        <p:spPr>
          <a:xfrm>
            <a:off x="1343472" y="393652"/>
            <a:ext cx="9505056" cy="903693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ОБРАБОТКА НА ТАБЛИЧНИ ДАННИ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AF6D91B1-21CC-4C1D-93AD-573FDBDB78B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8155742">
            <a:off x="-282575" y="5740400"/>
            <a:ext cx="1911350" cy="982663"/>
          </a:xfrm>
          <a:custGeom>
            <a:avLst/>
            <a:gdLst>
              <a:gd name="connsiteX0" fmla="*/ 283190 w 1910559"/>
              <a:gd name="connsiteY0" fmla="*/ 920633 h 983402"/>
              <a:gd name="connsiteX1" fmla="*/ 257358 w 1910559"/>
              <a:gd name="connsiteY1" fmla="*/ 878055 h 983402"/>
              <a:gd name="connsiteX2" fmla="*/ 243803 w 1910559"/>
              <a:gd name="connsiteY2" fmla="*/ 810919 h 983402"/>
              <a:gd name="connsiteX3" fmla="*/ 257358 w 1910559"/>
              <a:gd name="connsiteY3" fmla="*/ 743781 h 983402"/>
              <a:gd name="connsiteX4" fmla="*/ 416286 w 1910559"/>
              <a:gd name="connsiteY4" fmla="*/ 638435 h 983402"/>
              <a:gd name="connsiteX5" fmla="*/ 539674 w 1910559"/>
              <a:gd name="connsiteY5" fmla="*/ 638435 h 983402"/>
              <a:gd name="connsiteX6" fmla="*/ 551566 w 1910559"/>
              <a:gd name="connsiteY6" fmla="*/ 636034 h 983402"/>
              <a:gd name="connsiteX7" fmla="*/ 651172 w 1910559"/>
              <a:gd name="connsiteY7" fmla="*/ 485765 h 983402"/>
              <a:gd name="connsiteX8" fmla="*/ 651173 w 1910559"/>
              <a:gd name="connsiteY8" fmla="*/ 485764 h 983402"/>
              <a:gd name="connsiteX9" fmla="*/ 591825 w 1910559"/>
              <a:gd name="connsiteY9" fmla="*/ 359920 h 983402"/>
              <a:gd name="connsiteX10" fmla="*/ 567177 w 1910559"/>
              <a:gd name="connsiteY10" fmla="*/ 344965 h 983402"/>
              <a:gd name="connsiteX11" fmla="*/ 172483 w 1910559"/>
              <a:gd name="connsiteY11" fmla="*/ 344965 h 983402"/>
              <a:gd name="connsiteX12" fmla="*/ 13555 w 1910559"/>
              <a:gd name="connsiteY12" fmla="*/ 239620 h 983402"/>
              <a:gd name="connsiteX13" fmla="*/ 0 w 1910559"/>
              <a:gd name="connsiteY13" fmla="*/ 172482 h 983402"/>
              <a:gd name="connsiteX14" fmla="*/ 13555 w 1910559"/>
              <a:gd name="connsiteY14" fmla="*/ 105345 h 983402"/>
              <a:gd name="connsiteX15" fmla="*/ 172483 w 1910559"/>
              <a:gd name="connsiteY15" fmla="*/ 0 h 983402"/>
              <a:gd name="connsiteX16" fmla="*/ 1398516 w 1910559"/>
              <a:gd name="connsiteY16" fmla="*/ 0 h 983402"/>
              <a:gd name="connsiteX17" fmla="*/ 1910559 w 1910559"/>
              <a:gd name="connsiteY17" fmla="*/ 495702 h 983402"/>
              <a:gd name="connsiteX18" fmla="*/ 1438424 w 1910559"/>
              <a:gd name="connsiteY18" fmla="*/ 983402 h 983402"/>
              <a:gd name="connsiteX19" fmla="*/ 416286 w 1910559"/>
              <a:gd name="connsiteY19" fmla="*/ 983401 h 983402"/>
              <a:gd name="connsiteX20" fmla="*/ 283190 w 1910559"/>
              <a:gd name="connsiteY20" fmla="*/ 920633 h 983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10559" h="983401">
                <a:moveTo>
                  <a:pt x="283190" y="920633"/>
                </a:moveTo>
                <a:cubicBezTo>
                  <a:pt x="272645" y="907855"/>
                  <a:pt x="263904" y="893532"/>
                  <a:pt x="257358" y="878055"/>
                </a:cubicBezTo>
                <a:lnTo>
                  <a:pt x="243803" y="810919"/>
                </a:lnTo>
                <a:lnTo>
                  <a:pt x="257358" y="743781"/>
                </a:lnTo>
                <a:cubicBezTo>
                  <a:pt x="283542" y="681873"/>
                  <a:pt x="344841" y="638435"/>
                  <a:pt x="416286" y="638435"/>
                </a:cubicBezTo>
                <a:lnTo>
                  <a:pt x="539674" y="638435"/>
                </a:lnTo>
                <a:lnTo>
                  <a:pt x="551566" y="636034"/>
                </a:lnTo>
                <a:cubicBezTo>
                  <a:pt x="610101" y="611276"/>
                  <a:pt x="651172" y="553317"/>
                  <a:pt x="651172" y="485765"/>
                </a:cubicBezTo>
                <a:lnTo>
                  <a:pt x="651173" y="485764"/>
                </a:lnTo>
                <a:cubicBezTo>
                  <a:pt x="651173" y="435101"/>
                  <a:pt x="628070" y="389833"/>
                  <a:pt x="591825" y="359920"/>
                </a:cubicBezTo>
                <a:lnTo>
                  <a:pt x="567177" y="344965"/>
                </a:lnTo>
                <a:lnTo>
                  <a:pt x="172483" y="344965"/>
                </a:lnTo>
                <a:cubicBezTo>
                  <a:pt x="101038" y="344966"/>
                  <a:pt x="39739" y="301527"/>
                  <a:pt x="13555" y="239620"/>
                </a:cubicBezTo>
                <a:lnTo>
                  <a:pt x="0" y="172482"/>
                </a:lnTo>
                <a:lnTo>
                  <a:pt x="13555" y="105345"/>
                </a:lnTo>
                <a:cubicBezTo>
                  <a:pt x="39739" y="43438"/>
                  <a:pt x="101038" y="0"/>
                  <a:pt x="172483" y="0"/>
                </a:cubicBezTo>
                <a:lnTo>
                  <a:pt x="1398516" y="0"/>
                </a:lnTo>
                <a:lnTo>
                  <a:pt x="1910559" y="495702"/>
                </a:lnTo>
                <a:lnTo>
                  <a:pt x="1438424" y="983402"/>
                </a:lnTo>
                <a:lnTo>
                  <a:pt x="416286" y="983401"/>
                </a:lnTo>
                <a:cubicBezTo>
                  <a:pt x="362703" y="983401"/>
                  <a:pt x="314826" y="958967"/>
                  <a:pt x="283190" y="920633"/>
                </a:cubicBezTo>
                <a:close/>
              </a:path>
            </a:pathLst>
          </a:custGeom>
          <a:solidFill>
            <a:srgbClr val="FFFFFF">
              <a:alpha val="23922"/>
            </a:srgb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/>
          <a:p>
            <a:pPr algn="ctr" defTabSz="914286" fontAlgn="auto"/>
            <a:endParaRPr lang="en-US"/>
          </a:p>
        </p:txBody>
      </p:sp>
      <p:grpSp>
        <p:nvGrpSpPr>
          <p:cNvPr id="23555" name="Group 204"/>
          <p:cNvGrpSpPr>
            <a:grpSpLocks/>
          </p:cNvGrpSpPr>
          <p:nvPr/>
        </p:nvGrpSpPr>
        <p:grpSpPr bwMode="auto">
          <a:xfrm>
            <a:off x="2422525" y="1128713"/>
            <a:ext cx="7392988" cy="4598987"/>
            <a:chOff x="3118501" y="1545325"/>
            <a:chExt cx="5999109" cy="3732280"/>
          </a:xfrm>
        </p:grpSpPr>
        <p:sp>
          <p:nvSpPr>
            <p:cNvPr id="23556" name="Freeform: Shape 33"/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542415" y="1551947"/>
              <a:ext cx="5339566" cy="3725658"/>
            </a:xfrm>
            <a:custGeom>
              <a:avLst/>
              <a:gdLst>
                <a:gd name="T0" fmla="*/ 850167 w 4765500"/>
                <a:gd name="T1" fmla="*/ 49140 h 3325105"/>
                <a:gd name="T2" fmla="*/ 436572 w 4765500"/>
                <a:gd name="T3" fmla="*/ 141140 h 3325105"/>
                <a:gd name="T4" fmla="*/ 78569 w 4765500"/>
                <a:gd name="T5" fmla="*/ 1345556 h 3325105"/>
                <a:gd name="T6" fmla="*/ 459947 w 4765500"/>
                <a:gd name="T7" fmla="*/ 2781258 h 3325105"/>
                <a:gd name="T8" fmla="*/ 2010061 w 4765500"/>
                <a:gd name="T9" fmla="*/ 3240142 h 3325105"/>
                <a:gd name="T10" fmla="*/ 3855437 w 4765500"/>
                <a:gd name="T11" fmla="*/ 3174939 h 3325105"/>
                <a:gd name="T12" fmla="*/ 4538225 w 4765500"/>
                <a:gd name="T13" fmla="*/ 1744157 h 3325105"/>
                <a:gd name="T14" fmla="*/ 2337308 w 4765500"/>
                <a:gd name="T15" fmla="*/ 365046 h 3325105"/>
                <a:gd name="T16" fmla="*/ 850167 w 4765500"/>
                <a:gd name="T17" fmla="*/ 49140 h 3325105"/>
                <a:gd name="T18" fmla="*/ 803964 w 4765500"/>
                <a:gd name="T19" fmla="*/ 567 h 3325105"/>
                <a:gd name="T20" fmla="*/ 2335941 w 4765500"/>
                <a:gd name="T21" fmla="*/ 325997 h 3325105"/>
                <a:gd name="T22" fmla="*/ 4603214 w 4765500"/>
                <a:gd name="T23" fmla="*/ 1746687 h 3325105"/>
                <a:gd name="T24" fmla="*/ 3899840 w 4765500"/>
                <a:gd name="T25" fmla="*/ 3220605 h 3325105"/>
                <a:gd name="T26" fmla="*/ 1998828 w 4765500"/>
                <a:gd name="T27" fmla="*/ 3287774 h 3325105"/>
                <a:gd name="T28" fmla="*/ 401979 w 4765500"/>
                <a:gd name="T29" fmla="*/ 2815055 h 3325105"/>
                <a:gd name="T30" fmla="*/ 9103 w 4765500"/>
                <a:gd name="T31" fmla="*/ 1336068 h 3325105"/>
                <a:gd name="T32" fmla="*/ 377899 w 4765500"/>
                <a:gd name="T33" fmla="*/ 95341 h 3325105"/>
                <a:gd name="T34" fmla="*/ 803964 w 4765500"/>
                <a:gd name="T35" fmla="*/ 567 h 3325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65500" h="3325105">
                  <a:moveTo>
                    <a:pt x="850167" y="49140"/>
                  </a:moveTo>
                  <a:cubicBezTo>
                    <a:pt x="690003" y="44488"/>
                    <a:pt x="546987" y="68863"/>
                    <a:pt x="436572" y="141140"/>
                  </a:cubicBezTo>
                  <a:cubicBezTo>
                    <a:pt x="131470" y="341670"/>
                    <a:pt x="106865" y="1026920"/>
                    <a:pt x="78569" y="1345556"/>
                  </a:cubicBezTo>
                  <a:cubicBezTo>
                    <a:pt x="39201" y="1771222"/>
                    <a:pt x="125319" y="2489688"/>
                    <a:pt x="459947" y="2781258"/>
                  </a:cubicBezTo>
                  <a:cubicBezTo>
                    <a:pt x="841324" y="3112195"/>
                    <a:pt x="1247307" y="3322568"/>
                    <a:pt x="2010061" y="3240142"/>
                  </a:cubicBezTo>
                  <a:cubicBezTo>
                    <a:pt x="2926597" y="3140491"/>
                    <a:pt x="3455605" y="3414837"/>
                    <a:pt x="3855437" y="3174939"/>
                  </a:cubicBezTo>
                  <a:cubicBezTo>
                    <a:pt x="4261419" y="2931349"/>
                    <a:pt x="4346306" y="2168593"/>
                    <a:pt x="4538225" y="1744157"/>
                  </a:cubicBezTo>
                  <a:cubicBezTo>
                    <a:pt x="5255460" y="162054"/>
                    <a:pt x="3348573" y="436400"/>
                    <a:pt x="2337308" y="365046"/>
                  </a:cubicBezTo>
                  <a:cubicBezTo>
                    <a:pt x="1965465" y="338288"/>
                    <a:pt x="1330656" y="63096"/>
                    <a:pt x="850167" y="49140"/>
                  </a:cubicBezTo>
                  <a:close/>
                  <a:moveTo>
                    <a:pt x="803964" y="567"/>
                  </a:moveTo>
                  <a:cubicBezTo>
                    <a:pt x="1298940" y="14944"/>
                    <a:pt x="1952888" y="298432"/>
                    <a:pt x="2335941" y="325997"/>
                  </a:cubicBezTo>
                  <a:cubicBezTo>
                    <a:pt x="3377695" y="399503"/>
                    <a:pt x="5342073" y="116885"/>
                    <a:pt x="4603214" y="1746687"/>
                  </a:cubicBezTo>
                  <a:cubicBezTo>
                    <a:pt x="4405509" y="2183919"/>
                    <a:pt x="4318062" y="2969671"/>
                    <a:pt x="3899840" y="3220605"/>
                  </a:cubicBezTo>
                  <a:cubicBezTo>
                    <a:pt x="3487954" y="3467736"/>
                    <a:pt x="2942997" y="3185119"/>
                    <a:pt x="1998828" y="3287774"/>
                  </a:cubicBezTo>
                  <a:cubicBezTo>
                    <a:pt x="1213077" y="3372685"/>
                    <a:pt x="794854" y="3155970"/>
                    <a:pt x="401979" y="2815055"/>
                  </a:cubicBezTo>
                  <a:cubicBezTo>
                    <a:pt x="57262" y="2514695"/>
                    <a:pt x="-31452" y="1774568"/>
                    <a:pt x="9103" y="1336068"/>
                  </a:cubicBezTo>
                  <a:cubicBezTo>
                    <a:pt x="38252" y="1007826"/>
                    <a:pt x="63599" y="301917"/>
                    <a:pt x="377899" y="95341"/>
                  </a:cubicBezTo>
                  <a:cubicBezTo>
                    <a:pt x="491643" y="20885"/>
                    <a:pt x="638972" y="-4225"/>
                    <a:pt x="803964" y="567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cap="flat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57" name="Freeform: Shape 14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3407876" y="1545325"/>
              <a:ext cx="5250513" cy="3613258"/>
            </a:xfrm>
            <a:custGeom>
              <a:avLst/>
              <a:gdLst>
                <a:gd name="T0" fmla="*/ 2609967 w 4714507"/>
                <a:gd name="T1" fmla="*/ 3201250 h 3244394"/>
                <a:gd name="T2" fmla="*/ 4026854 w 4714507"/>
                <a:gd name="T3" fmla="*/ 3094793 h 3244394"/>
                <a:gd name="T4" fmla="*/ 4502107 w 4714507"/>
                <a:gd name="T5" fmla="*/ 2689244 h 3244394"/>
                <a:gd name="T6" fmla="*/ 4632643 w 4714507"/>
                <a:gd name="T7" fmla="*/ 2164565 h 3244394"/>
                <a:gd name="T8" fmla="*/ 4706149 w 4714507"/>
                <a:gd name="T9" fmla="*/ 1646222 h 3244394"/>
                <a:gd name="T10" fmla="*/ 4678267 w 4714507"/>
                <a:gd name="T11" fmla="*/ 819916 h 3244394"/>
                <a:gd name="T12" fmla="*/ 4310739 w 4714507"/>
                <a:gd name="T13" fmla="*/ 21490 h 3244394"/>
                <a:gd name="T14" fmla="*/ 3142250 w 4714507"/>
                <a:gd name="T15" fmla="*/ 231869 h 3244394"/>
                <a:gd name="T16" fmla="*/ 1607501 w 4714507"/>
                <a:gd name="T17" fmla="*/ 220463 h 3244394"/>
                <a:gd name="T18" fmla="*/ 342694 w 4714507"/>
                <a:gd name="T19" fmla="*/ 334524 h 3244394"/>
                <a:gd name="T20" fmla="*/ 212158 w 4714507"/>
                <a:gd name="T21" fmla="*/ 1572716 h 3244394"/>
                <a:gd name="T22" fmla="*/ 436478 w 4714507"/>
                <a:gd name="T23" fmla="*/ 2397756 h 3244394"/>
                <a:gd name="T24" fmla="*/ 778660 w 4714507"/>
                <a:gd name="T25" fmla="*/ 3145487 h 3244394"/>
                <a:gd name="T26" fmla="*/ 1563144 w 4714507"/>
                <a:gd name="T27" fmla="*/ 3170834 h 3244394"/>
                <a:gd name="T28" fmla="*/ 2609967 w 4714507"/>
                <a:gd name="T29" fmla="*/ 3201250 h 3244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14507" h="3244394">
                  <a:moveTo>
                    <a:pt x="2609967" y="3201250"/>
                  </a:moveTo>
                  <a:cubicBezTo>
                    <a:pt x="3177736" y="3272221"/>
                    <a:pt x="3595958" y="3234201"/>
                    <a:pt x="4026854" y="3094793"/>
                  </a:cubicBezTo>
                  <a:cubicBezTo>
                    <a:pt x="4215688" y="3033961"/>
                    <a:pt x="4388046" y="2866672"/>
                    <a:pt x="4502107" y="2689244"/>
                  </a:cubicBezTo>
                  <a:cubicBezTo>
                    <a:pt x="4583217" y="2563777"/>
                    <a:pt x="4604762" y="2314111"/>
                    <a:pt x="4632643" y="2164565"/>
                  </a:cubicBezTo>
                  <a:cubicBezTo>
                    <a:pt x="4663060" y="2001078"/>
                    <a:pt x="4689673" y="1812244"/>
                    <a:pt x="4706149" y="1646222"/>
                  </a:cubicBezTo>
                  <a:cubicBezTo>
                    <a:pt x="4734030" y="1367407"/>
                    <a:pt x="4644049" y="1098731"/>
                    <a:pt x="4678267" y="819916"/>
                  </a:cubicBezTo>
                  <a:cubicBezTo>
                    <a:pt x="4722624" y="453654"/>
                    <a:pt x="4797397" y="86125"/>
                    <a:pt x="4310739" y="21490"/>
                  </a:cubicBezTo>
                  <a:cubicBezTo>
                    <a:pt x="3914061" y="-31738"/>
                    <a:pt x="3526255" y="169769"/>
                    <a:pt x="3142250" y="231869"/>
                  </a:cubicBezTo>
                  <a:cubicBezTo>
                    <a:pt x="2639116" y="314246"/>
                    <a:pt x="2111902" y="255949"/>
                    <a:pt x="1607501" y="220463"/>
                  </a:cubicBezTo>
                  <a:cubicBezTo>
                    <a:pt x="1205753" y="192582"/>
                    <a:pt x="708956" y="124145"/>
                    <a:pt x="342694" y="334524"/>
                  </a:cubicBezTo>
                  <a:cubicBezTo>
                    <a:pt x="-152836" y="619676"/>
                    <a:pt x="1780" y="1158296"/>
                    <a:pt x="212158" y="1572716"/>
                  </a:cubicBezTo>
                  <a:cubicBezTo>
                    <a:pt x="355368" y="1855334"/>
                    <a:pt x="355368" y="2102465"/>
                    <a:pt x="436478" y="2397756"/>
                  </a:cubicBezTo>
                  <a:cubicBezTo>
                    <a:pt x="494775" y="2611936"/>
                    <a:pt x="593628" y="3018753"/>
                    <a:pt x="778660" y="3145487"/>
                  </a:cubicBezTo>
                  <a:cubicBezTo>
                    <a:pt x="995375" y="3295034"/>
                    <a:pt x="1319814" y="3196181"/>
                    <a:pt x="1563144" y="3170834"/>
                  </a:cubicBezTo>
                  <a:cubicBezTo>
                    <a:pt x="1912930" y="3135348"/>
                    <a:pt x="2257646" y="3156893"/>
                    <a:pt x="2609967" y="32012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660" cap="flat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58" name="Freeform: Shape 21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 rot="21000000">
              <a:off x="3118501" y="1964872"/>
              <a:ext cx="330198" cy="385231"/>
            </a:xfrm>
            <a:custGeom>
              <a:avLst/>
              <a:gdLst>
                <a:gd name="T0" fmla="*/ 149012 w 380202"/>
                <a:gd name="T1" fmla="*/ 378104 h 443569"/>
                <a:gd name="T2" fmla="*/ 325172 w 380202"/>
                <a:gd name="T3" fmla="*/ 151250 h 443569"/>
                <a:gd name="T4" fmla="*/ 369529 w 380202"/>
                <a:gd name="T5" fmla="*/ 72675 h 443569"/>
                <a:gd name="T6" fmla="*/ 369529 w 380202"/>
                <a:gd name="T7" fmla="*/ 72675 h 443569"/>
                <a:gd name="T8" fmla="*/ 271944 w 380202"/>
                <a:gd name="T9" fmla="*/ 18179 h 443569"/>
                <a:gd name="T10" fmla="*/ 112259 w 380202"/>
                <a:gd name="T11" fmla="*/ 138577 h 443569"/>
                <a:gd name="T12" fmla="*/ 13406 w 380202"/>
                <a:gd name="T13" fmla="*/ 361629 h 443569"/>
                <a:gd name="T14" fmla="*/ 127467 w 380202"/>
                <a:gd name="T15" fmla="*/ 408520 h 443569"/>
                <a:gd name="T16" fmla="*/ 149012 w 380202"/>
                <a:gd name="T17" fmla="*/ 378104 h 443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202" h="443569">
                  <a:moveTo>
                    <a:pt x="149012" y="378104"/>
                  </a:moveTo>
                  <a:cubicBezTo>
                    <a:pt x="189566" y="251370"/>
                    <a:pt x="235191" y="188003"/>
                    <a:pt x="325172" y="151250"/>
                  </a:cubicBezTo>
                  <a:cubicBezTo>
                    <a:pt x="355588" y="138577"/>
                    <a:pt x="374598" y="105626"/>
                    <a:pt x="369529" y="72675"/>
                  </a:cubicBezTo>
                  <a:cubicBezTo>
                    <a:pt x="361925" y="27050"/>
                    <a:pt x="313766" y="436"/>
                    <a:pt x="271944" y="18179"/>
                  </a:cubicBezTo>
                  <a:cubicBezTo>
                    <a:pt x="219983" y="40991"/>
                    <a:pt x="170556" y="76477"/>
                    <a:pt x="112259" y="138577"/>
                  </a:cubicBezTo>
                  <a:cubicBezTo>
                    <a:pt x="74238" y="177864"/>
                    <a:pt x="4535" y="314737"/>
                    <a:pt x="13406" y="361629"/>
                  </a:cubicBezTo>
                  <a:cubicBezTo>
                    <a:pt x="23545" y="416124"/>
                    <a:pt x="69169" y="459214"/>
                    <a:pt x="127467" y="408520"/>
                  </a:cubicBezTo>
                  <a:cubicBezTo>
                    <a:pt x="137606" y="402184"/>
                    <a:pt x="145210" y="390777"/>
                    <a:pt x="149012" y="378104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660" cap="flat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3559" name="Group 30"/>
            <p:cNvGrpSpPr>
              <a:grpSpLocks/>
            </p:cNvGrpSpPr>
            <p:nvPr/>
          </p:nvGrpSpPr>
          <p:grpSpPr bwMode="auto">
            <a:xfrm rot="360000">
              <a:off x="3915580" y="4531671"/>
              <a:ext cx="694528" cy="546061"/>
              <a:chOff x="3139062" y="4798549"/>
              <a:chExt cx="686534" cy="53977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A61FBC2-558D-4BB6-BE79-473BBC7E9D82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3138822" y="4831311"/>
                <a:ext cx="329802" cy="506851"/>
              </a:xfrm>
              <a:custGeom>
                <a:avLst/>
                <a:gdLst>
                  <a:gd name="connsiteX0" fmla="*/ 194497 w 329508"/>
                  <a:gd name="connsiteY0" fmla="*/ 500115 h 506936"/>
                  <a:gd name="connsiteX1" fmla="*/ 217309 w 329508"/>
                  <a:gd name="connsiteY1" fmla="*/ 9654 h 506936"/>
                  <a:gd name="connsiteX2" fmla="*/ 241388 w 329508"/>
                  <a:gd name="connsiteY2" fmla="*/ 57813 h 506936"/>
                  <a:gd name="connsiteX3" fmla="*/ 188160 w 329508"/>
                  <a:gd name="connsiteY3" fmla="*/ 170606 h 506936"/>
                  <a:gd name="connsiteX4" fmla="*/ 213507 w 329508"/>
                  <a:gd name="connsiteY4" fmla="*/ 207359 h 506936"/>
                  <a:gd name="connsiteX5" fmla="*/ 194497 w 329508"/>
                  <a:gd name="connsiteY5" fmla="*/ 500115 h 5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508" h="506936">
                    <a:moveTo>
                      <a:pt x="194497" y="500115"/>
                    </a:moveTo>
                    <a:cubicBezTo>
                      <a:pt x="-81784" y="527996"/>
                      <a:pt x="-27288" y="37536"/>
                      <a:pt x="217309" y="9654"/>
                    </a:cubicBezTo>
                    <a:cubicBezTo>
                      <a:pt x="241388" y="7119"/>
                      <a:pt x="255329" y="37536"/>
                      <a:pt x="241388" y="57813"/>
                    </a:cubicBezTo>
                    <a:cubicBezTo>
                      <a:pt x="216041" y="92031"/>
                      <a:pt x="199566" y="130051"/>
                      <a:pt x="188160" y="170606"/>
                    </a:cubicBezTo>
                    <a:cubicBezTo>
                      <a:pt x="184358" y="188349"/>
                      <a:pt x="195764" y="204824"/>
                      <a:pt x="213507" y="207359"/>
                    </a:cubicBezTo>
                    <a:cubicBezTo>
                      <a:pt x="360518" y="226369"/>
                      <a:pt x="365588" y="483639"/>
                      <a:pt x="194497" y="5001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6CF9F06-E939-4FFD-A847-D80F682D8F6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3507909" y="4798306"/>
                <a:ext cx="317067" cy="506851"/>
              </a:xfrm>
              <a:custGeom>
                <a:avLst/>
                <a:gdLst>
                  <a:gd name="connsiteX0" fmla="*/ 184722 w 316835"/>
                  <a:gd name="connsiteY0" fmla="*/ 500002 h 506936"/>
                  <a:gd name="connsiteX1" fmla="*/ 194861 w 316835"/>
                  <a:gd name="connsiteY1" fmla="*/ 9541 h 506936"/>
                  <a:gd name="connsiteX2" fmla="*/ 225277 w 316835"/>
                  <a:gd name="connsiteY2" fmla="*/ 65303 h 506936"/>
                  <a:gd name="connsiteX3" fmla="*/ 179653 w 316835"/>
                  <a:gd name="connsiteY3" fmla="*/ 162889 h 506936"/>
                  <a:gd name="connsiteX4" fmla="*/ 208802 w 316835"/>
                  <a:gd name="connsiteY4" fmla="*/ 208513 h 506936"/>
                  <a:gd name="connsiteX5" fmla="*/ 184722 w 316835"/>
                  <a:gd name="connsiteY5" fmla="*/ 500002 h 5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6835" h="506936">
                    <a:moveTo>
                      <a:pt x="184722" y="500002"/>
                    </a:moveTo>
                    <a:cubicBezTo>
                      <a:pt x="-59875" y="522814"/>
                      <a:pt x="-40864" y="20947"/>
                      <a:pt x="194861" y="9541"/>
                    </a:cubicBezTo>
                    <a:cubicBezTo>
                      <a:pt x="224010" y="8273"/>
                      <a:pt x="241753" y="41224"/>
                      <a:pt x="225277" y="65303"/>
                    </a:cubicBezTo>
                    <a:cubicBezTo>
                      <a:pt x="205000" y="95720"/>
                      <a:pt x="189792" y="127404"/>
                      <a:pt x="179653" y="162889"/>
                    </a:cubicBezTo>
                    <a:cubicBezTo>
                      <a:pt x="173316" y="183166"/>
                      <a:pt x="187257" y="204711"/>
                      <a:pt x="208802" y="208513"/>
                    </a:cubicBezTo>
                    <a:cubicBezTo>
                      <a:pt x="350744" y="232593"/>
                      <a:pt x="353279" y="484794"/>
                      <a:pt x="184722" y="50000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  <p:grpSp>
          <p:nvGrpSpPr>
            <p:cNvPr id="23562" name="Group 28"/>
            <p:cNvGrpSpPr>
              <a:grpSpLocks/>
            </p:cNvGrpSpPr>
            <p:nvPr/>
          </p:nvGrpSpPr>
          <p:grpSpPr bwMode="auto">
            <a:xfrm rot="-420000">
              <a:off x="8546146" y="4615828"/>
              <a:ext cx="571464" cy="552798"/>
              <a:chOff x="8046445" y="4592230"/>
              <a:chExt cx="513125" cy="49636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2CDE3DE-C68A-41FF-94A7-58FB114CEE95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8045887" y="4591689"/>
                <a:ext cx="296111" cy="296142"/>
              </a:xfrm>
              <a:custGeom>
                <a:avLst/>
                <a:gdLst>
                  <a:gd name="connsiteX0" fmla="*/ 265027 w 405549"/>
                  <a:gd name="connsiteY0" fmla="*/ 58605 h 405549"/>
                  <a:gd name="connsiteX1" fmla="*/ 64787 w 405549"/>
                  <a:gd name="connsiteY1" fmla="*/ 265181 h 405549"/>
                  <a:gd name="connsiteX2" fmla="*/ 12826 w 405549"/>
                  <a:gd name="connsiteY2" fmla="*/ 337420 h 405549"/>
                  <a:gd name="connsiteX3" fmla="*/ 12826 w 405549"/>
                  <a:gd name="connsiteY3" fmla="*/ 337420 h 405549"/>
                  <a:gd name="connsiteX4" fmla="*/ 104074 w 405549"/>
                  <a:gd name="connsiteY4" fmla="*/ 402054 h 405549"/>
                  <a:gd name="connsiteX5" fmla="*/ 275165 w 405549"/>
                  <a:gd name="connsiteY5" fmla="*/ 300667 h 405549"/>
                  <a:gd name="connsiteX6" fmla="*/ 398098 w 405549"/>
                  <a:gd name="connsiteY6" fmla="*/ 89021 h 405549"/>
                  <a:gd name="connsiteX7" fmla="*/ 289106 w 405549"/>
                  <a:gd name="connsiteY7" fmla="*/ 29456 h 405549"/>
                  <a:gd name="connsiteX8" fmla="*/ 265027 w 405549"/>
                  <a:gd name="connsiteY8" fmla="*/ 58605 h 405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5549" h="405549">
                    <a:moveTo>
                      <a:pt x="265027" y="58605"/>
                    </a:moveTo>
                    <a:cubicBezTo>
                      <a:pt x="210531" y="180270"/>
                      <a:pt x="158570" y="237300"/>
                      <a:pt x="64787" y="265181"/>
                    </a:cubicBezTo>
                    <a:cubicBezTo>
                      <a:pt x="33103" y="274053"/>
                      <a:pt x="10291" y="304469"/>
                      <a:pt x="12826" y="337420"/>
                    </a:cubicBezTo>
                    <a:lnTo>
                      <a:pt x="12826" y="337420"/>
                    </a:lnTo>
                    <a:cubicBezTo>
                      <a:pt x="15360" y="383044"/>
                      <a:pt x="59717" y="415995"/>
                      <a:pt x="104074" y="402054"/>
                    </a:cubicBezTo>
                    <a:cubicBezTo>
                      <a:pt x="157303" y="385579"/>
                      <a:pt x="210531" y="355163"/>
                      <a:pt x="275165" y="300667"/>
                    </a:cubicBezTo>
                    <a:cubicBezTo>
                      <a:pt x="316988" y="265181"/>
                      <a:pt x="401899" y="137180"/>
                      <a:pt x="398098" y="89021"/>
                    </a:cubicBezTo>
                    <a:cubicBezTo>
                      <a:pt x="394295" y="33258"/>
                      <a:pt x="353741" y="-13634"/>
                      <a:pt x="289106" y="29456"/>
                    </a:cubicBezTo>
                    <a:cubicBezTo>
                      <a:pt x="277700" y="35792"/>
                      <a:pt x="270096" y="45931"/>
                      <a:pt x="265027" y="58605"/>
                    </a:cubicBezTo>
                    <a:close/>
                  </a:path>
                </a:pathLst>
              </a:custGeom>
              <a:solidFill>
                <a:srgbClr val="262626"/>
              </a:solidFill>
              <a:ln w="1266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BCDE01E-5E0A-40AE-B489-F694E255D106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8110559" y="4638716"/>
                <a:ext cx="448794" cy="448841"/>
              </a:xfrm>
              <a:custGeom>
                <a:avLst/>
                <a:gdLst>
                  <a:gd name="connsiteX0" fmla="*/ 265027 w 405549"/>
                  <a:gd name="connsiteY0" fmla="*/ 58605 h 405549"/>
                  <a:gd name="connsiteX1" fmla="*/ 64787 w 405549"/>
                  <a:gd name="connsiteY1" fmla="*/ 265181 h 405549"/>
                  <a:gd name="connsiteX2" fmla="*/ 12826 w 405549"/>
                  <a:gd name="connsiteY2" fmla="*/ 337420 h 405549"/>
                  <a:gd name="connsiteX3" fmla="*/ 12826 w 405549"/>
                  <a:gd name="connsiteY3" fmla="*/ 337420 h 405549"/>
                  <a:gd name="connsiteX4" fmla="*/ 104074 w 405549"/>
                  <a:gd name="connsiteY4" fmla="*/ 402054 h 405549"/>
                  <a:gd name="connsiteX5" fmla="*/ 275165 w 405549"/>
                  <a:gd name="connsiteY5" fmla="*/ 300667 h 405549"/>
                  <a:gd name="connsiteX6" fmla="*/ 398098 w 405549"/>
                  <a:gd name="connsiteY6" fmla="*/ 89021 h 405549"/>
                  <a:gd name="connsiteX7" fmla="*/ 289106 w 405549"/>
                  <a:gd name="connsiteY7" fmla="*/ 29456 h 405549"/>
                  <a:gd name="connsiteX8" fmla="*/ 265027 w 405549"/>
                  <a:gd name="connsiteY8" fmla="*/ 58605 h 405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5549" h="405549">
                    <a:moveTo>
                      <a:pt x="265027" y="58605"/>
                    </a:moveTo>
                    <a:cubicBezTo>
                      <a:pt x="210531" y="180270"/>
                      <a:pt x="158570" y="237300"/>
                      <a:pt x="64787" y="265181"/>
                    </a:cubicBezTo>
                    <a:cubicBezTo>
                      <a:pt x="33103" y="274053"/>
                      <a:pt x="10291" y="304469"/>
                      <a:pt x="12826" y="337420"/>
                    </a:cubicBezTo>
                    <a:lnTo>
                      <a:pt x="12826" y="337420"/>
                    </a:lnTo>
                    <a:cubicBezTo>
                      <a:pt x="15360" y="383044"/>
                      <a:pt x="59717" y="415995"/>
                      <a:pt x="104074" y="402054"/>
                    </a:cubicBezTo>
                    <a:cubicBezTo>
                      <a:pt x="157303" y="385579"/>
                      <a:pt x="210531" y="355163"/>
                      <a:pt x="275165" y="300667"/>
                    </a:cubicBezTo>
                    <a:cubicBezTo>
                      <a:pt x="316988" y="265181"/>
                      <a:pt x="401899" y="137180"/>
                      <a:pt x="398098" y="89021"/>
                    </a:cubicBezTo>
                    <a:cubicBezTo>
                      <a:pt x="394295" y="33258"/>
                      <a:pt x="353741" y="-13634"/>
                      <a:pt x="289106" y="29456"/>
                    </a:cubicBezTo>
                    <a:cubicBezTo>
                      <a:pt x="277700" y="35792"/>
                      <a:pt x="270096" y="45931"/>
                      <a:pt x="265027" y="58605"/>
                    </a:cubicBezTo>
                    <a:close/>
                  </a:path>
                </a:pathLst>
              </a:custGeom>
              <a:solidFill>
                <a:srgbClr val="262626"/>
              </a:solidFill>
              <a:ln w="1266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  <p:grpSp>
          <p:nvGrpSpPr>
            <p:cNvPr id="23565" name="Group 29"/>
            <p:cNvGrpSpPr>
              <a:grpSpLocks/>
            </p:cNvGrpSpPr>
            <p:nvPr/>
          </p:nvGrpSpPr>
          <p:grpSpPr bwMode="auto">
            <a:xfrm>
              <a:off x="8061301" y="1605942"/>
              <a:ext cx="707681" cy="529352"/>
              <a:chOff x="8363922" y="1420976"/>
              <a:chExt cx="677719" cy="506940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B26BD46-AEC3-4816-B6BA-8CC701F07862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724141" y="1420913"/>
                <a:ext cx="317048" cy="494746"/>
              </a:xfrm>
              <a:custGeom>
                <a:avLst/>
                <a:gdLst>
                  <a:gd name="connsiteX0" fmla="*/ 152317 w 316835"/>
                  <a:gd name="connsiteY0" fmla="*/ 9508 h 494263"/>
                  <a:gd name="connsiteX1" fmla="*/ 83881 w 316835"/>
                  <a:gd name="connsiteY1" fmla="*/ 496167 h 494263"/>
                  <a:gd name="connsiteX2" fmla="*/ 64871 w 316835"/>
                  <a:gd name="connsiteY2" fmla="*/ 445473 h 494263"/>
                  <a:gd name="connsiteX3" fmla="*/ 128238 w 316835"/>
                  <a:gd name="connsiteY3" fmla="*/ 339016 h 494263"/>
                  <a:gd name="connsiteX4" fmla="*/ 106693 w 316835"/>
                  <a:gd name="connsiteY4" fmla="*/ 299729 h 494263"/>
                  <a:gd name="connsiteX5" fmla="*/ 152317 w 316835"/>
                  <a:gd name="connsiteY5" fmla="*/ 9508 h 494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6835" h="494263">
                    <a:moveTo>
                      <a:pt x="152317" y="9508"/>
                    </a:moveTo>
                    <a:cubicBezTo>
                      <a:pt x="429865" y="8240"/>
                      <a:pt x="329745" y="491097"/>
                      <a:pt x="83881" y="496167"/>
                    </a:cubicBezTo>
                    <a:cubicBezTo>
                      <a:pt x="59802" y="496167"/>
                      <a:pt x="48396" y="464483"/>
                      <a:pt x="64871" y="445473"/>
                    </a:cubicBezTo>
                    <a:cubicBezTo>
                      <a:pt x="92753" y="413789"/>
                      <a:pt x="114297" y="378304"/>
                      <a:pt x="128238" y="339016"/>
                    </a:cubicBezTo>
                    <a:cubicBezTo>
                      <a:pt x="134575" y="322541"/>
                      <a:pt x="124436" y="303531"/>
                      <a:pt x="106693" y="299729"/>
                    </a:cubicBezTo>
                    <a:cubicBezTo>
                      <a:pt x="-37784" y="266778"/>
                      <a:pt x="-20041" y="10775"/>
                      <a:pt x="152317" y="95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D289B88-71C1-442F-B38D-FD922BACD1C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363914" y="1420913"/>
                <a:ext cx="317048" cy="507084"/>
              </a:xfrm>
              <a:custGeom>
                <a:avLst/>
                <a:gdLst>
                  <a:gd name="connsiteX0" fmla="*/ 153277 w 316835"/>
                  <a:gd name="connsiteY0" fmla="*/ 9505 h 506936"/>
                  <a:gd name="connsiteX1" fmla="*/ 97514 w 316835"/>
                  <a:gd name="connsiteY1" fmla="*/ 497431 h 506936"/>
                  <a:gd name="connsiteX2" fmla="*/ 72167 w 316835"/>
                  <a:gd name="connsiteY2" fmla="*/ 439134 h 506936"/>
                  <a:gd name="connsiteX3" fmla="*/ 126663 w 316835"/>
                  <a:gd name="connsiteY3" fmla="*/ 346618 h 506936"/>
                  <a:gd name="connsiteX4" fmla="*/ 102583 w 316835"/>
                  <a:gd name="connsiteY4" fmla="*/ 298459 h 506936"/>
                  <a:gd name="connsiteX5" fmla="*/ 153277 w 316835"/>
                  <a:gd name="connsiteY5" fmla="*/ 9505 h 5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6835" h="506936">
                    <a:moveTo>
                      <a:pt x="153277" y="9505"/>
                    </a:moveTo>
                    <a:cubicBezTo>
                      <a:pt x="399141" y="9505"/>
                      <a:pt x="333239" y="507570"/>
                      <a:pt x="97514" y="497431"/>
                    </a:cubicBezTo>
                    <a:cubicBezTo>
                      <a:pt x="68365" y="496164"/>
                      <a:pt x="53157" y="461946"/>
                      <a:pt x="72167" y="439134"/>
                    </a:cubicBezTo>
                    <a:cubicBezTo>
                      <a:pt x="94979" y="411252"/>
                      <a:pt x="113989" y="379569"/>
                      <a:pt x="126663" y="346618"/>
                    </a:cubicBezTo>
                    <a:cubicBezTo>
                      <a:pt x="134267" y="326340"/>
                      <a:pt x="122861" y="304796"/>
                      <a:pt x="102583" y="298459"/>
                    </a:cubicBezTo>
                    <a:cubicBezTo>
                      <a:pt x="-38092" y="260439"/>
                      <a:pt x="-17814" y="9505"/>
                      <a:pt x="153277" y="950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286" fontAlgn="auto"/>
                <a:endParaRPr lang="en-US"/>
              </a:p>
            </p:txBody>
          </p:sp>
        </p:grpSp>
      </p:grpSp>
      <p:sp>
        <p:nvSpPr>
          <p:cNvPr id="2" name="Правоъгълник 1"/>
          <p:cNvSpPr/>
          <p:nvPr>
            <p:custDataLst>
              <p:tags r:id="rId2"/>
            </p:custDataLst>
          </p:nvPr>
        </p:nvSpPr>
        <p:spPr>
          <a:xfrm>
            <a:off x="3156199" y="1733181"/>
            <a:ext cx="6093393" cy="317009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914286" fontAlgn="auto"/>
            <a:r>
              <a:rPr lang="ru-RU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Създаване</a:t>
            </a:r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 на таблица по </a:t>
            </a:r>
            <a:endParaRPr lang="en-US" sz="4000" b="1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  <a:p>
            <a:pPr algn="ctr" defTabSz="914286" fontAlgn="auto"/>
            <a:r>
              <a:rPr lang="ru-RU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модел</a:t>
            </a:r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 с </a:t>
            </a:r>
            <a:r>
              <a:rPr lang="ru-RU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данни</a:t>
            </a:r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 от </a:t>
            </a:r>
            <a:endParaRPr lang="en-US" sz="4000" b="1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  <a:p>
            <a:pPr algn="ctr" defTabSz="914286" fontAlgn="auto"/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различен тип.</a:t>
            </a:r>
          </a:p>
          <a:p>
            <a:pPr algn="ctr" defTabSz="914286" fontAlgn="auto"/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Формат на представяне </a:t>
            </a:r>
          </a:p>
          <a:p>
            <a:pPr algn="ctr" defTabSz="914286" fontAlgn="auto"/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166F0"/>
                </a:solidFill>
                <a:latin typeface="Calibri" pitchFamily="34" charset="0"/>
                <a:cs typeface="Calibri" pitchFamily="34" charset="0"/>
                <a:sym typeface="Wingdings"/>
              </a:rPr>
              <a:t>на данните</a:t>
            </a:r>
            <a:endParaRPr lang="ru-RU" sz="4000" b="1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3583937" y="6407901"/>
            <a:ext cx="523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Calibri" pitchFamily="34" charset="0"/>
                <a:cs typeface="Calibri" pitchFamily="34" charset="0"/>
              </a:rPr>
              <a:t>КМИТ, 6 клас, Маврова-Ненкова</a:t>
            </a:r>
          </a:p>
        </p:txBody>
      </p:sp>
      <p:pic>
        <p:nvPicPr>
          <p:cNvPr id="20" name="Картина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20" y="980728"/>
            <a:ext cx="1952884" cy="195288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01700" y="431076"/>
            <a:ext cx="10623550" cy="7078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1. </a:t>
            </a:r>
            <a:r>
              <a:rPr lang="ru-RU" altLang="ko-KR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Създаване</a:t>
            </a:r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на таблица по </a:t>
            </a:r>
            <a:r>
              <a:rPr lang="ru-RU" altLang="ko-KR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модел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1070" y="1289666"/>
            <a:ext cx="10818813" cy="20467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42900" indent="-342900" defTabSz="914286" fontAlgn="auto">
              <a:spcAft>
                <a:spcPts val="1800"/>
              </a:spcAft>
              <a:buFontTx/>
              <a:buChar char="-"/>
            </a:pPr>
            <a:r>
              <a:rPr lang="bg-BG" altLang="ko-KR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Данните на електронната таблица се организират, спрямо нуждата от използването й</a:t>
            </a:r>
          </a:p>
          <a:p>
            <a:pPr marL="342900" indent="-342900" defTabSz="914286" fontAlgn="auto">
              <a:spcAft>
                <a:spcPts val="1800"/>
              </a:spcAft>
              <a:buFontTx/>
              <a:buChar char="-"/>
            </a:pPr>
            <a:r>
              <a:rPr lang="bg-BG" altLang="ko-KR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Най-често използваните модели съдържат заглавен ред, няколко колони и редове.</a:t>
            </a:r>
            <a:endParaRPr lang="ko-KR" alt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4580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80633"/>
              </p:ext>
            </p:extLst>
          </p:nvPr>
        </p:nvGraphicFramePr>
        <p:xfrm>
          <a:off x="1991544" y="3933056"/>
          <a:ext cx="8128000" cy="18573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Стока</a:t>
                      </a:r>
                      <a:endParaRPr kumimoji="0" lang="bg-BG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Количество / кг / бр.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Цена в лв.</a:t>
                      </a:r>
                      <a:endParaRPr kumimoji="0" lang="bg-BG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Кайма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7,30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Яйца</a:t>
                      </a:r>
                      <a:endParaRPr kumimoji="0" lang="bg-BG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0,30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Лук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0,90</a:t>
                      </a:r>
                      <a:endParaRPr kumimoji="0" lang="bg-BG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Магданоз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bg-BG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0,52</a:t>
                      </a:r>
                      <a:endParaRPr kumimoji="0" lang="bg-BG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Картина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709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Текстово поле 6"/>
          <p:cNvSpPr txBox="1"/>
          <p:nvPr/>
        </p:nvSpPr>
        <p:spPr>
          <a:xfrm>
            <a:off x="3583937" y="6407901"/>
            <a:ext cx="523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Calibri" pitchFamily="34" charset="0"/>
                <a:cs typeface="Calibri" pitchFamily="34" charset="0"/>
              </a:rPr>
              <a:t>КМИТ, 6 клас, Маврова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398CC-13AD-4ED4-8256-7AF641897F6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3888" y="282575"/>
            <a:ext cx="11298237" cy="7080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2. </a:t>
            </a:r>
            <a:r>
              <a:rPr lang="ru-RU" altLang="ko-KR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Типове</a:t>
            </a:r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</a:t>
            </a:r>
            <a:r>
              <a:rPr lang="ru-RU" altLang="ko-KR" sz="4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данни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5425" y="1064915"/>
            <a:ext cx="11696700" cy="56938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42900" indent="-342900" defTabSz="914286" fontAlgn="auto">
              <a:spcAft>
                <a:spcPts val="0"/>
              </a:spcAft>
              <a:buFontTx/>
              <a:buChar char="-"/>
            </a:pPr>
            <a:r>
              <a:rPr lang="bg-BG" altLang="ko-KR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Типовете данни в електронна таблица са: 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   Числа/</a:t>
            </a:r>
            <a:r>
              <a:rPr lang="en-US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Number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, 				Процент/</a:t>
            </a:r>
            <a:r>
              <a:rPr lang="en-US" altLang="ko-KR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Procent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,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   Текст/</a:t>
            </a:r>
            <a:r>
              <a:rPr lang="en-US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Text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,  					Валута</a:t>
            </a:r>
            <a:r>
              <a:rPr lang="en-US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/Currency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Дата/</a:t>
            </a:r>
            <a:r>
              <a:rPr lang="en-US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Data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    Час</a:t>
            </a:r>
            <a:r>
              <a:rPr lang="en-US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/Time</a:t>
            </a: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, 					и др.</a:t>
            </a:r>
          </a:p>
          <a:p>
            <a:pPr defTabSz="914286" fontAlgn="auto">
              <a:spcAft>
                <a:spcPts val="0"/>
              </a:spcAft>
            </a:pPr>
            <a:endParaRPr lang="bg-BG" altLang="ko-KR" sz="28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4005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  <a:sym typeface="Wingdings"/>
            </a:endParaRPr>
          </a:p>
          <a:p>
            <a:pPr marL="342900" indent="-342900" defTabSz="914286" fontAlgn="auto">
              <a:spcAft>
                <a:spcPts val="0"/>
              </a:spcAft>
              <a:buFontTx/>
              <a:buChar char="-"/>
            </a:pPr>
            <a:r>
              <a:rPr lang="bg-BG" altLang="ko-KR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Въведените данни в клетката винаги имат някакъв тип.</a:t>
            </a:r>
          </a:p>
          <a:p>
            <a:pPr marL="342900" indent="-342900" defTabSz="914286" fontAlgn="auto">
              <a:spcAft>
                <a:spcPts val="0"/>
              </a:spcAft>
              <a:buFontTx/>
              <a:buChar char="-"/>
            </a:pPr>
            <a:r>
              <a:rPr lang="bg-BG" altLang="ko-KR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Когато не е използван подходящ тип за данните, резултатите могат да бъдат различни от очакваните.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   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   </a:t>
            </a:r>
            <a:r>
              <a:rPr lang="bg-BG" altLang="ko-KR" sz="28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Пример: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   Ако искаме да въведем 26 ноември 2018 г. – можем да зададем тип на  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  данните „</a:t>
            </a:r>
            <a:r>
              <a:rPr lang="bg-BG" altLang="ko-KR" sz="28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Дата “ </a:t>
            </a: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и да напишем 26.11.2018, но ако поставим </a:t>
            </a:r>
          </a:p>
          <a:p>
            <a:pPr defTabSz="914286" fontAlgn="auto">
              <a:spcAft>
                <a:spcPts val="0"/>
              </a:spcAft>
            </a:pPr>
            <a:r>
              <a:rPr lang="bg-BG" altLang="ko-KR" sz="28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  валута ще се появи отговор: 43 430,00 лв.</a:t>
            </a:r>
            <a:endParaRPr lang="bg-BG" altLang="ko-KR" sz="2800" i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Картина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453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7F8035-0021-4675-AAB9-A069A72E3D3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60761" y="148585"/>
            <a:ext cx="10748962" cy="7080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bg-BG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3. Формат на типа на данните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0761" y="1052736"/>
            <a:ext cx="11234738" cy="15696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>
              <a:spcAft>
                <a:spcPts val="1800"/>
              </a:spcAft>
            </a:pPr>
            <a:r>
              <a:rPr lang="bg-BG" altLang="ko-KR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Форматирането на данни в клетка става като кликнем с десен бутон върху клетката и изберем командата </a:t>
            </a:r>
            <a:r>
              <a:rPr lang="bg-BG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Форматиране на клетки/</a:t>
            </a:r>
            <a:r>
              <a:rPr lang="en-US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Format Cells</a:t>
            </a:r>
          </a:p>
        </p:txBody>
      </p:sp>
      <p:pic>
        <p:nvPicPr>
          <p:cNvPr id="26628" name="Картина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709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2807861"/>
            <a:ext cx="3143250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12" y="2708919"/>
            <a:ext cx="5162550" cy="388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Съединител &quot;права стрелка&quot; 3"/>
          <p:cNvCxnSpPr/>
          <p:nvPr/>
        </p:nvCxnSpPr>
        <p:spPr>
          <a:xfrm flipV="1">
            <a:off x="3719736" y="4509120"/>
            <a:ext cx="1440160" cy="1368152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1847528" y="5877272"/>
            <a:ext cx="1872208" cy="360040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Закръглен правоъгълник 6"/>
          <p:cNvSpPr/>
          <p:nvPr/>
        </p:nvSpPr>
        <p:spPr>
          <a:xfrm>
            <a:off x="5303912" y="3356992"/>
            <a:ext cx="1276995" cy="2232248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2708920"/>
            <a:ext cx="5616623" cy="279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1">
            <a:extLst>
              <a:ext uri="{FF2B5EF4-FFF2-40B4-BE49-F238E27FC236}">
                <a16:creationId xmlns:a16="http://schemas.microsoft.com/office/drawing/2014/main" id="{E27F8035-0021-4675-AAB9-A069A72E3D3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62926" y="301397"/>
            <a:ext cx="10748963" cy="7080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4. Формат на представяне на данните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0825" y="1350963"/>
            <a:ext cx="11472863" cy="15700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>
              <a:spcAft>
                <a:spcPts val="1800"/>
              </a:spcAft>
              <a:buClr>
                <a:srgbClr val="FFFFFF"/>
              </a:buClr>
              <a:buSzPct val="116000"/>
            </a:pPr>
            <a:r>
              <a:rPr lang="bg-BG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Закръгляне на десетична дроб до желан знак след десетичната запетая се избира от </a:t>
            </a:r>
            <a:r>
              <a:rPr lang="en-US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Decimal places</a:t>
            </a:r>
            <a:r>
              <a:rPr lang="bg-BG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 pitchFamily="34" charset="0"/>
                <a:cs typeface="Calibri" pitchFamily="34" charset="0"/>
                <a:sym typeface="Wingdings"/>
              </a:rPr>
              <a:t> на категорията  </a:t>
            </a:r>
            <a:r>
              <a:rPr lang="bg-BG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Число/</a:t>
            </a:r>
            <a:r>
              <a:rPr lang="en-US" altLang="ko-KR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Number</a:t>
            </a:r>
            <a:endParaRPr lang="ru-RU" altLang="ko-KR" sz="32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7653" name="Картина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2602632"/>
            <a:ext cx="5880100" cy="406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" name="Картина 7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709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Овал 7"/>
          <p:cNvSpPr/>
          <p:nvPr/>
        </p:nvSpPr>
        <p:spPr>
          <a:xfrm>
            <a:off x="5579666" y="3748298"/>
            <a:ext cx="2460550" cy="360040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8433" y="77133"/>
            <a:ext cx="10623550" cy="7078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УПРАЖНЕНИЕ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1071" y="783737"/>
            <a:ext cx="4310834" cy="5232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 defTabSz="914286" fontAlgn="auto">
              <a:spcAft>
                <a:spcPts val="1800"/>
              </a:spcAft>
            </a:pP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зад.1/стр.26 от учебника </a:t>
            </a:r>
            <a:endParaRPr lang="ko-KR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4580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58573"/>
              </p:ext>
            </p:extLst>
          </p:nvPr>
        </p:nvGraphicFramePr>
        <p:xfrm>
          <a:off x="1047367" y="1306957"/>
          <a:ext cx="10521241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7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Код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Стока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Цена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Дата на производство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Час на производство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Хляб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1,50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15.11.2021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8:45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Кисело мляко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0,96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17.11.2021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9:15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Сирене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8,50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15.11.2021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14:03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Кашкавал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15,20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20.11.2021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9:09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Шоколад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1,50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  <a:cs typeface="Calibri" pitchFamily="34" charset="0"/>
                        </a:rPr>
                        <a:t>18.11.2021</a:t>
                      </a:r>
                      <a:endParaRPr kumimoji="0" lang="bg-BG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19:30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1" name="Картина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709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921071" y="4719411"/>
            <a:ext cx="109465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440054"/>
                </a:solidFill>
                <a:latin typeface="Calibri" pitchFamily="34" charset="0"/>
                <a:cs typeface="Calibri" pitchFamily="34" charset="0"/>
              </a:rPr>
              <a:t>Въведете таблицата като приложите подходящите типове към данните в колоните. Съхранете я във файл с име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produkti.xlsx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bg-BG" sz="2800" dirty="0">
                <a:solidFill>
                  <a:srgbClr val="440054"/>
                </a:solidFill>
                <a:latin typeface="Calibri" pitchFamily="34" charset="0"/>
                <a:cs typeface="Calibri" pitchFamily="34" charset="0"/>
              </a:rPr>
              <a:t>във Вашата папка на компютъра.</a:t>
            </a:r>
            <a:r>
              <a:rPr lang="bg-BG" sz="2800" b="1" dirty="0"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34440575-ECD4-0CD7-A20B-C24D37BA35A9}"/>
              </a:ext>
            </a:extLst>
          </p:cNvPr>
          <p:cNvSpPr txBox="1"/>
          <p:nvPr/>
        </p:nvSpPr>
        <p:spPr>
          <a:xfrm>
            <a:off x="2279576" y="6330942"/>
            <a:ext cx="523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dirty="0">
                <a:latin typeface="Calibri" pitchFamily="34" charset="0"/>
                <a:cs typeface="Calibri" pitchFamily="34" charset="0"/>
              </a:rPr>
              <a:t>КМИТ, 6 клас,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3263546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7788-64C7-9EBC-5965-6853D048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F611CA-2D50-7ED5-FB21-4F49F67928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78243" y="182553"/>
            <a:ext cx="10623550" cy="7078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/>
            <a:r>
              <a:rPr lang="ru-RU" altLang="ko-KR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УПРАЖНЕНИЕ</a:t>
            </a:r>
            <a:endParaRPr lang="ko-KR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1" name="Картина 7">
            <a:extLst>
              <a:ext uri="{FF2B5EF4-FFF2-40B4-BE49-F238E27FC236}">
                <a16:creationId xmlns:a16="http://schemas.microsoft.com/office/drawing/2014/main" id="{C288EDFD-DD51-C50F-99AB-299518844C1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709" y="139136"/>
            <a:ext cx="1032549" cy="10325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4A55EA0-3913-3DF9-8F7B-DA4D1A09361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78243" y="941537"/>
            <a:ext cx="10818813" cy="5232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defTabSz="914286" fontAlgn="auto">
              <a:spcAft>
                <a:spcPts val="1800"/>
              </a:spcAft>
            </a:pPr>
            <a:r>
              <a:rPr lang="bg-BG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  <a:sym typeface="Wingdings"/>
              </a:rPr>
              <a:t>зад.2/стр.27 от учебника </a:t>
            </a:r>
            <a:endParaRPr lang="ko-KR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4BB618DE-AD63-143B-9760-2371F0055536}"/>
              </a:ext>
            </a:extLst>
          </p:cNvPr>
          <p:cNvSpPr txBox="1"/>
          <p:nvPr/>
        </p:nvSpPr>
        <p:spPr>
          <a:xfrm>
            <a:off x="842377" y="1712300"/>
            <a:ext cx="109465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latin typeface="Calibri" pitchFamily="34" charset="0"/>
                <a:cs typeface="Calibri" pitchFamily="34" charset="0"/>
              </a:rPr>
              <a:t>Отворете файла </a:t>
            </a:r>
            <a:r>
              <a:rPr lang="en-US" sz="2800" b="1" dirty="0"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sreden_uspeh.xlsx </a:t>
            </a:r>
            <a:r>
              <a:rPr lang="bg-BG" sz="2800" dirty="0">
                <a:solidFill>
                  <a:srgbClr val="440054"/>
                </a:solidFill>
                <a:latin typeface="Calibri" pitchFamily="34" charset="0"/>
                <a:cs typeface="Calibri" pitchFamily="34" charset="0"/>
              </a:rPr>
              <a:t>от приложените материали към урока</a:t>
            </a:r>
            <a:r>
              <a:rPr lang="bg-BG" sz="2800" b="1" dirty="0"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 </a:t>
            </a:r>
            <a:r>
              <a:rPr lang="bg-BG" sz="2800" dirty="0">
                <a:solidFill>
                  <a:srgbClr val="440054"/>
                </a:solidFill>
                <a:latin typeface="Calibri" pitchFamily="34" charset="0"/>
                <a:cs typeface="Calibri" pitchFamily="34" charset="0"/>
              </a:rPr>
              <a:t>Въведете в таблицата имена на шестима от съучениците си и срочните им оценки по отделните предмети</a:t>
            </a:r>
            <a:r>
              <a:rPr lang="bg-BG" sz="2800" b="1" dirty="0">
                <a:solidFill>
                  <a:srgbClr val="440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 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01248437-92CE-11AB-3980-41EF07F05DED}"/>
              </a:ext>
            </a:extLst>
          </p:cNvPr>
          <p:cNvSpPr txBox="1"/>
          <p:nvPr/>
        </p:nvSpPr>
        <p:spPr>
          <a:xfrm>
            <a:off x="2279576" y="6330942"/>
            <a:ext cx="523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dirty="0">
                <a:latin typeface="Calibri" pitchFamily="34" charset="0"/>
                <a:cs typeface="Calibri" pitchFamily="34" charset="0"/>
              </a:rPr>
              <a:t>КМИТ, 6 клас, Маврова-Ненкова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9006765-C165-88B1-3E23-F9C8F26361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8" t="24294" r="32872" b="47900"/>
          <a:stretch>
            <a:fillRect/>
          </a:stretch>
        </p:blipFill>
        <p:spPr>
          <a:xfrm>
            <a:off x="911424" y="3429000"/>
            <a:ext cx="9525162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182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heme/theme1.xml><?xml version="1.0" encoding="utf-8"?>
<a:theme xmlns:a="http://schemas.openxmlformats.org/drawingml/2006/main" name="Cover and End Slide Master">
  <a:themeElements>
    <a:clrScheme name="abstract bubb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0074"/>
      </a:accent1>
      <a:accent2>
        <a:srgbClr val="B600E0"/>
      </a:accent2>
      <a:accent3>
        <a:srgbClr val="2FD0BC"/>
      </a:accent3>
      <a:accent4>
        <a:srgbClr val="6166F0"/>
      </a:accent4>
      <a:accent5>
        <a:srgbClr val="D8D8D8"/>
      </a:accent5>
      <a:accent6>
        <a:srgbClr val="262626"/>
      </a:accent6>
      <a:hlink>
        <a:srgbClr val="BFBFBF"/>
      </a:hlink>
      <a:folHlink>
        <a:srgbClr val="BFBFBF"/>
      </a:folHlink>
    </a:clrScheme>
    <a:fontScheme name="MAX-THEME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bstract bubb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0074"/>
      </a:accent1>
      <a:accent2>
        <a:srgbClr val="B600E0"/>
      </a:accent2>
      <a:accent3>
        <a:srgbClr val="2FD0BC"/>
      </a:accent3>
      <a:accent4>
        <a:srgbClr val="6166F0"/>
      </a:accent4>
      <a:accent5>
        <a:srgbClr val="D8D8D8"/>
      </a:accent5>
      <a:accent6>
        <a:srgbClr val="262626"/>
      </a:accent6>
      <a:hlink>
        <a:srgbClr val="BFBFBF"/>
      </a:hlink>
      <a:folHlink>
        <a:srgbClr val="BFBFBF"/>
      </a:folHlink>
    </a:clrScheme>
    <a:fontScheme name="MAX-THEME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bstract bubb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0074"/>
      </a:accent1>
      <a:accent2>
        <a:srgbClr val="B600E0"/>
      </a:accent2>
      <a:accent3>
        <a:srgbClr val="2FD0BC"/>
      </a:accent3>
      <a:accent4>
        <a:srgbClr val="6166F0"/>
      </a:accent4>
      <a:accent5>
        <a:srgbClr val="D8D8D8"/>
      </a:accent5>
      <a:accent6>
        <a:srgbClr val="262626"/>
      </a:accent6>
      <a:hlink>
        <a:srgbClr val="BFBFBF"/>
      </a:hlink>
      <a:folHlink>
        <a:srgbClr val="BFBFBF"/>
      </a:folHlink>
    </a:clrScheme>
    <a:fontScheme name="MAX-THEME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4166</TotalTime>
  <Words>388</Words>
  <Application>Microsoft Office PowerPoint</Application>
  <PresentationFormat>Широк екран</PresentationFormat>
  <Paragraphs>81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3</vt:i4>
      </vt:variant>
      <vt:variant>
        <vt:lpstr>Заглавия на слайдовете</vt:lpstr>
      </vt:variant>
      <vt:variant>
        <vt:i4>7</vt:i4>
      </vt:variant>
    </vt:vector>
  </HeadingPairs>
  <TitlesOfParts>
    <vt:vector size="12" baseType="lpstr">
      <vt:lpstr>Arial</vt:lpstr>
      <vt:lpstr>Calibri</vt:lpstr>
      <vt:lpstr>Cover and End Slide Master</vt:lpstr>
      <vt:lpstr>Contents Slide Master</vt:lpstr>
      <vt:lpstr>Section Break Slide Master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на таблица по модел с данни от различен тип. Формат на представяне на данните</dc:title>
  <dc:creator>Елена Маврова-Ненкова</dc:creator>
  <cp:lastModifiedBy>Elena Nenkova</cp:lastModifiedBy>
  <cp:revision>120</cp:revision>
  <cp:lastPrinted>1601-01-01T00:00:00Z</cp:lastPrinted>
  <dcterms:created xsi:type="dcterms:W3CDTF">2018-04-24T17:14:44Z</dcterms:created>
  <dcterms:modified xsi:type="dcterms:W3CDTF">2026-07-25T07:02:28Z</dcterms:modified>
</cp:coreProperties>
</file>