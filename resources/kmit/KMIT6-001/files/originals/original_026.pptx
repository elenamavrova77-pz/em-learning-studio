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8" r:id="rId5"/>
    <p:sldId id="270" r:id="rId6"/>
    <p:sldId id="271" r:id="rId7"/>
    <p:sldId id="269" r:id="rId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4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1FBA839-55A3-454C-8AFE-F5197F74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2B5DD039-94BD-41A5-A18E-A5D531584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FD9D89D-3633-4893-B738-D0F96BDD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FF44C0ED-C2FB-4DD4-9537-598580783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4A180236-AE43-40CD-940D-B5D2A9A5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030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9FDA233-4DA2-4DCB-8F25-2BA7C97B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CA390A4-A849-4828-825C-E4DACB5AC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53B1ED1E-442B-4353-AF47-3233A48F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12D14280-FE28-4609-93AA-3EE62CAD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DDB804A1-838E-4951-B2CF-0078DC76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22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3295AAB-A986-4385-97D5-A2EE2B95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680EB04-B3D4-4CC0-A385-BF8338A7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91176E9-F56C-4F04-A3FC-F21A8EB5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22FD888F-C335-4010-9773-1218254C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94BDE7E3-340F-4AEA-B854-64DCD0E3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097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AA2BB18-02D3-4CBC-B499-FC4E2E2B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A1B722F-8CFC-44F6-9F89-6DAB7337E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A996A875-22AA-4EE7-BF4E-08D67ADC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DF59732C-3DDD-4180-9112-73282718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9F034855-4BCD-405B-9730-A466D2286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BF044732-8A1B-4863-9794-577FFBBC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36436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E076BA7-9CF5-4591-9562-8AB0DE49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1B2251E-52C0-45B8-A648-1AAC11E11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58C0A331-A688-43C7-8FEC-4B5F7AFCB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06392016-FAAE-4B53-B2EE-315934FF8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24908044-1B8F-414B-B2FB-07245DA0DF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id="{8423AAD8-4A8E-46DF-98A3-A50695AD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id="{A4D5F216-D8B0-4C3A-989E-7C5BED27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id="{2DC71AAE-EF4E-4D67-B918-6672D07D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859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DC27453-3D31-440B-A4AD-CC0472410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9CE4CABD-9200-4585-B1BA-1661FD42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id="{E390AE3D-CF0F-411F-A39B-C97434E7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id="{3471064F-8704-4207-AF61-DC5C4093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3478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5C58847B-30AF-4504-8409-724C3AAF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id="{175A9604-255A-419C-BD95-B40718C9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id="{33764293-0B1C-4925-ADA4-1F0F494DA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095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F9FBA62-A182-48CE-8CAE-ABAF17B22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01CC7A1-2C44-473C-B432-A6357CF41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41234B14-D50B-4DDC-BB7F-0DD618D16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3979AB40-8A09-4D39-BA89-0BE260E9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C496991C-63D9-4F78-9FE5-A0DF296F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53E9E999-2385-46C5-BCE5-03573E93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8253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28F7A32-BED9-48BB-A99D-199C6EEA1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5A97E66F-799D-4B4E-BF7D-E0CCE59DE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C0171387-239A-4270-9091-DDB141FBA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E33CF850-B9AB-4FC9-B64E-B363D88E2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5016F1C9-7055-428D-B413-E1065B64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0AE7D4E8-C9AB-417F-ADBC-B0D8A7469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874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0F8A592-8FC2-4D72-8426-C103A5675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96CF9280-F14B-4CA2-9B88-A75C3F070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A70E189F-564D-4014-9F60-A015A6FC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D6384D04-53F3-4BA3-80E0-8B5DD6CA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321F03DB-07E9-485E-A7E7-49AF7FEE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7398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id="{9300AB19-8946-40A3-B421-BB6A7244F8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E41B9707-CD7D-4017-8CCD-0106CCAE0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6AC72EE5-0436-463B-8FEA-A9423723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6C95DD8D-F4F5-4710-BC35-B7519216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6FE3727-7D91-4C58-9313-0BACB453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068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21221524-8210-4FC2-AC35-5648D9DA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F6D1C459-63E5-4B9E-AF6C-45ECCABD9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44344A41-0B73-4600-906E-5269DEBA9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65FE7-D2DF-44CC-8FDD-C601C580CD40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CEBB36C0-F387-4485-BD54-326DADA60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9F0D6E41-FAE4-41C7-A74E-C22870BEE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A641B-67E0-4576-A7E9-748BE43D49A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749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360" y="22650"/>
            <a:ext cx="9159641" cy="68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3553512" y="6444133"/>
            <a:ext cx="5112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463770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3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762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39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557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0437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0"/>
            <a:ext cx="9144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905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3107668" y="244206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 устройствата за разговор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764704"/>
            <a:ext cx="8136904" cy="5581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461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916" y="12080"/>
            <a:ext cx="9169085" cy="6845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08124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</Words>
  <Application>Microsoft Office PowerPoint</Application>
  <PresentationFormat>Широк екран</PresentationFormat>
  <Paragraphs>2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на Office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Маврова-Ненкова</dc:creator>
  <cp:lastModifiedBy>Elena Nenkova</cp:lastModifiedBy>
  <cp:revision>3</cp:revision>
  <dcterms:created xsi:type="dcterms:W3CDTF">2021-04-19T15:45:57Z</dcterms:created>
  <dcterms:modified xsi:type="dcterms:W3CDTF">2026-07-25T13:44:37Z</dcterms:modified>
</cp:coreProperties>
</file>