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59" r:id="rId1"/>
  </p:sldMasterIdLst>
  <p:notesMasterIdLst>
    <p:notesMasterId r:id="rId9"/>
  </p:notesMasterIdLst>
  <p:sldIdLst>
    <p:sldId id="275" r:id="rId2"/>
    <p:sldId id="258" r:id="rId3"/>
    <p:sldId id="274" r:id="rId4"/>
    <p:sldId id="257" r:id="rId5"/>
    <p:sldId id="276" r:id="rId6"/>
    <p:sldId id="277" r:id="rId7"/>
    <p:sldId id="278" r:id="rId8"/>
  </p:sldIdLst>
  <p:sldSz cx="9144000" cy="5143500" type="screen16x9"/>
  <p:notesSz cx="6858000" cy="9144000"/>
  <p:embeddedFontLst>
    <p:embeddedFont>
      <p:font typeface="Nixie One" panose="020B0604020202020204" charset="0"/>
      <p:regular r:id="rId10"/>
    </p:embeddedFont>
    <p:embeddedFont>
      <p:font typeface="Varela Round" panose="00000500000000000000" pitchFamily="2" charset="-79"/>
      <p:regular r:id="rId11"/>
    </p:embeddedFont>
  </p:embeddedFontLst>
  <p:custDataLst>
    <p:tags r:id="rId12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34.xml"/><Relationship Id="rId3" Type="http://schemas.openxmlformats.org/officeDocument/2006/relationships/tags" Target="../tags/tag3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3;n"/>
          <p:cNvSpPr>
            <a:spLocks noGrp="1" noRot="1" noChangeAspect="1"/>
          </p:cNvSpPr>
          <p:nvPr>
            <p:ph type="sldImg"/>
            <p:custDataLst>
              <p:tags r:id="rId2"/>
            </p:custDataLst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Google Shape;4;n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136968566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notesMaster" Target="../notesMasters/notesMaster1.xml"/><Relationship Id="rId4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notesMaster" Target="../notesMasters/notesMaster1.xml"/><Relationship Id="rId4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notesMaster" Target="../notesMasters/notesMaster1.xml"/><Relationship Id="rId4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206;g35f391192_04:notes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11267" name="Google Shape;207;g35f391192_04:note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SzPts val="1400"/>
            </a:pPr>
            <a:endParaRPr lang="bg-BG" altLang="bg-BG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06;g35f391192_04:notes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12291" name="Google Shape;207;g35f391192_04:note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SzPts val="1400"/>
            </a:pPr>
            <a:endParaRPr lang="bg-BG" altLang="bg-BG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197;g3606f1c2d_30:notes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13315" name="Google Shape;198;g3606f1c2d_30:note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  <a:buSzPts val="1400"/>
            </a:pPr>
            <a:endParaRPr lang="bg-BG" altLang="bg-BG" sz="11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tags" Target="../tags/tag11.xml"/><Relationship Id="rId11" Type="http://schemas.openxmlformats.org/officeDocument/2006/relationships/tags" Target="../tags/tag12.xml"/><Relationship Id="rId12" Type="http://schemas.openxmlformats.org/officeDocument/2006/relationships/tags" Target="../tags/tag13.xml"/><Relationship Id="rId13" Type="http://schemas.openxmlformats.org/officeDocument/2006/relationships/tags" Target="../tags/tag14.xml"/><Relationship Id="rId14" Type="http://schemas.openxmlformats.org/officeDocument/2006/relationships/tags" Target="../tags/tag15.xml"/><Relationship Id="rId15" Type="http://schemas.openxmlformats.org/officeDocument/2006/relationships/tags" Target="../tags/tag16.xml"/><Relationship Id="rId16" Type="http://schemas.openxmlformats.org/officeDocument/2006/relationships/tags" Target="../tags/tag17.xml"/><Relationship Id="rId1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Relationship Id="rId10" Type="http://schemas.openxmlformats.org/officeDocument/2006/relationships/tags" Target="../tags/tag27.xml"/><Relationship Id="rId11" Type="http://schemas.openxmlformats.org/officeDocument/2006/relationships/tags" Target="../tags/tag28.xml"/><Relationship Id="rId12" Type="http://schemas.openxmlformats.org/officeDocument/2006/relationships/tags" Target="../tags/tag29.xml"/><Relationship Id="rId13" Type="http://schemas.openxmlformats.org/officeDocument/2006/relationships/tags" Target="../tags/tag30.xml"/><Relationship Id="rId14" Type="http://schemas.openxmlformats.org/officeDocument/2006/relationships/tags" Target="../tags/tag31.xml"/><Relationship Id="rId15" Type="http://schemas.openxmlformats.org/officeDocument/2006/relationships/tags" Target="../tags/tag32.xml"/><Relationship Id="rId16" Type="http://schemas.openxmlformats.org/officeDocument/2006/relationships/tags" Target="../tags/tag33.xml"/><Relationship Id="rId17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9;p7"/>
          <p:cNvSpPr/>
          <p:nvPr>
            <p:custDataLst>
              <p:tags r:id="rId1"/>
            </p:custDataLst>
          </p:nvPr>
        </p:nvSpPr>
        <p:spPr>
          <a:xfrm>
            <a:off x="-358775" y="2193925"/>
            <a:ext cx="2347913" cy="2347913"/>
          </a:xfrm>
          <a:prstGeom prst="donut">
            <a:avLst>
              <a:gd name="adj" fmla="val 36789"/>
            </a:avLst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6" name="Google Shape;100;p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8438" y="-320675"/>
            <a:ext cx="977900" cy="977900"/>
          </a:xfrm>
          <a:prstGeom prst="ellipse">
            <a:avLst/>
          </a:prstGeom>
          <a:noFill/>
          <a:ln w="9525" cap="flat" algn="ctr">
            <a:solidFill>
              <a:srgbClr val="E8004C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7" name="Google Shape;101;p7"/>
          <p:cNvSpPr/>
          <p:nvPr>
            <p:custDataLst>
              <p:tags r:id="rId3"/>
            </p:custDataLst>
          </p:nvPr>
        </p:nvSpPr>
        <p:spPr>
          <a:xfrm>
            <a:off x="198438" y="420688"/>
            <a:ext cx="657225" cy="657225"/>
          </a:xfrm>
          <a:prstGeom prst="ellipse">
            <a:avLst/>
          </a:prstGeom>
          <a:solidFill>
            <a:srgbClr val="ED4A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8" name="Google Shape;102;p7"/>
          <p:cNvSpPr/>
          <p:nvPr>
            <p:custDataLst>
              <p:tags r:id="rId4"/>
            </p:custDataLst>
          </p:nvPr>
        </p:nvSpPr>
        <p:spPr>
          <a:xfrm>
            <a:off x="1176338" y="657225"/>
            <a:ext cx="846137" cy="846138"/>
          </a:xfrm>
          <a:prstGeom prst="donut">
            <a:avLst>
              <a:gd name="adj" fmla="val 22275"/>
            </a:avLst>
          </a:prstGeom>
          <a:solidFill>
            <a:srgbClr val="00ACC3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9" name="Google Shape;103;p7"/>
          <p:cNvSpPr/>
          <p:nvPr>
            <p:custDataLst>
              <p:tags r:id="rId5"/>
            </p:custDataLst>
          </p:nvPr>
        </p:nvSpPr>
        <p:spPr>
          <a:xfrm>
            <a:off x="887413" y="4141788"/>
            <a:ext cx="1208087" cy="1208087"/>
          </a:xfrm>
          <a:prstGeom prst="ellipse">
            <a:avLst/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0" name="Google Shape;104;p7"/>
          <p:cNvSpPr/>
          <p:nvPr>
            <p:custDataLst>
              <p:tags r:id="rId6"/>
            </p:custDataLst>
          </p:nvPr>
        </p:nvSpPr>
        <p:spPr>
          <a:xfrm>
            <a:off x="153988" y="4799013"/>
            <a:ext cx="550862" cy="550862"/>
          </a:xfrm>
          <a:prstGeom prst="donut">
            <a:avLst>
              <a:gd name="adj" fmla="val 18606"/>
            </a:avLst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1" name="Google Shape;105;p7"/>
          <p:cNvSpPr/>
          <p:nvPr>
            <p:custDataLst>
              <p:tags r:id="rId7"/>
            </p:custDataLst>
          </p:nvPr>
        </p:nvSpPr>
        <p:spPr>
          <a:xfrm>
            <a:off x="1173163" y="1697038"/>
            <a:ext cx="304800" cy="304800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2" name="Google Shape;106;p7"/>
          <p:cNvSpPr/>
          <p:nvPr>
            <p:custDataLst>
              <p:tags r:id="rId8"/>
            </p:custDataLst>
          </p:nvPr>
        </p:nvSpPr>
        <p:spPr>
          <a:xfrm>
            <a:off x="7843838" y="619125"/>
            <a:ext cx="550862" cy="550863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3" name="Google Shape;107;p7"/>
          <p:cNvSpPr/>
          <p:nvPr>
            <p:custDataLst>
              <p:tags r:id="rId9"/>
            </p:custDataLst>
          </p:nvPr>
        </p:nvSpPr>
        <p:spPr>
          <a:xfrm>
            <a:off x="7515225" y="-73025"/>
            <a:ext cx="396875" cy="396875"/>
          </a:xfrm>
          <a:prstGeom prst="donut">
            <a:avLst>
              <a:gd name="adj" fmla="val 30568"/>
            </a:avLst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4" name="Google Shape;108;p7"/>
          <p:cNvSpPr/>
          <p:nvPr>
            <p:custDataLst>
              <p:tags r:id="rId10"/>
            </p:custDataLst>
          </p:nvPr>
        </p:nvSpPr>
        <p:spPr>
          <a:xfrm>
            <a:off x="8651875" y="1030288"/>
            <a:ext cx="304800" cy="304800"/>
          </a:xfrm>
          <a:prstGeom prst="ellipse">
            <a:avLst/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5" name="Google Shape;109;p7"/>
          <p:cNvSpPr/>
          <p:nvPr>
            <p:custDataLst>
              <p:tags r:id="rId11"/>
            </p:custDataLst>
          </p:nvPr>
        </p:nvSpPr>
        <p:spPr>
          <a:xfrm>
            <a:off x="8097838" y="166688"/>
            <a:ext cx="741362" cy="741362"/>
          </a:xfrm>
          <a:prstGeom prst="donut">
            <a:avLst>
              <a:gd name="adj" fmla="val 8064"/>
            </a:avLst>
          </a:prstGeom>
          <a:solidFill>
            <a:srgbClr val="00ACC3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6" name="Google Shape;110;p7"/>
          <p:cNvSpPr/>
          <p:nvPr>
            <p:custDataLst>
              <p:tags r:id="rId12"/>
            </p:custDataLst>
          </p:nvPr>
        </p:nvSpPr>
        <p:spPr>
          <a:xfrm>
            <a:off x="8394700" y="1504950"/>
            <a:ext cx="187325" cy="187325"/>
          </a:xfrm>
          <a:prstGeom prst="ellipse">
            <a:avLst/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7" name="Google Shape;111;p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-206375" y="2347913"/>
            <a:ext cx="2039938" cy="2039937"/>
          </a:xfrm>
          <a:prstGeom prst="ellipse">
            <a:avLst/>
          </a:prstGeom>
          <a:noFill/>
          <a:ln w="9525" cap="flat" algn="ctr">
            <a:solidFill>
              <a:srgbClr val="65BB48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8" name="Google Shape;112;p7"/>
          <p:cNvSpPr/>
          <p:nvPr>
            <p:custDataLst>
              <p:tags r:id="rId14"/>
            </p:custDataLst>
          </p:nvPr>
        </p:nvSpPr>
        <p:spPr>
          <a:xfrm>
            <a:off x="304800" y="-214313"/>
            <a:ext cx="765175" cy="765176"/>
          </a:xfrm>
          <a:prstGeom prst="ellipse">
            <a:avLst/>
          </a:prstGeom>
          <a:solidFill>
            <a:srgbClr val="E8004C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9" name="Google Shape;113;p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532813" y="911225"/>
            <a:ext cx="542925" cy="542925"/>
          </a:xfrm>
          <a:prstGeom prst="ellipse">
            <a:avLst/>
          </a:prstGeom>
          <a:noFill/>
          <a:ln w="9525" cap="flat" algn="ctr">
            <a:solidFill>
              <a:srgbClr val="F8BB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96" name="Google Shape;96;p7"/>
          <p:cNvSpPr txBox="1">
            <a:spLocks noGrp="1"/>
          </p:cNvSpPr>
          <p:nvPr>
            <p:ph type="title"/>
          </p:nvPr>
        </p:nvSpPr>
        <p:spPr>
          <a:xfrm>
            <a:off x="2935875" y="909050"/>
            <a:ext cx="5275500" cy="641100"/>
          </a:xfrm>
          <a:prstGeom prst="rect">
            <a:avLst/>
          </a:prstGeom>
        </p:spPr>
        <p:txBody>
          <a:bodyPr spcFirstLastPara="1"/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9pPr>
          </a:lstStyle>
          <a:p>
            <a:endParaRPr noProof="0"/>
          </a:p>
        </p:txBody>
      </p:sp>
      <p:sp>
        <p:nvSpPr>
          <p:cNvPr id="97" name="Google Shape;97;p7"/>
          <p:cNvSpPr txBox="1">
            <a:spLocks noGrp="1"/>
          </p:cNvSpPr>
          <p:nvPr>
            <p:ph type="body" idx="1"/>
          </p:nvPr>
        </p:nvSpPr>
        <p:spPr>
          <a:xfrm>
            <a:off x="2935875" y="1550150"/>
            <a:ext cx="2560500" cy="3375900"/>
          </a:xfrm>
          <a:prstGeom prst="rect">
            <a:avLst/>
          </a:prstGeom>
        </p:spPr>
        <p:txBody>
          <a:bodyPr spcFirstLastPara="1"/>
          <a:lstStyle>
            <a:lvl1pPr marL="457200" lvl="0" indent="-342900">
              <a:spcBef>
                <a:spcPts val="600"/>
              </a:spcBef>
              <a:spcAft>
                <a:spcPct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ct val="0"/>
              </a:spcBef>
              <a:spcAft>
                <a:spcPct val="0"/>
              </a:spcAft>
              <a:buSzPts val="1800"/>
              <a:buChar char="◉"/>
              <a:defRPr sz="1800"/>
            </a:lvl2pPr>
            <a:lvl3pPr marL="1371600" lvl="2" indent="-342900">
              <a:spcBef>
                <a:spcPct val="0"/>
              </a:spcBef>
              <a:spcAft>
                <a:spcPct val="0"/>
              </a:spcAft>
              <a:buSzPts val="1800"/>
              <a:buChar char="￮"/>
              <a:defRPr sz="1800"/>
            </a:lvl3pPr>
            <a:lvl4pPr marL="1828800" lvl="3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ct val="0"/>
              </a:spcBef>
              <a:spcAft>
                <a:spcPct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ct val="0"/>
              </a:spcBef>
              <a:spcAft>
                <a:spcPct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ct val="0"/>
              </a:spcBef>
              <a:spcAft>
                <a:spcPct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ct val="0"/>
              </a:spcBef>
              <a:spcAft>
                <a:spcPct val="0"/>
              </a:spcAft>
              <a:buSzPts val="1800"/>
              <a:buChar char="■"/>
              <a:defRPr sz="1800"/>
            </a:lvl9pPr>
          </a:lstStyle>
          <a:p>
            <a:endParaRPr noProof="0"/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2"/>
          </p:nvPr>
        </p:nvSpPr>
        <p:spPr>
          <a:xfrm>
            <a:off x="5650849" y="1550150"/>
            <a:ext cx="2560500" cy="3375900"/>
          </a:xfrm>
          <a:prstGeom prst="rect">
            <a:avLst/>
          </a:prstGeom>
        </p:spPr>
        <p:txBody>
          <a:bodyPr spcFirstLastPara="1"/>
          <a:lstStyle>
            <a:lvl1pPr marL="457200" lvl="0" indent="-342900">
              <a:spcBef>
                <a:spcPts val="600"/>
              </a:spcBef>
              <a:spcAft>
                <a:spcPct val="0"/>
              </a:spcAft>
              <a:buSzPts val="1800"/>
              <a:buChar char="◎"/>
              <a:defRPr sz="1800"/>
            </a:lvl1pPr>
            <a:lvl2pPr marL="914400" lvl="1" indent="-342900">
              <a:spcBef>
                <a:spcPct val="0"/>
              </a:spcBef>
              <a:spcAft>
                <a:spcPct val="0"/>
              </a:spcAft>
              <a:buSzPts val="1800"/>
              <a:buChar char="◉"/>
              <a:defRPr sz="1800"/>
            </a:lvl2pPr>
            <a:lvl3pPr marL="1371600" lvl="2" indent="-342900">
              <a:spcBef>
                <a:spcPct val="0"/>
              </a:spcBef>
              <a:spcAft>
                <a:spcPct val="0"/>
              </a:spcAft>
              <a:buSzPts val="1800"/>
              <a:buChar char="￮"/>
              <a:defRPr sz="1800"/>
            </a:lvl3pPr>
            <a:lvl4pPr marL="1828800" lvl="3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ct val="0"/>
              </a:spcBef>
              <a:spcAft>
                <a:spcPct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ct val="0"/>
              </a:spcBef>
              <a:spcAft>
                <a:spcPct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ct val="0"/>
              </a:spcBef>
              <a:spcAft>
                <a:spcPct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ct val="0"/>
              </a:spcBef>
              <a:spcAft>
                <a:spcPct val="0"/>
              </a:spcAft>
              <a:buSzPts val="1800"/>
              <a:buChar char="■"/>
              <a:defRPr sz="1800"/>
            </a:lvl9pPr>
          </a:lstStyle>
          <a:p>
            <a:endParaRPr noProof="0"/>
          </a:p>
        </p:txBody>
      </p:sp>
      <p:sp>
        <p:nvSpPr>
          <p:cNvPr id="20" name="Google Shape;114;p7"/>
          <p:cNvSpPr txBox="1">
            <a:spLocks noGrp="1"/>
          </p:cNvSpPr>
          <p:nvPr>
            <p:ph type="sldNum" idx="10"/>
            <p:custDataLst>
              <p:tags r:id="rId16"/>
            </p:custDataLst>
          </p:nvPr>
        </p:nvSpPr>
        <p:spPr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>
              <a:defRPr/>
            </a:lvl1pPr>
          </a:lstStyle>
          <a:p>
            <a:fld id="{631B3EE7-A9FC-46F7-87CE-AE055AE1BFEC}" type="slidenum">
              <a:rPr lang="ru-RU" altLang="bg-BG"/>
              <a:pPr/>
              <a:t>‹#›</a:t>
            </a:fld>
            <a:endParaRPr lang="ru-RU" altLang="bg-BG"/>
          </a:p>
        </p:txBody>
      </p:sp>
    </p:spTree>
    <p:extLst>
      <p:ext uri="{BB962C8B-B14F-4D97-AF65-F5344CB8AC3E}">
        <p14:creationId xmlns:p14="http://schemas.microsoft.com/office/powerpoint/2010/main" val="1384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2;p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9100" y="-1581150"/>
            <a:ext cx="8305800" cy="8305800"/>
          </a:xfrm>
          <a:prstGeom prst="ellipse">
            <a:avLst/>
          </a:prstGeom>
          <a:noFill/>
          <a:ln w="9525" cap="flat" algn="ctr">
            <a:solidFill>
              <a:srgbClr val="A1BECC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3" name="Google Shape;173;p11"/>
          <p:cNvSpPr/>
          <p:nvPr>
            <p:custDataLst>
              <p:tags r:id="rId2"/>
            </p:custDataLst>
          </p:nvPr>
        </p:nvSpPr>
        <p:spPr>
          <a:xfrm>
            <a:off x="-163513" y="685800"/>
            <a:ext cx="550863" cy="550863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4" name="Google Shape;174;p11"/>
          <p:cNvSpPr/>
          <p:nvPr>
            <p:custDataLst>
              <p:tags r:id="rId3"/>
            </p:custDataLst>
          </p:nvPr>
        </p:nvSpPr>
        <p:spPr>
          <a:xfrm>
            <a:off x="8204200" y="3898900"/>
            <a:ext cx="447675" cy="447675"/>
          </a:xfrm>
          <a:prstGeom prst="donut">
            <a:avLst>
              <a:gd name="adj" fmla="val 18608"/>
            </a:avLst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5" name="Google Shape;175;p11"/>
          <p:cNvSpPr/>
          <p:nvPr>
            <p:custDataLst>
              <p:tags r:id="rId4"/>
            </p:custDataLst>
          </p:nvPr>
        </p:nvSpPr>
        <p:spPr>
          <a:xfrm>
            <a:off x="100013" y="-196850"/>
            <a:ext cx="741362" cy="741363"/>
          </a:xfrm>
          <a:prstGeom prst="donut">
            <a:avLst>
              <a:gd name="adj" fmla="val 37879"/>
            </a:avLst>
          </a:prstGeom>
          <a:solidFill>
            <a:srgbClr val="00ACC3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6" name="Google Shape;176;p11"/>
          <p:cNvSpPr/>
          <p:nvPr>
            <p:custDataLst>
              <p:tags r:id="rId5"/>
            </p:custDataLst>
          </p:nvPr>
        </p:nvSpPr>
        <p:spPr>
          <a:xfrm>
            <a:off x="419100" y="685800"/>
            <a:ext cx="187325" cy="187325"/>
          </a:xfrm>
          <a:prstGeom prst="ellipse">
            <a:avLst/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7" name="Google Shape;177;p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34375" y="4483100"/>
            <a:ext cx="977900" cy="977900"/>
          </a:xfrm>
          <a:prstGeom prst="ellipse">
            <a:avLst/>
          </a:prstGeom>
          <a:noFill/>
          <a:ln w="9525" cap="flat" algn="ctr">
            <a:solidFill>
              <a:srgbClr val="ED4A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8" name="Google Shape;178;p11"/>
          <p:cNvSpPr/>
          <p:nvPr>
            <p:custDataLst>
              <p:tags r:id="rId7"/>
            </p:custDataLst>
          </p:nvPr>
        </p:nvSpPr>
        <p:spPr>
          <a:xfrm>
            <a:off x="741363" y="4449763"/>
            <a:ext cx="396875" cy="396875"/>
          </a:xfrm>
          <a:prstGeom prst="donut">
            <a:avLst>
              <a:gd name="adj" fmla="val 8754"/>
            </a:avLst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9" name="Google Shape;179;p11"/>
          <p:cNvSpPr/>
          <p:nvPr>
            <p:custDataLst>
              <p:tags r:id="rId8"/>
            </p:custDataLst>
          </p:nvPr>
        </p:nvSpPr>
        <p:spPr>
          <a:xfrm>
            <a:off x="8956675" y="4059238"/>
            <a:ext cx="287338" cy="287337"/>
          </a:xfrm>
          <a:prstGeom prst="ellipse">
            <a:avLst/>
          </a:prstGeom>
          <a:solidFill>
            <a:srgbClr val="ED4A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0" name="Google Shape;180;p11"/>
          <p:cNvSpPr/>
          <p:nvPr>
            <p:custDataLst>
              <p:tags r:id="rId9"/>
            </p:custDataLst>
          </p:nvPr>
        </p:nvSpPr>
        <p:spPr>
          <a:xfrm>
            <a:off x="-163513" y="4278313"/>
            <a:ext cx="741363" cy="741362"/>
          </a:xfrm>
          <a:prstGeom prst="donut">
            <a:avLst>
              <a:gd name="adj" fmla="val 39163"/>
            </a:avLst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1" name="Google Shape;181;p11"/>
          <p:cNvSpPr/>
          <p:nvPr>
            <p:custDataLst>
              <p:tags r:id="rId10"/>
            </p:custDataLst>
          </p:nvPr>
        </p:nvSpPr>
        <p:spPr>
          <a:xfrm>
            <a:off x="8569325" y="4718050"/>
            <a:ext cx="508000" cy="508000"/>
          </a:xfrm>
          <a:prstGeom prst="ellipse">
            <a:avLst/>
          </a:prstGeom>
          <a:solidFill>
            <a:srgbClr val="E8004C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2" name="Google Shape;182;p11"/>
          <p:cNvSpPr/>
          <p:nvPr>
            <p:custDataLst>
              <p:tags r:id="rId11"/>
            </p:custDataLst>
          </p:nvPr>
        </p:nvSpPr>
        <p:spPr>
          <a:xfrm>
            <a:off x="8077200" y="223838"/>
            <a:ext cx="304800" cy="304800"/>
          </a:xfrm>
          <a:prstGeom prst="donut">
            <a:avLst>
              <a:gd name="adj" fmla="val 30568"/>
            </a:avLst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3" name="Google Shape;183;p11"/>
          <p:cNvSpPr/>
          <p:nvPr>
            <p:custDataLst>
              <p:tags r:id="rId12"/>
            </p:custDataLst>
          </p:nvPr>
        </p:nvSpPr>
        <p:spPr>
          <a:xfrm>
            <a:off x="8553450" y="328613"/>
            <a:ext cx="585788" cy="585787"/>
          </a:xfrm>
          <a:prstGeom prst="ellipse">
            <a:avLst/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4" name="Google Shape;184;p11"/>
          <p:cNvSpPr/>
          <p:nvPr>
            <p:custDataLst>
              <p:tags r:id="rId13"/>
            </p:custDataLst>
          </p:nvPr>
        </p:nvSpPr>
        <p:spPr>
          <a:xfrm>
            <a:off x="8875713" y="1187450"/>
            <a:ext cx="447675" cy="447675"/>
          </a:xfrm>
          <a:prstGeom prst="ellipse">
            <a:avLst/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5" name="Google Shape;185;p1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448675" y="223838"/>
            <a:ext cx="793750" cy="793750"/>
          </a:xfrm>
          <a:prstGeom prst="ellipse">
            <a:avLst/>
          </a:prstGeom>
          <a:noFill/>
          <a:ln w="9525" cap="flat" algn="ctr">
            <a:solidFill>
              <a:srgbClr val="F8BB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6" name="Google Shape;186;p11"/>
          <p:cNvSpPr/>
          <p:nvPr>
            <p:custDataLst>
              <p:tags r:id="rId15"/>
            </p:custDataLst>
          </p:nvPr>
        </p:nvSpPr>
        <p:spPr>
          <a:xfrm>
            <a:off x="100013" y="3830638"/>
            <a:ext cx="304800" cy="304800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7" name="Google Shape;187;p11"/>
          <p:cNvSpPr txBox="1">
            <a:spLocks noGrp="1"/>
          </p:cNvSpPr>
          <p:nvPr>
            <p:ph type="sldNum" idx="10"/>
            <p:custDataLst>
              <p:tags r:id="rId16"/>
            </p:custDataLst>
          </p:nvPr>
        </p:nvSpPr>
        <p:spPr>
          <a:xfrm>
            <a:off x="4337050" y="4751388"/>
            <a:ext cx="469900" cy="392112"/>
          </a:xfrm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 algn="ctr">
              <a:defRPr/>
            </a:lvl1pPr>
          </a:lstStyle>
          <a:p>
            <a:fld id="{5EF3D7AE-098E-43FA-8D79-176F3C2E230A}" type="slidenum">
              <a:rPr lang="ru-RU" altLang="bg-BG"/>
              <a:pPr/>
              <a:t>‹#›</a:t>
            </a:fld>
            <a:endParaRPr lang="ru-RU" altLang="bg-BG"/>
          </a:p>
        </p:txBody>
      </p:sp>
    </p:spTree>
    <p:extLst>
      <p:ext uri="{BB962C8B-B14F-4D97-AF65-F5344CB8AC3E}">
        <p14:creationId xmlns:p14="http://schemas.microsoft.com/office/powerpoint/2010/main" val="219780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>
            <a:spLocks noGrp="1" noChangeArrowheads="1"/>
          </p:cNvSpPr>
          <p:nvPr>
            <p:ph type="title"/>
          </p:nvPr>
        </p:nvSpPr>
        <p:spPr bwMode="auto">
          <a:xfrm>
            <a:off x="2935288" y="909638"/>
            <a:ext cx="52752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/>
          <a:p>
            <a:pPr lvl="0"/>
            <a:endParaRPr lang="bg-BG" altLang="bg-BG">
              <a:sym typeface="Arial" charset="0"/>
            </a:endParaRPr>
          </a:p>
        </p:txBody>
      </p:sp>
      <p:sp>
        <p:nvSpPr>
          <p:cNvPr id="1027" name="Google Shape;7;p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35288" y="1525588"/>
            <a:ext cx="5275262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bg-BG" altLang="bg-BG">
              <a:sym typeface="Arial" charset="0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36000" y="4751388"/>
            <a:ext cx="469900" cy="392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algn="r" eaLnBrk="0" hangingPunct="0">
              <a:defRPr sz="1200">
                <a:solidFill>
                  <a:srgbClr val="A1BECC"/>
                </a:solidFill>
                <a:latin typeface="Nixie One" charset="0"/>
                <a:sym typeface="Nixie One" charset="0"/>
              </a:defRPr>
            </a:lvl1pPr>
          </a:lstStyle>
          <a:p>
            <a:fld id="{71EAB46A-4FB8-49CE-9625-28B652ADEE0E}" type="slidenum">
              <a:rPr lang="ru-RU" altLang="bg-BG"/>
              <a:pPr/>
              <a:t>‹#›</a:t>
            </a:fld>
            <a:endParaRPr lang="ru-RU" altLang="bg-BG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1pPr>
      <a:lvl2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2pPr>
      <a:lvl3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3pPr>
      <a:lvl4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4pPr>
      <a:lvl5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5pPr>
      <a:lvl6pPr marL="8001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6pPr>
      <a:lvl7pPr marL="12573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7pPr>
      <a:lvl8pPr marL="17145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8pPr>
      <a:lvl9pPr marL="21717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9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tags" Target="../tags/tag48.xml"/><Relationship Id="rId14" Type="http://schemas.openxmlformats.org/officeDocument/2006/relationships/tags" Target="../tags/tag49.xml"/><Relationship Id="rId15" Type="http://schemas.openxmlformats.org/officeDocument/2006/relationships/tags" Target="../tags/tag50.xml"/><Relationship Id="rId16" Type="http://schemas.openxmlformats.org/officeDocument/2006/relationships/tags" Target="../tags/tag51.xml"/><Relationship Id="rId17" Type="http://schemas.openxmlformats.org/officeDocument/2006/relationships/tags" Target="../tags/tag52.xm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.xml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5.emf"/><Relationship Id="rId9" Type="http://schemas.openxmlformats.org/officeDocument/2006/relationships/image" Target="../media/image6.emf"/><Relationship Id="rId10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7.gif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онтейнер за номер на слайда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31B3EE7-A9FC-46F7-87CE-AE055AE1BFEC}" type="slidenum">
              <a:rPr lang="ru-RU" altLang="bg-BG" smtClean="0"/>
              <a:pPr/>
              <a:t>1</a:t>
            </a:fld>
            <a:endParaRPr lang="ru-RU" altLang="bg-BG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18051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2483768" y="4678953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939902"/>
            <a:ext cx="1117838" cy="104417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1433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87;p11"/>
          <p:cNvSpPr txBox="1">
            <a:spLocks noGrp="1"/>
          </p:cNvSpPr>
          <p:nvPr>
            <p:ph type="sldNum" idx="10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EB2DD6B-5782-4787-845C-5F6EF172CD52}" type="slidenum">
              <a:rPr lang="ru-RU" altLang="bg-BG"/>
              <a:pPr/>
              <a:t>2</a:t>
            </a:fld>
            <a:endParaRPr lang="ru-RU" altLang="bg-BG"/>
          </a:p>
        </p:txBody>
      </p:sp>
      <p:sp>
        <p:nvSpPr>
          <p:cNvPr id="210" name="Google Shape;210;p15"/>
          <p:cNvSpPr txBox="1">
            <a:spLocks noGrp="1"/>
          </p:cNvSpPr>
          <p:nvPr>
            <p:ph type="subTitle" idx="4294967295"/>
            <p:custDataLst>
              <p:tags r:id="rId2"/>
            </p:custDataLst>
          </p:nvPr>
        </p:nvSpPr>
        <p:spPr>
          <a:xfrm>
            <a:off x="1227138" y="85725"/>
            <a:ext cx="6642100" cy="75247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r>
              <a:rPr lang="bg-BG" altLang="bg-BG" sz="2400" b="1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1. </a:t>
            </a:r>
            <a:r>
              <a:rPr lang="ru-RU" altLang="bg-BG" sz="2400" b="1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ИНСТРУМЕНТ ЗА ВЪВЕЖДАНЕ НА ТЕКСТ В ИЗОБРАЖЕНИЕ</a:t>
            </a:r>
          </a:p>
        </p:txBody>
      </p:sp>
      <p:sp>
        <p:nvSpPr>
          <p:cNvPr id="211" name="Google Shape;211;p15"/>
          <p:cNvSpPr txBox="1">
            <a:spLocks noGrp="1"/>
          </p:cNvSpPr>
          <p:nvPr>
            <p:ph type="body" idx="4294967295"/>
            <p:custDataLst>
              <p:tags r:id="rId3"/>
            </p:custDataLst>
          </p:nvPr>
        </p:nvSpPr>
        <p:spPr>
          <a:xfrm>
            <a:off x="708025" y="1065213"/>
            <a:ext cx="7856538" cy="1957387"/>
          </a:xfrm>
          <a:ln cap="flat" algn="ctr">
            <a:round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ClrTx/>
              <a:buSzPts val="2400"/>
              <a:buFontTx/>
              <a:buChar char="-"/>
            </a:pP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За да добавим текст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към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рисунка в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Paint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,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използваме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инструмента </a:t>
            </a:r>
            <a:r>
              <a:rPr lang="ru-RU" altLang="bg-BG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Text</a:t>
            </a:r>
            <a:r>
              <a:rPr lang="ru-RU" altLang="bg-BG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(Текст). </a:t>
            </a:r>
            <a:endParaRPr lang="en-US" altLang="bg-BG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Tx/>
              <a:buSzPts val="2400"/>
              <a:buFontTx/>
              <a:buChar char="-"/>
            </a:pP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С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влачене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мишката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трябва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да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очертаем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правоъгълна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област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(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текстово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поле), в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която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ще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се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въвежда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текстът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.</a:t>
            </a:r>
            <a:endParaRPr lang="en-US" altLang="bg-B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Tx/>
              <a:buSzPts val="2400"/>
              <a:buFontTx/>
              <a:buChar char="-"/>
            </a:pP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Характеристики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текстa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– шрифт, размер,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цвят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и 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стил</a:t>
            </a:r>
            <a:endParaRPr lang="ru-RU" altLang="bg-B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Tx/>
              <a:buChar char="-"/>
            </a:pPr>
            <a:endParaRPr lang="ru-RU" altLang="bg-BG" sz="2000" dirty="0">
              <a:solidFill>
                <a:srgbClr val="617A86"/>
              </a:solidFill>
              <a:latin typeface="Varela Round" charset="-79"/>
              <a:cs typeface="Varela Round" charset="-79"/>
              <a:sym typeface="Varela Round" charset="-79"/>
            </a:endParaRPr>
          </a:p>
        </p:txBody>
      </p:sp>
      <p:pic>
        <p:nvPicPr>
          <p:cNvPr id="6148" name="Картина 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567" y="1453371"/>
            <a:ext cx="317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6149" name="Картина 3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" t="3992" r="3024" b="15425"/>
          <a:stretch>
            <a:fillRect/>
          </a:stretch>
        </p:blipFill>
        <p:spPr bwMode="auto">
          <a:xfrm>
            <a:off x="1882775" y="3124200"/>
            <a:ext cx="4837113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Овал 4"/>
          <p:cNvSpPr/>
          <p:nvPr>
            <p:custDataLst>
              <p:tags r:id="rId6"/>
            </p:custDataLst>
          </p:nvPr>
        </p:nvSpPr>
        <p:spPr>
          <a:xfrm>
            <a:off x="2398713" y="3398838"/>
            <a:ext cx="549275" cy="173037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endParaRPr lang="bg-BG" altLang="bg-BG"/>
          </a:p>
        </p:txBody>
      </p:sp>
      <p:sp>
        <p:nvSpPr>
          <p:cNvPr id="9" name="Овал 8"/>
          <p:cNvSpPr/>
          <p:nvPr>
            <p:custDataLst>
              <p:tags r:id="rId7"/>
            </p:custDataLst>
          </p:nvPr>
        </p:nvSpPr>
        <p:spPr>
          <a:xfrm>
            <a:off x="2378075" y="3557588"/>
            <a:ext cx="265113" cy="173037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endParaRPr lang="bg-BG" altLang="bg-BG"/>
          </a:p>
        </p:txBody>
      </p:sp>
      <p:sp>
        <p:nvSpPr>
          <p:cNvPr id="10" name="Овал 9"/>
          <p:cNvSpPr/>
          <p:nvPr>
            <p:custDataLst>
              <p:tags r:id="rId8"/>
            </p:custDataLst>
          </p:nvPr>
        </p:nvSpPr>
        <p:spPr>
          <a:xfrm>
            <a:off x="3525838" y="3398838"/>
            <a:ext cx="549275" cy="38417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endParaRPr lang="bg-BG" altLang="bg-BG"/>
          </a:p>
        </p:txBody>
      </p:sp>
      <p:sp>
        <p:nvSpPr>
          <p:cNvPr id="11" name="Овал 10"/>
          <p:cNvSpPr/>
          <p:nvPr>
            <p:custDataLst>
              <p:tags r:id="rId9"/>
            </p:custDataLst>
          </p:nvPr>
        </p:nvSpPr>
        <p:spPr>
          <a:xfrm>
            <a:off x="2676525" y="3557588"/>
            <a:ext cx="512763" cy="173037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/>
          <a:lstStyle/>
          <a:p>
            <a:pPr algn="ctr" eaLnBrk="0" hangingPunct="0"/>
            <a:endParaRPr lang="bg-BG" altLang="bg-BG"/>
          </a:p>
        </p:txBody>
      </p:sp>
      <p:sp>
        <p:nvSpPr>
          <p:cNvPr id="7" name="Текстово поле 6"/>
          <p:cNvSpPr txBox="1"/>
          <p:nvPr>
            <p:custDataLst>
              <p:tags r:id="rId10"/>
            </p:custDataLst>
          </p:nvPr>
        </p:nvSpPr>
        <p:spPr>
          <a:xfrm>
            <a:off x="920750" y="3124200"/>
            <a:ext cx="755650" cy="25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bg-BG" altLang="bg-BG" sz="1000" i="1">
                <a:solidFill>
                  <a:srgbClr val="FF0000"/>
                </a:solidFill>
              </a:rPr>
              <a:t>шрифт</a:t>
            </a:r>
          </a:p>
        </p:txBody>
      </p:sp>
      <p:sp>
        <p:nvSpPr>
          <p:cNvPr id="13" name="Текстово поле 12"/>
          <p:cNvSpPr txBox="1"/>
          <p:nvPr>
            <p:custDataLst>
              <p:tags r:id="rId11"/>
            </p:custDataLst>
          </p:nvPr>
        </p:nvSpPr>
        <p:spPr>
          <a:xfrm>
            <a:off x="928688" y="3370263"/>
            <a:ext cx="755650" cy="25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bg-BG" altLang="bg-BG" sz="1000" i="1">
                <a:solidFill>
                  <a:srgbClr val="FF0000"/>
                </a:solidFill>
              </a:rPr>
              <a:t>размер</a:t>
            </a:r>
          </a:p>
        </p:txBody>
      </p:sp>
      <p:sp>
        <p:nvSpPr>
          <p:cNvPr id="14" name="Текстово поле 13"/>
          <p:cNvSpPr txBox="1"/>
          <p:nvPr>
            <p:custDataLst>
              <p:tags r:id="rId12"/>
            </p:custDataLst>
          </p:nvPr>
        </p:nvSpPr>
        <p:spPr>
          <a:xfrm>
            <a:off x="3862388" y="3932238"/>
            <a:ext cx="755650" cy="25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bg-BG" altLang="bg-BG" sz="1000" i="1">
                <a:solidFill>
                  <a:srgbClr val="FF0000"/>
                </a:solidFill>
              </a:rPr>
              <a:t>цвят</a:t>
            </a:r>
          </a:p>
        </p:txBody>
      </p:sp>
      <p:sp>
        <p:nvSpPr>
          <p:cNvPr id="15" name="Текстово поле 14"/>
          <p:cNvSpPr txBox="1"/>
          <p:nvPr>
            <p:custDataLst>
              <p:tags r:id="rId13"/>
            </p:custDataLst>
          </p:nvPr>
        </p:nvSpPr>
        <p:spPr>
          <a:xfrm>
            <a:off x="2511425" y="3944938"/>
            <a:ext cx="755650" cy="254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0" hangingPunct="0"/>
            <a:r>
              <a:rPr lang="bg-BG" altLang="bg-BG" sz="1000" i="1">
                <a:solidFill>
                  <a:srgbClr val="FF0000"/>
                </a:solidFill>
              </a:rPr>
              <a:t>стил</a:t>
            </a:r>
          </a:p>
        </p:txBody>
      </p:sp>
      <p:cxnSp>
        <p:nvCxnSpPr>
          <p:cNvPr id="6158" name="Съединител &quot;права стрелка&quot; 11"/>
          <p:cNvCxnSpPr>
            <a:cxnSpLocks noChangeArrowheads="1" noChangeShapeType="1"/>
          </p:cNvCxnSpPr>
          <p:nvPr>
            <p:custDataLst>
              <p:tags r:id="rId14"/>
            </p:custDataLst>
          </p:nvPr>
        </p:nvCxnSpPr>
        <p:spPr bwMode="auto">
          <a:xfrm>
            <a:off x="3862388" y="3783013"/>
            <a:ext cx="212725" cy="219075"/>
          </a:xfrm>
          <a:prstGeom prst="straightConnector1">
            <a:avLst/>
          </a:prstGeom>
          <a:noFill/>
          <a:ln w="9525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9" name="Съединител &quot;права стрелка&quot; 17"/>
          <p:cNvCxnSpPr>
            <a:cxnSpLocks noChangeArrowheads="1" noChangeShapeType="1"/>
          </p:cNvCxnSpPr>
          <p:nvPr>
            <p:custDataLst>
              <p:tags r:id="rId15"/>
            </p:custDataLst>
          </p:nvPr>
        </p:nvCxnSpPr>
        <p:spPr bwMode="auto">
          <a:xfrm flipH="1">
            <a:off x="2765425" y="3724275"/>
            <a:ext cx="127000" cy="277813"/>
          </a:xfrm>
          <a:prstGeom prst="straightConnector1">
            <a:avLst/>
          </a:prstGeom>
          <a:noFill/>
          <a:ln w="9525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0" name="Съединител &quot;права стрелка&quot; 19"/>
          <p:cNvCxnSpPr>
            <a:cxnSpLocks noChangeArrowheads="1" noChangeShapeType="1"/>
          </p:cNvCxnSpPr>
          <p:nvPr>
            <p:custDataLst>
              <p:tags r:id="rId16"/>
            </p:custDataLst>
          </p:nvPr>
        </p:nvCxnSpPr>
        <p:spPr bwMode="auto">
          <a:xfrm flipH="1" flipV="1">
            <a:off x="1493838" y="3557588"/>
            <a:ext cx="874712" cy="111125"/>
          </a:xfrm>
          <a:prstGeom prst="straightConnector1">
            <a:avLst/>
          </a:prstGeom>
          <a:noFill/>
          <a:ln w="9525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1" name="Съединител &quot;права стрелка&quot; 21"/>
          <p:cNvCxnSpPr>
            <a:cxnSpLocks noChangeArrowheads="1" noChangeShapeType="1"/>
            <a:stCxn id="5" idx="2"/>
          </p:cNvCxnSpPr>
          <p:nvPr>
            <p:custDataLst>
              <p:tags r:id="rId17"/>
            </p:custDataLst>
          </p:nvPr>
        </p:nvCxnSpPr>
        <p:spPr bwMode="auto">
          <a:xfrm flipH="1" flipV="1">
            <a:off x="1544638" y="3268663"/>
            <a:ext cx="854075" cy="217487"/>
          </a:xfrm>
          <a:prstGeom prst="straightConnector1">
            <a:avLst/>
          </a:prstGeom>
          <a:noFill/>
          <a:ln w="9525" cap="flat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Текстово поле 19"/>
          <p:cNvSpPr txBox="1"/>
          <p:nvPr/>
        </p:nvSpPr>
        <p:spPr>
          <a:xfrm>
            <a:off x="2511425" y="4832841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6162" name="Picture 6161" descr="_em_logo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7;p11"/>
          <p:cNvSpPr txBox="1">
            <a:spLocks noGrp="1"/>
          </p:cNvSpPr>
          <p:nvPr>
            <p:ph type="sldNum" idx="10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9EC3B5B-A859-42CF-9A32-8E590CA53670}" type="slidenum">
              <a:rPr lang="ru-RU" altLang="bg-BG"/>
              <a:pPr/>
              <a:t>3</a:t>
            </a:fld>
            <a:endParaRPr lang="ru-RU" altLang="bg-BG"/>
          </a:p>
        </p:txBody>
      </p:sp>
      <p:sp>
        <p:nvSpPr>
          <p:cNvPr id="210" name="Google Shape;210;p15"/>
          <p:cNvSpPr txBox="1">
            <a:spLocks noGrp="1"/>
          </p:cNvSpPr>
          <p:nvPr>
            <p:ph type="subTitle" idx="4294967295"/>
            <p:custDataLst>
              <p:tags r:id="rId2"/>
            </p:custDataLst>
          </p:nvPr>
        </p:nvSpPr>
        <p:spPr>
          <a:xfrm>
            <a:off x="1187624" y="195486"/>
            <a:ext cx="6642100" cy="752475"/>
          </a:xfrm>
          <a:noFill/>
          <a:ln cap="flat" algn="ctr">
            <a:round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r>
              <a:rPr lang="bg-BG" altLang="bg-BG" sz="2400" b="1" cap="all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2. </a:t>
            </a:r>
            <a:r>
              <a:rPr lang="ru-RU" altLang="bg-BG" sz="2400" b="1" cap="all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Настройки на </a:t>
            </a:r>
            <a:r>
              <a:rPr lang="ru-RU" altLang="bg-BG" sz="2400" b="1" cap="all" dirty="0" err="1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текстова</a:t>
            </a:r>
            <a:r>
              <a:rPr lang="ru-RU" altLang="bg-BG" sz="2400" b="1" cap="all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400" b="1" cap="all" dirty="0" err="1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кутия</a:t>
            </a:r>
            <a:endParaRPr lang="ru-RU" altLang="bg-BG" sz="2400" b="1" cap="all" dirty="0">
              <a:solidFill>
                <a:srgbClr val="00AC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</p:txBody>
      </p:sp>
      <p:sp>
        <p:nvSpPr>
          <p:cNvPr id="211" name="Google Shape;211;p15"/>
          <p:cNvSpPr txBox="1">
            <a:spLocks noGrp="1"/>
          </p:cNvSpPr>
          <p:nvPr>
            <p:ph type="body" idx="4294967295"/>
            <p:custDataLst>
              <p:tags r:id="rId3"/>
            </p:custDataLst>
          </p:nvPr>
        </p:nvSpPr>
        <p:spPr>
          <a:xfrm>
            <a:off x="683568" y="950119"/>
            <a:ext cx="7856538" cy="1957387"/>
          </a:xfrm>
          <a:ln cap="flat" algn="ctr">
            <a:round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r>
              <a:rPr lang="bg-BG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а) Непрозрачно (</a:t>
            </a:r>
            <a:r>
              <a:rPr lang="en-US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Opaque</a:t>
            </a:r>
            <a:r>
              <a:rPr lang="bg-BG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)</a:t>
            </a:r>
            <a:endParaRPr lang="ru-RU" altLang="bg-BG" sz="2000" dirty="0">
              <a:solidFill>
                <a:srgbClr val="617A8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chemeClr val="tx1"/>
              </a:buClr>
              <a:buSzPts val="2400"/>
              <a:buFontTx/>
              <a:buChar char="-"/>
            </a:pP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Фонът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полето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ще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е с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цвят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който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е избран в </a:t>
            </a:r>
            <a:r>
              <a:rPr lang="en-US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Color 2</a:t>
            </a:r>
          </a:p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endParaRPr lang="ru-RU" altLang="bg-BG" sz="2000" dirty="0">
              <a:solidFill>
                <a:srgbClr val="617A86"/>
              </a:solidFill>
              <a:latin typeface="Varela Round" charset="-79"/>
              <a:cs typeface="Varela Round" charset="-79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endParaRPr lang="ru-RU" altLang="bg-BG" sz="2000" dirty="0">
              <a:solidFill>
                <a:srgbClr val="617A86"/>
              </a:solidFill>
              <a:latin typeface="Varela Round" charset="-79"/>
              <a:cs typeface="Varela Round" charset="-79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 typeface="Varela Round" charset="-79"/>
              <a:buNone/>
            </a:pPr>
            <a:r>
              <a:rPr lang="bg-BG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б) Прозрачно (</a:t>
            </a:r>
            <a:r>
              <a:rPr lang="en-US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Transparent</a:t>
            </a:r>
            <a:r>
              <a:rPr lang="bg-BG" altLang="bg-BG" sz="2000" b="1" dirty="0">
                <a:solidFill>
                  <a:srgbClr val="00ACC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)</a:t>
            </a:r>
            <a:endParaRPr lang="en-US" altLang="bg-BG" sz="2000" b="1" dirty="0">
              <a:solidFill>
                <a:srgbClr val="00ACC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chemeClr val="tx1"/>
              </a:buClr>
              <a:buSzPts val="2400"/>
              <a:buFontTx/>
              <a:buChar char="-"/>
            </a:pPr>
            <a:r>
              <a:rPr lang="bg-BG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Текстът се изписва с основния цвят но фона е този който е под него</a:t>
            </a:r>
            <a:endParaRPr lang="ru-RU" altLang="bg-B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Varela Round" charset="-79"/>
            </a:endParaRPr>
          </a:p>
          <a:p>
            <a:pPr algn="just">
              <a:spcBef>
                <a:spcPts val="600"/>
              </a:spcBef>
              <a:buClr>
                <a:srgbClr val="A1BECC"/>
              </a:buClr>
              <a:buSzPts val="2400"/>
              <a:buFontTx/>
              <a:buChar char="-"/>
            </a:pPr>
            <a:endParaRPr lang="ru-RU" altLang="bg-BG" sz="2000" dirty="0">
              <a:solidFill>
                <a:srgbClr val="617A86"/>
              </a:solidFill>
              <a:latin typeface="Varela Round" charset="-79"/>
              <a:cs typeface="Varela Round" charset="-79"/>
              <a:sym typeface="Varela Round" charset="-79"/>
            </a:endParaRPr>
          </a:p>
        </p:txBody>
      </p:sp>
      <p:pic>
        <p:nvPicPr>
          <p:cNvPr id="7172" name="Картина 5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1928813"/>
            <a:ext cx="1525588" cy="92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7173" name="Картина 7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498850"/>
            <a:ext cx="15843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8" name="Текстово поле 7"/>
          <p:cNvSpPr txBox="1"/>
          <p:nvPr/>
        </p:nvSpPr>
        <p:spPr>
          <a:xfrm>
            <a:off x="2490085" y="4730895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7174" name="Picture 7173" descr="_em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  <p:transition advClick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4;p7"/>
          <p:cNvSpPr txBox="1">
            <a:spLocks noGrp="1"/>
          </p:cNvSpPr>
          <p:nvPr>
            <p:ph type="sldNum" idx="10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E9DB7E9-957A-433A-BC57-D025102DE41B}" type="slidenum">
              <a:rPr lang="ru-RU" altLang="bg-BG"/>
              <a:pPr/>
              <a:t>4</a:t>
            </a:fld>
            <a:endParaRPr lang="ru-RU" altLang="bg-BG"/>
          </a:p>
        </p:txBody>
      </p:sp>
      <p:sp>
        <p:nvSpPr>
          <p:cNvPr id="8" name="Google Shape;210;p15"/>
          <p:cNvSpPr txBox="1"/>
          <p:nvPr>
            <p:custDataLst>
              <p:tags r:id="rId2"/>
            </p:custDataLst>
          </p:nvPr>
        </p:nvSpPr>
        <p:spPr>
          <a:xfrm>
            <a:off x="1989075" y="339502"/>
            <a:ext cx="5437188" cy="75783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>
              <a:spcBef>
                <a:spcPts val="600"/>
              </a:spcBef>
              <a:buClr>
                <a:srgbClr val="A1BECC"/>
              </a:buClr>
              <a:buSzPts val="2400"/>
            </a:pPr>
            <a:r>
              <a:rPr lang="bg-BG" altLang="bg-BG" sz="2400" b="1" cap="all" dirty="0">
                <a:solidFill>
                  <a:srgbClr val="00AC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3. Клавиатурна подредба</a:t>
            </a:r>
          </a:p>
        </p:txBody>
      </p:sp>
      <p:sp>
        <p:nvSpPr>
          <p:cNvPr id="9" name="Google Shape;211;p15"/>
          <p:cNvSpPr txBox="1">
            <a:spLocks noGrp="1"/>
          </p:cNvSpPr>
          <p:nvPr>
            <p:ph type="body" idx="4294967295"/>
            <p:custDataLst>
              <p:tags r:id="rId3"/>
            </p:custDataLst>
          </p:nvPr>
        </p:nvSpPr>
        <p:spPr>
          <a:xfrm>
            <a:off x="1691680" y="1181100"/>
            <a:ext cx="6761162" cy="1168400"/>
          </a:xfrm>
          <a:ln cap="flat" algn="ctr">
            <a:round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>
              <a:spcBef>
                <a:spcPts val="600"/>
              </a:spcBef>
              <a:buClrTx/>
              <a:buSzPts val="2400"/>
              <a:buFontTx/>
              <a:buChar char="-"/>
            </a:pP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Използването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 инструмента </a:t>
            </a:r>
            <a:r>
              <a:rPr lang="ru-RU" altLang="bg-BG" sz="2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Text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изисква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предварителна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настройка за начина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въвеждане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символи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от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клавиатурата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(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смяна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на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езика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 за </a:t>
            </a:r>
            <a:r>
              <a:rPr lang="ru-RU" altLang="bg-BG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въвеждане</a:t>
            </a:r>
            <a:r>
              <a:rPr lang="ru-RU" alt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Varela Round" charset="-79"/>
              </a:rPr>
              <a:t>).</a:t>
            </a:r>
          </a:p>
        </p:txBody>
      </p:sp>
      <p:pic>
        <p:nvPicPr>
          <p:cNvPr id="8196" name="Картина 3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363" y="2427734"/>
            <a:ext cx="2614612" cy="2133600"/>
          </a:xfrm>
          <a:prstGeom prst="rect">
            <a:avLst/>
          </a:prstGeom>
          <a:solidFill>
            <a:srgbClr val="EDEDED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Текстово поле 6"/>
          <p:cNvSpPr txBox="1"/>
          <p:nvPr/>
        </p:nvSpPr>
        <p:spPr>
          <a:xfrm>
            <a:off x="2511425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8197" name="Picture 8196" descr="_em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F3D7AE-098E-43FA-8D79-176F3C2E230A}" type="slidenum">
              <a:rPr lang="ru-RU" altLang="bg-BG" smtClean="0"/>
              <a:pPr/>
              <a:t>5</a:t>
            </a:fld>
            <a:endParaRPr lang="ru-RU" altLang="bg-BG"/>
          </a:p>
        </p:txBody>
      </p:sp>
      <p:sp>
        <p:nvSpPr>
          <p:cNvPr id="3" name="Правоъгълник 2"/>
          <p:cNvSpPr/>
          <p:nvPr/>
        </p:nvSpPr>
        <p:spPr>
          <a:xfrm>
            <a:off x="2771800" y="160352"/>
            <a:ext cx="34656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bg-BG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</a:t>
            </a:r>
            <a:endParaRPr lang="bg-BG" sz="36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683568" y="987574"/>
            <a:ext cx="806489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observatory.png</a:t>
            </a:r>
            <a:r>
              <a:rPr lang="bg-BG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приложените ресурси към урока.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Напишете името на обсерваторията, в която работите („Николай Коперник“)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Попълнете текста в указателната табела.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файла и го споделете с учителя си.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065" y="2664402"/>
            <a:ext cx="3315035" cy="1347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6444208" y="3321278"/>
            <a:ext cx="172819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ОБСЕРВАТОРИЯ</a:t>
            </a:r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>
            <a:off x="2267744" y="3219822"/>
            <a:ext cx="1008112" cy="3183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Текстово поле 8"/>
          <p:cNvSpPr txBox="1"/>
          <p:nvPr/>
        </p:nvSpPr>
        <p:spPr>
          <a:xfrm>
            <a:off x="835968" y="3228946"/>
            <a:ext cx="172819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ОБСЕРВАТОРИЯ</a:t>
            </a:r>
          </a:p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„Николай Коперник“</a:t>
            </a:r>
          </a:p>
        </p:txBody>
      </p:sp>
      <p:cxnSp>
        <p:nvCxnSpPr>
          <p:cNvPr id="10" name="Съединител &quot;права стрелка&quot; 9"/>
          <p:cNvCxnSpPr/>
          <p:nvPr/>
        </p:nvCxnSpPr>
        <p:spPr>
          <a:xfrm flipH="1">
            <a:off x="5580112" y="3513370"/>
            <a:ext cx="1008112" cy="138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Текстово поле 11"/>
          <p:cNvSpPr txBox="1"/>
          <p:nvPr/>
        </p:nvSpPr>
        <p:spPr>
          <a:xfrm>
            <a:off x="2511425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5363" name="Picture 1536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9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F3D7AE-098E-43FA-8D79-176F3C2E230A}" type="slidenum">
              <a:rPr lang="ru-RU" altLang="bg-BG" smtClean="0"/>
              <a:pPr/>
              <a:t>6</a:t>
            </a:fld>
            <a:endParaRPr lang="ru-RU" altLang="bg-BG"/>
          </a:p>
        </p:txBody>
      </p:sp>
      <p:sp>
        <p:nvSpPr>
          <p:cNvPr id="3" name="Правоъгълник 2"/>
          <p:cNvSpPr/>
          <p:nvPr/>
        </p:nvSpPr>
        <p:spPr>
          <a:xfrm>
            <a:off x="2771800" y="160352"/>
            <a:ext cx="34656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bg-BG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</a:t>
            </a:r>
            <a:endParaRPr lang="bg-BG" sz="36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683568" y="987574"/>
            <a:ext cx="7344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findtheword.png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приложените ресурси към урока. </a:t>
            </a:r>
            <a:endParaRPr lang="bg-BG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Попълнете кръстословицата със съучениците си.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файла и го споделете с учителя си.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332" y="2311013"/>
            <a:ext cx="4738555" cy="230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Текстово поле 10"/>
          <p:cNvSpPr txBox="1"/>
          <p:nvPr/>
        </p:nvSpPr>
        <p:spPr>
          <a:xfrm>
            <a:off x="2511425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6387" name="Picture 1638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1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C5A6-8B08-D1D3-E159-62A594D1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>
            <a:extLst>
              <a:ext uri="{FF2B5EF4-FFF2-40B4-BE49-F238E27FC236}">
                <a16:creationId xmlns:a16="http://schemas.microsoft.com/office/drawing/2014/main" id="{73BCCACA-4CA5-082C-CB1F-4BDA36CF530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F3D7AE-098E-43FA-8D79-176F3C2E230A}" type="slidenum">
              <a:rPr lang="ru-RU" altLang="bg-BG" smtClean="0"/>
              <a:pPr/>
              <a:t>7</a:t>
            </a:fld>
            <a:endParaRPr lang="ru-RU" altLang="bg-BG"/>
          </a:p>
        </p:txBody>
      </p:sp>
      <p:sp>
        <p:nvSpPr>
          <p:cNvPr id="3" name="Правоъгълник 2">
            <a:extLst>
              <a:ext uri="{FF2B5EF4-FFF2-40B4-BE49-F238E27FC236}">
                <a16:creationId xmlns:a16="http://schemas.microsoft.com/office/drawing/2014/main" id="{611DFEC7-7C0C-C998-F0F4-DA79AE8616A6}"/>
              </a:ext>
            </a:extLst>
          </p:cNvPr>
          <p:cNvSpPr/>
          <p:nvPr/>
        </p:nvSpPr>
        <p:spPr>
          <a:xfrm>
            <a:off x="2771800" y="160352"/>
            <a:ext cx="34656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bg-BG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</a:t>
            </a:r>
            <a:endParaRPr lang="bg-BG" sz="36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4BB13A34-E236-ABA2-59C9-AC2214BB448F}"/>
              </a:ext>
            </a:extLst>
          </p:cNvPr>
          <p:cNvSpPr txBox="1"/>
          <p:nvPr/>
        </p:nvSpPr>
        <p:spPr>
          <a:xfrm>
            <a:off x="683568" y="987574"/>
            <a:ext cx="7344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Изтеглете файла </a:t>
            </a:r>
            <a:r>
              <a:rPr lang="en-US" sz="2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figuri.png</a:t>
            </a:r>
            <a:r>
              <a:rPr lang="bg-BG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който създадохте в предходния урок го отворете.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Като използвате инструмента за въвеждане на текст, изпишете името на всяка фигура, подобно на показаното на фиг.1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направените промени във файла и го споделете с учителя си.</a:t>
            </a:r>
          </a:p>
        </p:txBody>
      </p:sp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41864408-7E62-7ACA-8F3D-A3B32FF9904C}"/>
              </a:ext>
            </a:extLst>
          </p:cNvPr>
          <p:cNvSpPr txBox="1"/>
          <p:nvPr/>
        </p:nvSpPr>
        <p:spPr>
          <a:xfrm>
            <a:off x="2511425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CA46FE0A-1376-7B26-1630-64D2601DF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75" t="41599" r="15350" b="33201"/>
          <a:stretch>
            <a:fillRect/>
          </a:stretch>
        </p:blipFill>
        <p:spPr>
          <a:xfrm>
            <a:off x="1672754" y="3193860"/>
            <a:ext cx="5328592" cy="1296144"/>
          </a:xfrm>
          <a:prstGeom prst="rect">
            <a:avLst/>
          </a:prstGeom>
        </p:spPr>
      </p:pic>
      <p:pic>
        <p:nvPicPr>
          <p:cNvPr id="12" name="Picture 11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34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heme/theme1.xml><?xml version="1.0" encoding="utf-8"?>
<a:theme xmlns:a="http://schemas.openxmlformats.org/drawingml/2006/main" name="Pu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ck template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</TotalTime>
  <Words>299</Words>
  <Application>Microsoft Office PowerPoint</Application>
  <PresentationFormat>Презентация на цял екран (16:9)</PresentationFormat>
  <Paragraphs>53</Paragraphs>
  <Slides>7</Slides>
  <Notes>3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3" baseType="lpstr">
      <vt:lpstr>Nixie One</vt:lpstr>
      <vt:lpstr>Times New Roman</vt:lpstr>
      <vt:lpstr>Varela Round</vt:lpstr>
      <vt:lpstr>Wingdings</vt:lpstr>
      <vt:lpstr>Arial</vt:lpstr>
      <vt:lpstr>Puck template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Вмъкване на текст в графично изображение. Характеристики на символите</dc:title>
  <dc:creator>Елена Маврова-Ненкова</dc:creator>
  <cp:lastModifiedBy>Elena Nenkova</cp:lastModifiedBy>
  <cp:revision>33</cp:revision>
  <cp:lastPrinted>1601-01-01T00:00:00Z</cp:lastPrinted>
  <dcterms:created xsi:type="dcterms:W3CDTF">1601-01-01T00:00:00Z</dcterms:created>
  <dcterms:modified xsi:type="dcterms:W3CDTF">2026-07-22T09:11:33Z</dcterms:modified>
</cp:coreProperties>
</file>