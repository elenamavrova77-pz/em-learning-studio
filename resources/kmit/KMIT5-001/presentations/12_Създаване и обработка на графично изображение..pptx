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notesMasterIdLst>
    <p:notesMasterId r:id="rId11"/>
  </p:notesMasterIdLst>
  <p:sldIdLst>
    <p:sldId id="256" r:id="rId2"/>
    <p:sldId id="268" r:id="rId3"/>
    <p:sldId id="269" r:id="rId4"/>
    <p:sldId id="274" r:id="rId5"/>
    <p:sldId id="270" r:id="rId6"/>
    <p:sldId id="272" r:id="rId7"/>
    <p:sldId id="280" r:id="rId8"/>
    <p:sldId id="273" r:id="rId9"/>
    <p:sldId id="281" r:id="rId10"/>
  </p:sldIdLst>
  <p:sldSz cx="12192000" cy="6858000"/>
  <p:notesSz cx="6858000" cy="9144000"/>
  <p:custDataLst>
    <p:tags r:id="rId12"/>
  </p:custDataLst>
  <p:defaultTextStyle>
    <a:defPPr>
      <a:defRPr lang="bg-BG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00" autoAdjust="0"/>
  </p:normalViewPr>
  <p:slideViewPr>
    <p:cSldViewPr>
      <p:cViewPr varScale="1">
        <p:scale>
          <a:sx n="78" d="100"/>
          <a:sy n="78" d="100"/>
        </p:scale>
        <p:origin x="7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0" d="100"/>
          <a:sy n="10" d="100"/>
        </p:scale>
        <p:origin x="-102" y="-2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tags" Target="tags/tag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tags" Target="../tags/tag73.xml"/><Relationship Id="rId6" Type="http://schemas.openxmlformats.org/officeDocument/2006/relationships/tags" Target="../tags/tag74.xml"/><Relationship Id="rId7" Type="http://schemas.openxmlformats.org/officeDocument/2006/relationships/tags" Target="../tags/tag7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2"/>
            <p:custDataLst>
              <p:tags r:id="rId3"/>
            </p:custDataLst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5"/>
            <p:custDataLst>
              <p:tags r:id="rId4"/>
            </p:custDataLst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1317" name="Rectangle 5"/>
          <p:cNvSpPr>
            <a:spLocks noGrp="1" noChangeArrowheads="1"/>
          </p:cNvSpPr>
          <p:nvPr>
            <p:ph type="body" sz="quarter" idx="3"/>
            <p:custDataLst>
              <p:tags r:id="rId5"/>
            </p:custDataLst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noProof="0">
                <a:sym typeface="Wingdings"/>
              </a:rPr>
              <a:t>Click to edit Master text styles</a:t>
            </a:r>
          </a:p>
          <a:p>
            <a:pPr lvl="1"/>
            <a:r>
              <a:rPr lang="bg-BG" noProof="0">
                <a:sym typeface="Wingdings"/>
              </a:rPr>
              <a:t>Second level</a:t>
            </a:r>
          </a:p>
          <a:p>
            <a:pPr lvl="2"/>
            <a:r>
              <a:rPr lang="bg-BG" noProof="0">
                <a:sym typeface="Wingdings"/>
              </a:rPr>
              <a:t>Third level</a:t>
            </a:r>
          </a:p>
          <a:p>
            <a:pPr lvl="3"/>
            <a:r>
              <a:rPr lang="bg-BG" noProof="0">
                <a:sym typeface="Wingdings"/>
              </a:rPr>
              <a:t>Fourth level</a:t>
            </a:r>
          </a:p>
          <a:p>
            <a:pPr lvl="4"/>
            <a:r>
              <a:rPr lang="bg-BG" noProof="0">
                <a:sym typeface="Wingdings"/>
              </a:rPr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3"/>
            <p:custDataLst>
              <p:tags r:id="rId6"/>
            </p:custDataLst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41319" name="Rectangle 7"/>
          <p:cNvSpPr>
            <a:spLocks noGrp="1" noChangeArrowheads="1"/>
          </p:cNvSpPr>
          <p:nvPr>
            <p:ph type="sldNum" sz="quarter" idx="5"/>
            <p:custDataLst>
              <p:tags r:id="rId7"/>
            </p:custDataLst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D6158B6E-999C-459B-89C8-AD4CCB28835B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3089749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tags" Target="../tags/tag79.xml"/><Relationship Id="rId3" Type="http://schemas.openxmlformats.org/officeDocument/2006/relationships/tags" Target="../tags/tag80.xml"/><Relationship Id="rId4" Type="http://schemas.openxmlformats.org/officeDocument/2006/relationships/notesMaster" Target="../notesMasters/notesMaster1.xml"/><Relationship Id="rId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tags" Target="../tags/tag94.xml"/><Relationship Id="rId2" Type="http://schemas.openxmlformats.org/officeDocument/2006/relationships/tags" Target="../tags/tag95.xml"/><Relationship Id="rId3" Type="http://schemas.openxmlformats.org/officeDocument/2006/relationships/tags" Target="../tags/tag96.xml"/><Relationship Id="rId4" Type="http://schemas.openxmlformats.org/officeDocument/2006/relationships/notesMaster" Target="../notesMasters/notesMaster1.xml"/><Relationship Id="rId5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t"/>
          <a:lstStyle/>
          <a:p>
            <a:fld id="{A3FF1F4E-FF8F-4F77-B451-312B7BD69A58}" type="slidenum">
              <a:rPr lang="bg-BG" altLang="bg-BG"/>
              <a:pPr/>
              <a:t>1</a:t>
            </a:fld>
            <a:endParaRPr lang="bg-BG" altLang="bg-BG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  <p:custDataLst>
              <p:tags r:id="rId2"/>
            </p:custDataLst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  <p:custDataLst>
              <p:tags r:id="rId3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bg-BG" altLang="bg-BG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Контейнер за изображение на слайда 1"/>
          <p:cNvSpPr>
            <a:spLocks noGrp="1" noRot="1" noChangeAspect="1" noChangeArrowheads="1" noTextEdit="1"/>
          </p:cNvSpPr>
          <p:nvPr>
            <p:ph type="sldImg"/>
            <p:custDataLst>
              <p:tags r:id="rId1"/>
            </p:custDataLst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30723" name="Контейнер за бележки 2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bg-BG" altLang="bg-BG">
              <a:latin typeface="Arial" charset="0"/>
            </a:endParaRPr>
          </a:p>
        </p:txBody>
      </p:sp>
      <p:sp>
        <p:nvSpPr>
          <p:cNvPr id="30724" name="Контейнер за номер на слайда 3"/>
          <p:cNvSpPr>
            <a:spLocks noGrp="1" noChangeArrowheads="1"/>
          </p:cNvSpPr>
          <p:nvPr>
            <p:ph type="sldNum" sz="quarter" idx="5"/>
            <p:custDataLst>
              <p:tags r:id="rId3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t"/>
          <a:lstStyle/>
          <a:p>
            <a:fld id="{1DB76E68-B4D4-46A5-8206-8544EB3FBC48}" type="slidenum">
              <a:rPr lang="bg-BG" altLang="bg-BG"/>
              <a:pPr/>
              <a:t>6</a:t>
            </a:fld>
            <a:endParaRPr lang="bg-BG" altLang="bg-BG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tags" Target="../tags/tag40.xml"/><Relationship Id="rId4" Type="http://schemas.openxmlformats.org/officeDocument/2006/relationships/tags" Target="../tags/tag41.xml"/><Relationship Id="rId5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Relationship Id="rId7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tags" Target="../tags/tag54.xml"/><Relationship Id="rId4" Type="http://schemas.openxmlformats.org/officeDocument/2006/relationships/tags" Target="../tags/tag55.xml"/><Relationship Id="rId5" Type="http://schemas.openxmlformats.org/officeDocument/2006/relationships/tags" Target="../tags/tag56.xml"/><Relationship Id="rId6" Type="http://schemas.openxmlformats.org/officeDocument/2006/relationships/tags" Target="../tags/tag57.xml"/><Relationship Id="rId7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tags" Target="../tags/tag67.xml"/><Relationship Id="rId3" Type="http://schemas.openxmlformats.org/officeDocument/2006/relationships/tags" Target="../tags/tag68.xml"/><Relationship Id="rId4" Type="http://schemas.openxmlformats.org/officeDocument/2006/relationships/tags" Target="../tags/tag69.xm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0" y="4324350"/>
            <a:ext cx="1744663" cy="777875"/>
          </a:xfrm>
          <a:custGeom>
            <a:avLst/>
            <a:gdLst>
              <a:gd name="T0" fmla="*/ 287 w 372"/>
              <a:gd name="T1" fmla="*/ 166 h 166"/>
              <a:gd name="T2" fmla="*/ 293 w 372"/>
              <a:gd name="T3" fmla="*/ 164 h 166"/>
              <a:gd name="T4" fmla="*/ 294 w 372"/>
              <a:gd name="T5" fmla="*/ 163 h 166"/>
              <a:gd name="T6" fmla="*/ 370 w 372"/>
              <a:gd name="T7" fmla="*/ 87 h 166"/>
              <a:gd name="T8" fmla="*/ 370 w 372"/>
              <a:gd name="T9" fmla="*/ 78 h 166"/>
              <a:gd name="T10" fmla="*/ 294 w 372"/>
              <a:gd name="T11" fmla="*/ 3 h 166"/>
              <a:gd name="T12" fmla="*/ 293 w 372"/>
              <a:gd name="T13" fmla="*/ 2 h 166"/>
              <a:gd name="T14" fmla="*/ 287 w 372"/>
              <a:gd name="T15" fmla="*/ 0 h 166"/>
              <a:gd name="T16" fmla="*/ 0 w 372"/>
              <a:gd name="T17" fmla="*/ 0 h 166"/>
              <a:gd name="T18" fmla="*/ 0 w 372"/>
              <a:gd name="T19" fmla="*/ 166 h 166"/>
              <a:gd name="T20" fmla="*/ 287 w 372"/>
              <a:gd name="T21" fmla="*/ 166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 noProof="0"/>
              <a:t>Щракнете, за да редактирате стила на подзаглавието в образеца</a:t>
            </a:r>
            <a:endParaRPr lang="en-US" noProof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xfrm>
            <a:off x="531813" y="4529138"/>
            <a:ext cx="779462" cy="365125"/>
          </a:xfrm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F7AD91A4-93C0-491B-9C74-CB3D47923102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6" name="Date Placeholder 3"/>
          <p:cNvSpPr>
            <a:spLocks noGrp="1" noChangeArrowheads="1"/>
          </p:cNvSpPr>
          <p:nvPr>
            <p:ph type="dt" sz="half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  <p:custDataLst>
              <p:tags r:id="rId4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</p:spTree>
    <p:extLst>
      <p:ext uri="{BB962C8B-B14F-4D97-AF65-F5344CB8AC3E}">
        <p14:creationId xmlns:p14="http://schemas.microsoft.com/office/powerpoint/2010/main" val="81067882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A2281F37-F8E2-4E21-9AA2-0AA66C9CE130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6" name="Date Placeholder 3"/>
          <p:cNvSpPr>
            <a:spLocks noGrp="1" noChangeArrowheads="1"/>
          </p:cNvSpPr>
          <p:nvPr>
            <p:ph type="dt" sz="half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  <p:custDataLst>
              <p:tags r:id="rId4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</p:spTree>
    <p:extLst>
      <p:ext uri="{BB962C8B-B14F-4D97-AF65-F5344CB8AC3E}">
        <p14:creationId xmlns:p14="http://schemas.microsoft.com/office/powerpoint/2010/main" val="238083999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31781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xfrm>
            <a:off x="531813" y="3244850"/>
            <a:ext cx="779462" cy="365125"/>
          </a:xfrm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B599E443-656B-465E-A5FE-5D05A8F71101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6" name="Date Placeholder 3"/>
          <p:cNvSpPr>
            <a:spLocks noGrp="1" noChangeArrowheads="1"/>
          </p:cNvSpPr>
          <p:nvPr>
            <p:ph type="dt" sz="half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  <p:custDataLst>
              <p:tags r:id="rId4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</p:spTree>
    <p:extLst>
      <p:ext uri="{BB962C8B-B14F-4D97-AF65-F5344CB8AC3E}">
        <p14:creationId xmlns:p14="http://schemas.microsoft.com/office/powerpoint/2010/main" val="170570457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1DD9E72F-B18C-44B1-BAB1-B873B19DB16F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7" name="Date Placeholder 4"/>
          <p:cNvSpPr>
            <a:spLocks noGrp="1" noChangeArrowheads="1"/>
          </p:cNvSpPr>
          <p:nvPr>
            <p:ph type="dt" sz="half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2"/>
            <p:custDataLst>
              <p:tags r:id="rId4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</p:spTree>
    <p:extLst>
      <p:ext uri="{BB962C8B-B14F-4D97-AF65-F5344CB8AC3E}">
        <p14:creationId xmlns:p14="http://schemas.microsoft.com/office/powerpoint/2010/main" val="83359023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6FA412F3-848E-410D-B4A9-B0A7290535B8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9" name="Date Placeholder 6"/>
          <p:cNvSpPr>
            <a:spLocks noGrp="1" noChangeArrowheads="1"/>
          </p:cNvSpPr>
          <p:nvPr>
            <p:ph type="dt" sz="half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11" name="Footer Placeholder 7"/>
          <p:cNvSpPr>
            <a:spLocks noGrp="1"/>
          </p:cNvSpPr>
          <p:nvPr>
            <p:ph type="ftr" sz="quarter" idx="12"/>
            <p:custDataLst>
              <p:tags r:id="rId4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</p:spTree>
    <p:extLst>
      <p:ext uri="{BB962C8B-B14F-4D97-AF65-F5344CB8AC3E}">
        <p14:creationId xmlns:p14="http://schemas.microsoft.com/office/powerpoint/2010/main" val="157633256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9F97038A-4B95-43F0-B280-517ED83B86F4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5" name="Date Placeholder 2"/>
          <p:cNvSpPr>
            <a:spLocks noGrp="1" noChangeArrowheads="1"/>
          </p:cNvSpPr>
          <p:nvPr>
            <p:ph type="dt" sz="half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2"/>
            <p:custDataLst>
              <p:tags r:id="rId4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</p:spTree>
    <p:extLst>
      <p:ext uri="{BB962C8B-B14F-4D97-AF65-F5344CB8AC3E}">
        <p14:creationId xmlns:p14="http://schemas.microsoft.com/office/powerpoint/2010/main" val="186586267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611EE813-4114-47DB-8818-32C89391799C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4" name="Date Placeholder 1"/>
          <p:cNvSpPr>
            <a:spLocks noGrp="1" noChangeArrowheads="1"/>
          </p:cNvSpPr>
          <p:nvPr>
            <p:ph type="dt" sz="half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2"/>
            <p:custDataLst>
              <p:tags r:id="rId4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</p:spTree>
    <p:extLst>
      <p:ext uri="{BB962C8B-B14F-4D97-AF65-F5344CB8AC3E}">
        <p14:creationId xmlns:p14="http://schemas.microsoft.com/office/powerpoint/2010/main" val="14213022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346A8415-1C6A-4264-8A79-4C36A68B9D4E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7" name="Date Placeholder 4"/>
          <p:cNvSpPr>
            <a:spLocks noGrp="1" noChangeArrowheads="1"/>
          </p:cNvSpPr>
          <p:nvPr>
            <p:ph type="dt" sz="half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2"/>
            <p:custDataLst>
              <p:tags r:id="rId4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</p:spTree>
    <p:extLst>
      <p:ext uri="{BB962C8B-B14F-4D97-AF65-F5344CB8AC3E}">
        <p14:creationId xmlns:p14="http://schemas.microsoft.com/office/powerpoint/2010/main" val="15365199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noProof="0"/>
              <a:t>Щракнете върху иконата, за да добавите картина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xfrm>
            <a:off x="531813" y="4983163"/>
            <a:ext cx="779462" cy="365125"/>
          </a:xfrm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E4FC32B4-9FFC-441E-94ED-0670FA5008FB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7" name="Date Placeholder 4"/>
          <p:cNvSpPr>
            <a:spLocks noGrp="1" noChangeArrowheads="1"/>
          </p:cNvSpPr>
          <p:nvPr>
            <p:ph type="dt" sz="half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2"/>
            <p:custDataLst>
              <p:tags r:id="rId4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</p:spTree>
    <p:extLst>
      <p:ext uri="{BB962C8B-B14F-4D97-AF65-F5344CB8AC3E}">
        <p14:creationId xmlns:p14="http://schemas.microsoft.com/office/powerpoint/2010/main" val="4424382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31781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/>
          <a:lstStyle>
            <a:lvl1pPr algn="l">
              <a:defRPr sz="4800" b="0" cap="none"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xfrm>
            <a:off x="531813" y="3244850"/>
            <a:ext cx="779462" cy="365125"/>
          </a:xfrm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06853C77-3293-4726-922E-E13C94F9A2D9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6" name="Date Placeholder 3"/>
          <p:cNvSpPr>
            <a:spLocks noGrp="1" noChangeArrowheads="1"/>
          </p:cNvSpPr>
          <p:nvPr>
            <p:ph type="dt" sz="half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  <p:custDataLst>
              <p:tags r:id="rId4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</p:spTree>
    <p:extLst>
      <p:ext uri="{BB962C8B-B14F-4D97-AF65-F5344CB8AC3E}">
        <p14:creationId xmlns:p14="http://schemas.microsoft.com/office/powerpoint/2010/main" val="419040505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31781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6" name="TextBox 13"/>
          <p:cNvSpPr txBox="1"/>
          <p:nvPr>
            <p:custDataLst>
              <p:tags r:id="rId2"/>
            </p:custDataLst>
          </p:nvPr>
        </p:nvSpPr>
        <p:spPr>
          <a:xfrm>
            <a:off x="2466975" y="647700"/>
            <a:ext cx="609600" cy="584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eaLnBrk="0" hangingPunct="0"/>
            <a:r>
              <a:rPr lang="en-US" sz="8000">
                <a:ln w="31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353535"/>
                </a:solidFill>
                <a:latin typeface="Arial"/>
                <a:cs typeface="Arial"/>
                <a:sym typeface="Wingdings"/>
              </a:rPr>
              <a:t>“</a:t>
            </a:r>
          </a:p>
        </p:txBody>
      </p:sp>
      <p:sp>
        <p:nvSpPr>
          <p:cNvPr id="7" name="TextBox 14"/>
          <p:cNvSpPr txBox="1"/>
          <p:nvPr>
            <p:custDataLst>
              <p:tags r:id="rId3"/>
            </p:custDataLst>
          </p:nvPr>
        </p:nvSpPr>
        <p:spPr>
          <a:xfrm>
            <a:off x="11114088" y="2905125"/>
            <a:ext cx="609600" cy="584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eaLnBrk="0" hangingPunct="0"/>
            <a:r>
              <a:rPr lang="en-US" sz="8000">
                <a:ln w="31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353535"/>
                </a:solidFill>
                <a:latin typeface="Arial"/>
                <a:cs typeface="Arial"/>
                <a:sym typeface="Wingding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/>
          <a:lstStyle>
            <a:lvl1pPr algn="l">
              <a:defRPr sz="4800" b="0" cap="none"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8" name="Date Placeholder 3"/>
          <p:cNvSpPr>
            <a:spLocks noGrp="1" noChangeArrowheads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>
          <a:xfrm>
            <a:off x="531813" y="3244850"/>
            <a:ext cx="779462" cy="365125"/>
          </a:xfrm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B58F7AD3-BAD5-4C67-BBFA-A1DE2920169C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13873462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/>
          <a:lstStyle>
            <a:lvl1pPr algn="l">
              <a:defRPr sz="4800" b="0"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anchor="t"/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xfrm>
            <a:off x="531813" y="4983163"/>
            <a:ext cx="779462" cy="365125"/>
          </a:xfrm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E859B78C-E61C-4A0D-83EF-6009F8A7FBA6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7" name="Date Placeholder 4"/>
          <p:cNvSpPr>
            <a:spLocks noGrp="1" noChangeArrowheads="1"/>
          </p:cNvSpPr>
          <p:nvPr>
            <p:ph type="dt" sz="half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2"/>
            <p:custDataLst>
              <p:tags r:id="rId4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</p:spTree>
    <p:extLst>
      <p:ext uri="{BB962C8B-B14F-4D97-AF65-F5344CB8AC3E}">
        <p14:creationId xmlns:p14="http://schemas.microsoft.com/office/powerpoint/2010/main" val="405424678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 на цита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6" name="TextBox 16"/>
          <p:cNvSpPr txBox="1"/>
          <p:nvPr>
            <p:custDataLst>
              <p:tags r:id="rId2"/>
            </p:custDataLst>
          </p:nvPr>
        </p:nvSpPr>
        <p:spPr>
          <a:xfrm>
            <a:off x="2466975" y="647700"/>
            <a:ext cx="609600" cy="584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eaLnBrk="0" hangingPunct="0"/>
            <a:r>
              <a:rPr lang="en-US" sz="8000">
                <a:ln w="31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353535"/>
                </a:solidFill>
                <a:latin typeface="Arial"/>
                <a:cs typeface="Arial"/>
                <a:sym typeface="Wingdings"/>
              </a:rPr>
              <a:t>“</a:t>
            </a:r>
          </a:p>
        </p:txBody>
      </p:sp>
      <p:sp>
        <p:nvSpPr>
          <p:cNvPr id="7" name="TextBox 17"/>
          <p:cNvSpPr txBox="1"/>
          <p:nvPr>
            <p:custDataLst>
              <p:tags r:id="rId3"/>
            </p:custDataLst>
          </p:nvPr>
        </p:nvSpPr>
        <p:spPr>
          <a:xfrm>
            <a:off x="11114088" y="2905125"/>
            <a:ext cx="609600" cy="584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eaLnBrk="0" hangingPunct="0"/>
            <a:r>
              <a:rPr lang="en-US" sz="8000">
                <a:ln w="31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353535"/>
                </a:solidFill>
                <a:latin typeface="Arial"/>
                <a:cs typeface="Arial"/>
                <a:sym typeface="Wingdings"/>
              </a:rPr>
              <a:t>”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/>
          <a:lstStyle>
            <a:lvl1pPr algn="l">
              <a:defRPr sz="4800" b="0" cap="none"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anchor="t"/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8" name="Date Placeholder 4"/>
          <p:cNvSpPr>
            <a:spLocks noGrp="1" noChangeArrowheads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>
          <a:xfrm>
            <a:off x="531813" y="4983163"/>
            <a:ext cx="779462" cy="365125"/>
          </a:xfrm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AF689A0C-1835-4677-9D35-92298C68CBAF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51498446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или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/>
          <a:lstStyle>
            <a:lvl1pPr algn="l">
              <a:defRPr sz="4800" b="0"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anchor="t"/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bg-BG" noProof="0"/>
              <a:t>Редактиране на стиловете на текста в образеца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4"/>
            <p:custDataLst>
              <p:tags r:id="rId2"/>
            </p:custDataLst>
          </p:nvPr>
        </p:nvSpPr>
        <p:spPr>
          <a:xfrm>
            <a:off x="531813" y="4983163"/>
            <a:ext cx="779462" cy="365125"/>
          </a:xfrm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5ACAD408-D1D4-4DEB-A68A-DF9B1603F740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7" name="Date Placeholder 4"/>
          <p:cNvSpPr>
            <a:spLocks noGrp="1" noChangeArrowheads="1"/>
          </p:cNvSpPr>
          <p:nvPr>
            <p:ph type="dt" sz="half" idx="15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6"/>
            <p:custDataLst>
              <p:tags r:id="rId4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</p:spTree>
    <p:extLst>
      <p:ext uri="{BB962C8B-B14F-4D97-AF65-F5344CB8AC3E}">
        <p14:creationId xmlns:p14="http://schemas.microsoft.com/office/powerpoint/2010/main" val="365375861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2133600"/>
            <a:ext cx="8915400" cy="3886200"/>
          </a:xfrm>
        </p:spPr>
        <p:txBody>
          <a:bodyPr vert="eaVert" anchor="t"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76211D20-6BC4-47EB-B97C-792325EEEDFF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6" name="Date Placeholder 3"/>
          <p:cNvSpPr>
            <a:spLocks noGrp="1" noChangeArrowheads="1"/>
          </p:cNvSpPr>
          <p:nvPr>
            <p:ph type="dt" sz="half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  <p:custDataLst>
              <p:tags r:id="rId4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</p:spTree>
    <p:extLst>
      <p:ext uri="{BB962C8B-B14F-4D97-AF65-F5344CB8AC3E}">
        <p14:creationId xmlns:p14="http://schemas.microsoft.com/office/powerpoint/2010/main" val="166798278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>
            <p:custDataLst>
              <p:tags r:id="rId1"/>
            </p:custDataLst>
          </p:nvPr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bg-BG" altLang="bg-BG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bg-BG" noProof="0"/>
              <a:t>Редактиране на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noFill/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976173FA-640B-4F1B-96CB-EF5D0F6777F1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6" name="Date Placeholder 3"/>
          <p:cNvSpPr>
            <a:spLocks noGrp="1" noChangeArrowheads="1"/>
          </p:cNvSpPr>
          <p:nvPr>
            <p:ph type="dt" sz="half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bg-BG" altLang="bg-BG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  <p:custDataLst>
              <p:tags r:id="rId4"/>
            </p:custDataLst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ln>
                  <a:noFill/>
                </a:ln>
                <a:solidFill>
                  <a:schemeClr val="tx1"/>
                </a:solidFill>
                <a:cs typeface="Times New Roman" pitchFamily="18" charset="0"/>
              </a:defRPr>
            </a:lvl1pPr>
          </a:lstStyle>
          <a:p>
            <a:r>
              <a:rPr lang="bg-BG" altLang="bg-BG"/>
              <a:t>Елена Гълбачева</a:t>
            </a:r>
          </a:p>
        </p:txBody>
      </p:sp>
    </p:spTree>
    <p:extLst>
      <p:ext uri="{BB962C8B-B14F-4D97-AF65-F5344CB8AC3E}">
        <p14:creationId xmlns:p14="http://schemas.microsoft.com/office/powerpoint/2010/main" val="1217133787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C5DEE5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2"/>
          <p:cNvGrpSpPr>
            <a:grpSpLocks/>
          </p:cNvGrpSpPr>
          <p:nvPr/>
        </p:nvGrpSpPr>
        <p:grpSpPr bwMode="auto">
          <a:xfrm>
            <a:off x="0" y="228600"/>
            <a:ext cx="2851150" cy="6638925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222"/>
              <a:ext cx="85200" cy="534098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pPr eaLnBrk="0" hangingPunct="0"/>
              <a:endPara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endParaRPr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6" y="2779108"/>
              <a:ext cx="550418" cy="1978191"/>
            </a:xfrm>
            <a:custGeom>
              <a:avLst/>
              <a:gdLst/>
              <a:ahLst/>
              <a:cxnLst/>
              <a:rect l="0" t="0" r="r" b="b"/>
              <a:pathLst>
                <a:path w="140" h="503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pPr eaLnBrk="0" hangingPunct="0"/>
              <a:endPara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endParaRPr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4622" y="4730255"/>
              <a:ext cx="519314" cy="1210171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pPr eaLnBrk="0" hangingPunct="0"/>
              <a:endPara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endParaRPr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804" y="5630785"/>
              <a:ext cx="146057" cy="309641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pPr eaLnBrk="0" hangingPunct="0"/>
              <a:endPara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endParaRPr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2813" y="2818321"/>
              <a:ext cx="700533" cy="2834099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pPr eaLnBrk="0" hangingPunct="0"/>
              <a:endPara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endParaRPr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546" y="285750"/>
              <a:ext cx="90610" cy="2493358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pPr eaLnBrk="0" hangingPunct="0"/>
              <a:endPara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endParaRPr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3880" y="2599273"/>
              <a:ext cx="67619" cy="420517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pPr eaLnBrk="0" hangingPunct="0"/>
              <a:endPara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endParaRPr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518" y="4757298"/>
              <a:ext cx="162286" cy="873487"/>
            </a:xfrm>
            <a:custGeom>
              <a:avLst/>
              <a:gdLst/>
              <a:ahLst/>
              <a:cxnLst/>
              <a:rect l="0" t="0" r="r" b="b"/>
              <a:pathLst>
                <a:path w="41" h="22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pPr eaLnBrk="0" hangingPunct="0"/>
              <a:endPara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endParaRPr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7575" y="1282282"/>
              <a:ext cx="1768913" cy="3447973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pPr eaLnBrk="0" hangingPunct="0"/>
              <a:endPara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endParaRPr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346" y="5652419"/>
              <a:ext cx="137943" cy="288007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pPr eaLnBrk="0" hangingPunct="0"/>
              <a:endPara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endParaRPr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518" y="4655887"/>
              <a:ext cx="31104" cy="189300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pPr eaLnBrk="0" hangingPunct="0"/>
              <a:endPara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endParaRPr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137" y="5410385"/>
              <a:ext cx="204209" cy="530041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pPr eaLnBrk="0" hangingPunct="0"/>
              <a:endPara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endParaRPr>
            </a:p>
          </p:txBody>
        </p:sp>
      </p:grpSp>
      <p:grpSp>
        <p:nvGrpSpPr>
          <p:cNvPr id="1039" name="Group 9"/>
          <p:cNvGrpSpPr>
            <a:grpSpLocks/>
          </p:cNvGrpSpPr>
          <p:nvPr/>
        </p:nvGrpSpPr>
        <p:grpSpPr bwMode="auto">
          <a:xfrm>
            <a:off x="26988" y="0"/>
            <a:ext cx="2357437" cy="6853238"/>
            <a:chOff x="6627813" y="195610"/>
            <a:chExt cx="1952625" cy="5678141"/>
          </a:xfrm>
        </p:grpSpPr>
        <p:sp>
          <p:nvSpPr>
            <p:cNvPr id="1040" name="Freeform 27"/>
            <p:cNvSpPr>
              <a:spLocks/>
            </p:cNvSpPr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>
                <a:gd name="T0" fmla="*/ 7 w 103"/>
                <a:gd name="T1" fmla="*/ 210 h 920"/>
                <a:gd name="T2" fmla="*/ 26 w 103"/>
                <a:gd name="T3" fmla="*/ 445 h 920"/>
                <a:gd name="T4" fmla="*/ 57 w 103"/>
                <a:gd name="T5" fmla="*/ 679 h 920"/>
                <a:gd name="T6" fmla="*/ 101 w 103"/>
                <a:gd name="T7" fmla="*/ 911 h 920"/>
                <a:gd name="T8" fmla="*/ 103 w 103"/>
                <a:gd name="T9" fmla="*/ 920 h 920"/>
                <a:gd name="T10" fmla="*/ 99 w 103"/>
                <a:gd name="T11" fmla="*/ 874 h 920"/>
                <a:gd name="T12" fmla="*/ 99 w 103"/>
                <a:gd name="T13" fmla="*/ 866 h 920"/>
                <a:gd name="T14" fmla="*/ 63 w 103"/>
                <a:gd name="T15" fmla="*/ 678 h 920"/>
                <a:gd name="T16" fmla="*/ 30 w 103"/>
                <a:gd name="T17" fmla="*/ 444 h 920"/>
                <a:gd name="T18" fmla="*/ 9 w 103"/>
                <a:gd name="T19" fmla="*/ 209 h 920"/>
                <a:gd name="T20" fmla="*/ 3 w 103"/>
                <a:gd name="T21" fmla="*/ 92 h 920"/>
                <a:gd name="T22" fmla="*/ 1 w 103"/>
                <a:gd name="T23" fmla="*/ 0 h 920"/>
                <a:gd name="T24" fmla="*/ 0 w 103"/>
                <a:gd name="T25" fmla="*/ 0 h 920"/>
                <a:gd name="T26" fmla="*/ 1 w 103"/>
                <a:gd name="T27" fmla="*/ 92 h 920"/>
                <a:gd name="T28" fmla="*/ 7 w 103"/>
                <a:gd name="T29" fmla="*/ 210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bg-BG" altLang="bg-BG"/>
            </a:p>
          </p:txBody>
        </p:sp>
        <p:sp>
          <p:nvSpPr>
            <p:cNvPr id="1041" name="Freeform 28"/>
            <p:cNvSpPr>
              <a:spLocks/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>
                <a:gd name="T0" fmla="*/ 53 w 88"/>
                <a:gd name="T1" fmla="*/ 229 h 330"/>
                <a:gd name="T2" fmla="*/ 88 w 88"/>
                <a:gd name="T3" fmla="*/ 330 h 330"/>
                <a:gd name="T4" fmla="*/ 88 w 88"/>
                <a:gd name="T5" fmla="*/ 308 h 330"/>
                <a:gd name="T6" fmla="*/ 88 w 88"/>
                <a:gd name="T7" fmla="*/ 304 h 330"/>
                <a:gd name="T8" fmla="*/ 62 w 88"/>
                <a:gd name="T9" fmla="*/ 226 h 330"/>
                <a:gd name="T10" fmla="*/ 0 w 88"/>
                <a:gd name="T11" fmla="*/ 0 h 330"/>
                <a:gd name="T12" fmla="*/ 7 w 88"/>
                <a:gd name="T13" fmla="*/ 63 h 330"/>
                <a:gd name="T14" fmla="*/ 53 w 88"/>
                <a:gd name="T15" fmla="*/ 229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bg-BG" altLang="bg-BG"/>
            </a:p>
          </p:txBody>
        </p:sp>
        <p:sp>
          <p:nvSpPr>
            <p:cNvPr id="1042" name="Freeform 29"/>
            <p:cNvSpPr>
              <a:spLocks/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>
                <a:gd name="T0" fmla="*/ 6 w 90"/>
                <a:gd name="T1" fmla="*/ 15 h 207"/>
                <a:gd name="T2" fmla="*/ 0 w 90"/>
                <a:gd name="T3" fmla="*/ 0 h 207"/>
                <a:gd name="T4" fmla="*/ 1 w 90"/>
                <a:gd name="T5" fmla="*/ 29 h 207"/>
                <a:gd name="T6" fmla="*/ 42 w 90"/>
                <a:gd name="T7" fmla="*/ 127 h 207"/>
                <a:gd name="T8" fmla="*/ 80 w 90"/>
                <a:gd name="T9" fmla="*/ 207 h 207"/>
                <a:gd name="T10" fmla="*/ 90 w 90"/>
                <a:gd name="T11" fmla="*/ 207 h 207"/>
                <a:gd name="T12" fmla="*/ 50 w 90"/>
                <a:gd name="T13" fmla="*/ 123 h 207"/>
                <a:gd name="T14" fmla="*/ 6 w 90"/>
                <a:gd name="T15" fmla="*/ 1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bg-BG" altLang="bg-BG"/>
            </a:p>
          </p:txBody>
        </p:sp>
        <p:sp>
          <p:nvSpPr>
            <p:cNvPr id="1043" name="Freeform 30"/>
            <p:cNvSpPr>
              <a:spLocks/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>
                <a:gd name="T0" fmla="*/ 101 w 115"/>
                <a:gd name="T1" fmla="*/ 409 h 467"/>
                <a:gd name="T2" fmla="*/ 78 w 115"/>
                <a:gd name="T3" fmla="*/ 344 h 467"/>
                <a:gd name="T4" fmla="*/ 29 w 115"/>
                <a:gd name="T5" fmla="*/ 151 h 467"/>
                <a:gd name="T6" fmla="*/ 13 w 115"/>
                <a:gd name="T7" fmla="*/ 53 h 467"/>
                <a:gd name="T8" fmla="*/ 0 w 115"/>
                <a:gd name="T9" fmla="*/ 0 h 467"/>
                <a:gd name="T10" fmla="*/ 21 w 115"/>
                <a:gd name="T11" fmla="*/ 152 h 467"/>
                <a:gd name="T12" fmla="*/ 69 w 115"/>
                <a:gd name="T13" fmla="*/ 347 h 467"/>
                <a:gd name="T14" fmla="*/ 103 w 115"/>
                <a:gd name="T15" fmla="*/ 441 h 467"/>
                <a:gd name="T16" fmla="*/ 115 w 115"/>
                <a:gd name="T17" fmla="*/ 467 h 467"/>
                <a:gd name="T18" fmla="*/ 112 w 115"/>
                <a:gd name="T19" fmla="*/ 458 h 467"/>
                <a:gd name="T20" fmla="*/ 101 w 115"/>
                <a:gd name="T21" fmla="*/ 409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bg-BG" altLang="bg-BG"/>
            </a:p>
          </p:txBody>
        </p:sp>
        <p:sp>
          <p:nvSpPr>
            <p:cNvPr id="1044" name="Freeform 31"/>
            <p:cNvSpPr>
              <a:spLocks/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>
                <a:gd name="T0" fmla="*/ 17 w 36"/>
                <a:gd name="T1" fmla="*/ 633 h 633"/>
                <a:gd name="T2" fmla="*/ 13 w 36"/>
                <a:gd name="T3" fmla="*/ 597 h 633"/>
                <a:gd name="T4" fmla="*/ 5 w 36"/>
                <a:gd name="T5" fmla="*/ 398 h 633"/>
                <a:gd name="T6" fmla="*/ 13 w 36"/>
                <a:gd name="T7" fmla="*/ 198 h 633"/>
                <a:gd name="T8" fmla="*/ 22 w 36"/>
                <a:gd name="T9" fmla="*/ 99 h 633"/>
                <a:gd name="T10" fmla="*/ 36 w 36"/>
                <a:gd name="T11" fmla="*/ 0 h 633"/>
                <a:gd name="T12" fmla="*/ 35 w 36"/>
                <a:gd name="T13" fmla="*/ 0 h 633"/>
                <a:gd name="T14" fmla="*/ 20 w 36"/>
                <a:gd name="T15" fmla="*/ 99 h 633"/>
                <a:gd name="T16" fmla="*/ 10 w 36"/>
                <a:gd name="T17" fmla="*/ 198 h 633"/>
                <a:gd name="T18" fmla="*/ 1 w 36"/>
                <a:gd name="T19" fmla="*/ 398 h 633"/>
                <a:gd name="T20" fmla="*/ 7 w 36"/>
                <a:gd name="T21" fmla="*/ 589 h 633"/>
                <a:gd name="T22" fmla="*/ 16 w 36"/>
                <a:gd name="T23" fmla="*/ 632 h 633"/>
                <a:gd name="T24" fmla="*/ 17 w 36"/>
                <a:gd name="T25" fmla="*/ 633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bg-BG" altLang="bg-BG"/>
            </a:p>
          </p:txBody>
        </p:sp>
        <p:sp>
          <p:nvSpPr>
            <p:cNvPr id="1045" name="Freeform 32"/>
            <p:cNvSpPr>
              <a:spLocks/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>
                <a:gd name="T0" fmla="*/ 22 w 28"/>
                <a:gd name="T1" fmla="*/ 59 h 59"/>
                <a:gd name="T2" fmla="*/ 28 w 28"/>
                <a:gd name="T3" fmla="*/ 59 h 59"/>
                <a:gd name="T4" fmla="*/ 0 w 28"/>
                <a:gd name="T5" fmla="*/ 0 h 59"/>
                <a:gd name="T6" fmla="*/ 22 w 28"/>
                <a:gd name="T7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bg-BG" altLang="bg-BG"/>
            </a:p>
          </p:txBody>
        </p:sp>
        <p:sp>
          <p:nvSpPr>
            <p:cNvPr id="1046" name="Freeform 33"/>
            <p:cNvSpPr>
              <a:spLocks/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>
                <a:gd name="T0" fmla="*/ 4 w 17"/>
                <a:gd name="T1" fmla="*/ 54 h 107"/>
                <a:gd name="T2" fmla="*/ 17 w 17"/>
                <a:gd name="T3" fmla="*/ 107 h 107"/>
                <a:gd name="T4" fmla="*/ 10 w 17"/>
                <a:gd name="T5" fmla="*/ 44 h 107"/>
                <a:gd name="T6" fmla="*/ 9 w 17"/>
                <a:gd name="T7" fmla="*/ 43 h 107"/>
                <a:gd name="T8" fmla="*/ 0 w 17"/>
                <a:gd name="T9" fmla="*/ 0 h 107"/>
                <a:gd name="T10" fmla="*/ 0 w 17"/>
                <a:gd name="T11" fmla="*/ 8 h 107"/>
                <a:gd name="T12" fmla="*/ 4 w 17"/>
                <a:gd name="T13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bg-BG" altLang="bg-BG"/>
            </a:p>
          </p:txBody>
        </p:sp>
        <p:sp>
          <p:nvSpPr>
            <p:cNvPr id="1047" name="Freeform 34"/>
            <p:cNvSpPr>
              <a:spLocks/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>
                <a:gd name="T0" fmla="*/ 8 w 294"/>
                <a:gd name="T1" fmla="*/ 553 h 568"/>
                <a:gd name="T2" fmla="*/ 35 w 294"/>
                <a:gd name="T3" fmla="*/ 397 h 568"/>
                <a:gd name="T4" fmla="*/ 99 w 294"/>
                <a:gd name="T5" fmla="*/ 252 h 568"/>
                <a:gd name="T6" fmla="*/ 187 w 294"/>
                <a:gd name="T7" fmla="*/ 119 h 568"/>
                <a:gd name="T8" fmla="*/ 238 w 294"/>
                <a:gd name="T9" fmla="*/ 58 h 568"/>
                <a:gd name="T10" fmla="*/ 265 w 294"/>
                <a:gd name="T11" fmla="*/ 28 h 568"/>
                <a:gd name="T12" fmla="*/ 294 w 294"/>
                <a:gd name="T13" fmla="*/ 0 h 568"/>
                <a:gd name="T14" fmla="*/ 293 w 294"/>
                <a:gd name="T15" fmla="*/ 0 h 568"/>
                <a:gd name="T16" fmla="*/ 264 w 294"/>
                <a:gd name="T17" fmla="*/ 27 h 568"/>
                <a:gd name="T18" fmla="*/ 237 w 294"/>
                <a:gd name="T19" fmla="*/ 56 h 568"/>
                <a:gd name="T20" fmla="*/ 185 w 294"/>
                <a:gd name="T21" fmla="*/ 117 h 568"/>
                <a:gd name="T22" fmla="*/ 95 w 294"/>
                <a:gd name="T23" fmla="*/ 249 h 568"/>
                <a:gd name="T24" fmla="*/ 30 w 294"/>
                <a:gd name="T25" fmla="*/ 396 h 568"/>
                <a:gd name="T26" fmla="*/ 0 w 294"/>
                <a:gd name="T27" fmla="*/ 549 h 568"/>
                <a:gd name="T28" fmla="*/ 7 w 294"/>
                <a:gd name="T29" fmla="*/ 568 h 568"/>
                <a:gd name="T30" fmla="*/ 8 w 294"/>
                <a:gd name="T31" fmla="*/ 553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bg-BG" altLang="bg-BG"/>
            </a:p>
          </p:txBody>
        </p:sp>
        <p:sp>
          <p:nvSpPr>
            <p:cNvPr id="1048" name="Freeform 35"/>
            <p:cNvSpPr>
              <a:spLocks/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>
                <a:gd name="T0" fmla="*/ 0 w 25"/>
                <a:gd name="T1" fmla="*/ 0 h 53"/>
                <a:gd name="T2" fmla="*/ 19 w 25"/>
                <a:gd name="T3" fmla="*/ 53 h 53"/>
                <a:gd name="T4" fmla="*/ 25 w 25"/>
                <a:gd name="T5" fmla="*/ 53 h 53"/>
                <a:gd name="T6" fmla="*/ 0 w 25"/>
                <a:gd name="T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bg-BG" altLang="bg-BG"/>
            </a:p>
          </p:txBody>
        </p:sp>
        <p:sp>
          <p:nvSpPr>
            <p:cNvPr id="1049" name="Freeform 36"/>
            <p:cNvSpPr>
              <a:spLocks/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>
                <a:gd name="T0" fmla="*/ 0 w 29"/>
                <a:gd name="T1" fmla="*/ 0 h 141"/>
                <a:gd name="T2" fmla="*/ 7 w 29"/>
                <a:gd name="T3" fmla="*/ 89 h 141"/>
                <a:gd name="T4" fmla="*/ 18 w 29"/>
                <a:gd name="T5" fmla="*/ 117 h 141"/>
                <a:gd name="T6" fmla="*/ 29 w 29"/>
                <a:gd name="T7" fmla="*/ 141 h 141"/>
                <a:gd name="T8" fmla="*/ 27 w 29"/>
                <a:gd name="T9" fmla="*/ 135 h 141"/>
                <a:gd name="T10" fmla="*/ 8 w 29"/>
                <a:gd name="T11" fmla="*/ 22 h 141"/>
                <a:gd name="T12" fmla="*/ 4 w 29"/>
                <a:gd name="T13" fmla="*/ 11 h 141"/>
                <a:gd name="T14" fmla="*/ 0 w 29"/>
                <a:gd name="T15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bg-BG" altLang="bg-BG"/>
            </a:p>
          </p:txBody>
        </p:sp>
        <p:sp>
          <p:nvSpPr>
            <p:cNvPr id="1050" name="Freeform 37"/>
            <p:cNvSpPr>
              <a:spLocks/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>
                <a:gd name="T0" fmla="*/ 0 w 8"/>
                <a:gd name="T1" fmla="*/ 26 h 48"/>
                <a:gd name="T2" fmla="*/ 4 w 8"/>
                <a:gd name="T3" fmla="*/ 37 h 48"/>
                <a:gd name="T4" fmla="*/ 8 w 8"/>
                <a:gd name="T5" fmla="*/ 48 h 48"/>
                <a:gd name="T6" fmla="*/ 7 w 8"/>
                <a:gd name="T7" fmla="*/ 19 h 48"/>
                <a:gd name="T8" fmla="*/ 0 w 8"/>
                <a:gd name="T9" fmla="*/ 0 h 48"/>
                <a:gd name="T10" fmla="*/ 0 w 8"/>
                <a:gd name="T11" fmla="*/ 4 h 48"/>
                <a:gd name="T12" fmla="*/ 0 w 8"/>
                <a:gd name="T13" fmla="*/ 2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bg-BG" altLang="bg-BG"/>
            </a:p>
          </p:txBody>
        </p:sp>
        <p:sp>
          <p:nvSpPr>
            <p:cNvPr id="1051" name="Freeform 38"/>
            <p:cNvSpPr>
              <a:spLocks/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>
                <a:gd name="T0" fmla="*/ 11 w 44"/>
                <a:gd name="T1" fmla="*/ 28 h 111"/>
                <a:gd name="T2" fmla="*/ 0 w 44"/>
                <a:gd name="T3" fmla="*/ 0 h 111"/>
                <a:gd name="T4" fmla="*/ 11 w 44"/>
                <a:gd name="T5" fmla="*/ 49 h 111"/>
                <a:gd name="T6" fmla="*/ 14 w 44"/>
                <a:gd name="T7" fmla="*/ 58 h 111"/>
                <a:gd name="T8" fmla="*/ 39 w 44"/>
                <a:gd name="T9" fmla="*/ 111 h 111"/>
                <a:gd name="T10" fmla="*/ 44 w 44"/>
                <a:gd name="T11" fmla="*/ 111 h 111"/>
                <a:gd name="T12" fmla="*/ 22 w 44"/>
                <a:gd name="T13" fmla="*/ 52 h 111"/>
                <a:gd name="T14" fmla="*/ 11 w 44"/>
                <a:gd name="T15" fmla="*/ 28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bg-BG" altLang="bg-BG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rgbClr val="2E5369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/>
            <a:endParaRPr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FFFFFF"/>
              </a:solidFill>
              <a:latin typeface="Century Gothic" panose="020B0502020202020204"/>
              <a:cs typeface="Arial"/>
              <a:sym typeface="Wingding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388" y="623888"/>
            <a:ext cx="8912225" cy="12811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bg-BG" noProof="0">
                <a:sym typeface="Wingdings"/>
              </a:rPr>
              <a:t>Редакт. стил загл. образец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3" y="2133600"/>
            <a:ext cx="8915400" cy="3886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 noProof="0">
                <a:sym typeface="Wingdings"/>
              </a:rPr>
              <a:t>Редактиране на стиловете на текста в образеца</a:t>
            </a:r>
          </a:p>
          <a:p>
            <a:pPr lvl="1"/>
            <a:r>
              <a:rPr lang="bg-BG" noProof="0">
                <a:sym typeface="Wingdings"/>
              </a:rPr>
              <a:t>Второ ниво</a:t>
            </a:r>
          </a:p>
          <a:p>
            <a:pPr lvl="2"/>
            <a:r>
              <a:rPr lang="bg-BG" noProof="0">
                <a:sym typeface="Wingdings"/>
              </a:rPr>
              <a:t>Трето ниво</a:t>
            </a:r>
          </a:p>
          <a:p>
            <a:pPr lvl="3"/>
            <a:r>
              <a:rPr lang="bg-BG" noProof="0">
                <a:sym typeface="Wingdings"/>
              </a:rPr>
              <a:t>Четвърто ниво</a:t>
            </a:r>
          </a:p>
          <a:p>
            <a:pPr lvl="4"/>
            <a:r>
              <a:rPr lang="bg-BG" noProof="0">
                <a:sym typeface="Wingdings"/>
              </a:rPr>
              <a:t>Пето ниво</a:t>
            </a:r>
            <a:endParaRPr lang="en-US" noProof="0"/>
          </a:p>
        </p:txBody>
      </p:sp>
      <p:sp>
        <p:nvSpPr>
          <p:cNvPr id="1055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361613" y="61309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900"/>
            </a:lvl1pPr>
          </a:lstStyle>
          <a:p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3" y="6135688"/>
            <a:ext cx="7620000" cy="365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lIns="91440" tIns="45720" rIns="91440" bIns="45720" rtlCol="0" anchor="ctr"/>
          <a:lstStyle>
            <a:lvl1pPr algn="l" eaLnBrk="0" hangingPunct="0">
              <a:defRPr sz="9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898989"/>
                </a:solidFill>
                <a:cs typeface="Arial"/>
                <a:sym typeface="Wingdings"/>
              </a:defRPr>
            </a:lvl1pPr>
          </a:lstStyle>
          <a:p>
            <a:r>
              <a:rPr lang="bg-BG"/>
              <a:t>Елена Гълбачева</a:t>
            </a:r>
            <a:endParaRPr lang="bg-BG">
              <a:ln>
                <a:noFill/>
              </a:ln>
              <a:solidFill>
                <a:schemeClr val="tx1">
                  <a:tint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531813" y="787400"/>
            <a:ext cx="7794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2000">
                <a:solidFill>
                  <a:srgbClr val="FEFFFF"/>
                </a:solidFill>
              </a:defRPr>
            </a:lvl1pPr>
          </a:lstStyle>
          <a:p>
            <a:fld id="{2BCCAF01-9604-4D62-9D43-FD76B089835D}" type="slidenum">
              <a:rPr lang="bg-BG" altLang="bg-BG"/>
              <a:pPr/>
              <a:t>‹#›</a:t>
            </a:fld>
            <a:endParaRPr lang="bg-BG" alt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  <p:sldLayoutId id="2147483911" r:id="rId13"/>
    <p:sldLayoutId id="2147483912" r:id="rId14"/>
    <p:sldLayoutId id="2147483913" r:id="rId15"/>
    <p:sldLayoutId id="2147483914" r:id="rId16"/>
  </p:sldLayoutIdLst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/>
          <a:cs typeface="Arial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/>
          <a:cs typeface="Arial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/>
          <a:cs typeface="Arial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/>
          <a:cs typeface="Arial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charset="2"/>
        <a:buChar char="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ct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ct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ct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ct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81.xml"/><Relationship Id="rId2" Type="http://schemas.openxmlformats.org/officeDocument/2006/relationships/tags" Target="../tags/tag82.xml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86.xml"/><Relationship Id="rId2" Type="http://schemas.openxmlformats.org/officeDocument/2006/relationships/tags" Target="../tags/tag87.xml"/><Relationship Id="rId3" Type="http://schemas.openxmlformats.org/officeDocument/2006/relationships/tags" Target="../tags/tag88.xml"/><Relationship Id="rId4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89.xml"/><Relationship Id="rId2" Type="http://schemas.openxmlformats.org/officeDocument/2006/relationships/tags" Target="../tags/tag90.xml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91.xml"/><Relationship Id="rId2" Type="http://schemas.openxmlformats.org/officeDocument/2006/relationships/tags" Target="../tags/tag92.xml"/><Relationship Id="rId3" Type="http://schemas.openxmlformats.org/officeDocument/2006/relationships/tags" Target="../tags/tag93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Relationship Id="rId6" Type="http://schemas.openxmlformats.org/officeDocument/2006/relationships/image" Target="../media/image5.png"/><Relationship Id="rId7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97.xml"/><Relationship Id="rId2" Type="http://schemas.openxmlformats.org/officeDocument/2006/relationships/tags" Target="../tags/tag98.xml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02.xml"/><Relationship Id="rId2" Type="http://schemas.openxmlformats.org/officeDocument/2006/relationships/tags" Target="../tags/tag103.xml"/><Relationship Id="rId3" Type="http://schemas.openxmlformats.org/officeDocument/2006/relationships/tags" Target="../tags/tag104.xml"/><Relationship Id="rId4" Type="http://schemas.openxmlformats.org/officeDocument/2006/relationships/tags" Target="../tags/tag105.xml"/><Relationship Id="rId5" Type="http://schemas.openxmlformats.org/officeDocument/2006/relationships/tags" Target="../tags/tag106.xml"/><Relationship Id="rId6" Type="http://schemas.openxmlformats.org/officeDocument/2006/relationships/tags" Target="../tags/tag107.xml"/><Relationship Id="rId7" Type="http://schemas.openxmlformats.org/officeDocument/2006/relationships/slideLayout" Target="../slideLayouts/slideLayout2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1055440" y="692696"/>
            <a:ext cx="9793088" cy="1800200"/>
          </a:xfrm>
        </p:spPr>
        <p:txBody>
          <a:bodyPr>
            <a:noAutofit/>
          </a:bodyPr>
          <a:lstStyle/>
          <a:p>
            <a:pPr algn="ctr" fontAlgn="auto"/>
            <a:r>
              <a:rPr lang="bg-BG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78D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Създаване и обработка на г</a:t>
            </a:r>
            <a:r>
              <a:rPr lang="ru-RU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78D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рафично изображение. </a:t>
            </a:r>
            <a:endParaRPr lang="bg-BG" sz="40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435" name="Картина 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2807975"/>
            <a:ext cx="7304088" cy="404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/>
          <p:cNvSpPr txBox="1"/>
          <p:nvPr/>
        </p:nvSpPr>
        <p:spPr>
          <a:xfrm>
            <a:off x="3503712" y="6279755"/>
            <a:ext cx="6151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+mj-lt"/>
              </a:rPr>
              <a:t>КМИТ, 5 клас, Елена Маврова-Ненкова</a:t>
            </a:r>
          </a:p>
        </p:txBody>
      </p:sp>
      <p:pic>
        <p:nvPicPr>
          <p:cNvPr id="18436" name="Picture 18435" descr="_em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0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775520" y="332656"/>
            <a:ext cx="6589712" cy="1281112"/>
          </a:xfrm>
        </p:spPr>
        <p:txBody>
          <a:bodyPr>
            <a:normAutofit/>
          </a:bodyPr>
          <a:lstStyle/>
          <a:p>
            <a:pPr fontAlgn="auto"/>
            <a:r>
              <a:rPr lang="bg-BG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78D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1. Същност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5192" y="1196752"/>
            <a:ext cx="11737304" cy="4896544"/>
          </a:xfrm>
        </p:spPr>
        <p:txBody>
          <a:bodyPr>
            <a:noAutofit/>
          </a:bodyPr>
          <a:lstStyle/>
          <a:p>
            <a:pPr marL="0" indent="0" fontAlgn="auto">
              <a:buClr>
                <a:srgbClr val="353535"/>
              </a:buClr>
              <a:buFont typeface="Wingdings 3" charset="2"/>
              <a:buNone/>
            </a:pPr>
            <a:r>
              <a:rPr 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Компютърът обработва и съхранява информация, като снимки, рисунки, схеми и др. Този тип информация се нарича </a:t>
            </a:r>
            <a:r>
              <a:rPr 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графично изображение</a:t>
            </a:r>
            <a:r>
              <a:rPr 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.</a:t>
            </a:r>
          </a:p>
          <a:p>
            <a:pPr marL="0" indent="0" fontAlgn="auto">
              <a:buClr>
                <a:srgbClr val="353535"/>
              </a:buClr>
              <a:buNone/>
            </a:pPr>
            <a:r>
              <a:rPr 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F0E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Компютърната графика </a:t>
            </a:r>
            <a:r>
              <a:rPr 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разглежда методите и средствата за създаване, преобразуване и възпроизвеждане на графични изображения. </a:t>
            </a:r>
          </a:p>
          <a:p>
            <a:pPr marL="0" indent="0" fontAlgn="auto">
              <a:buClr>
                <a:srgbClr val="353535"/>
              </a:buClr>
              <a:buFont typeface="Wingdings 3" charset="2"/>
              <a:buNone/>
            </a:pPr>
            <a:r>
              <a:rPr 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Програмите, с които се създават и обработват тези изображения, се наричат</a:t>
            </a:r>
            <a:r>
              <a:rPr 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F0E66"/>
                </a:solidFill>
                <a:latin typeface="+mj-lt"/>
                <a:sym typeface="Wingdings"/>
              </a:rPr>
              <a:t> </a:t>
            </a:r>
            <a:r>
              <a:rPr 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F0E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графични редактори </a:t>
            </a:r>
            <a:r>
              <a:rPr 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(графични системи)</a:t>
            </a:r>
          </a:p>
        </p:txBody>
      </p:sp>
      <p:sp>
        <p:nvSpPr>
          <p:cNvPr id="5" name="Текстово поле 4"/>
          <p:cNvSpPr txBox="1"/>
          <p:nvPr/>
        </p:nvSpPr>
        <p:spPr>
          <a:xfrm>
            <a:off x="3503712" y="6444945"/>
            <a:ext cx="6151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latin typeface="+mj-lt"/>
              </a:rPr>
              <a:t>КМИТ, 5 клас, Маврова</a:t>
            </a:r>
          </a:p>
        </p:txBody>
      </p:sp>
      <p:pic>
        <p:nvPicPr>
          <p:cNvPr id="165892" name="Picture 165891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0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631504" y="476672"/>
            <a:ext cx="6589712" cy="1281112"/>
          </a:xfrm>
        </p:spPr>
        <p:txBody>
          <a:bodyPr>
            <a:normAutofit/>
          </a:bodyPr>
          <a:lstStyle/>
          <a:p>
            <a:pPr fontAlgn="auto"/>
            <a:r>
              <a:rPr lang="bg-BG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78D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2. Видове графика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48158" y="2113275"/>
            <a:ext cx="10513168" cy="4114800"/>
          </a:xfrm>
        </p:spPr>
        <p:txBody>
          <a:bodyPr>
            <a:noAutofit/>
          </a:bodyPr>
          <a:lstStyle/>
          <a:p>
            <a:pPr fontAlgn="auto">
              <a:lnSpc>
                <a:spcPct val="90000"/>
              </a:lnSpc>
              <a:buClr>
                <a:srgbClr val="353535"/>
              </a:buClr>
              <a:buFontTx/>
              <a:buNone/>
            </a:pPr>
            <a:r>
              <a:rPr lang="bg-BG" alt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а) </a:t>
            </a:r>
            <a:r>
              <a:rPr lang="bg-BG" altLang="bg-BG" sz="32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Растерни</a:t>
            </a:r>
            <a:r>
              <a:rPr lang="bg-BG" alt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изображения</a:t>
            </a:r>
            <a:endParaRPr lang="en-US" altLang="bg-BG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fontAlgn="auto">
              <a:lnSpc>
                <a:spcPct val="90000"/>
              </a:lnSpc>
              <a:buClr>
                <a:srgbClr val="353535"/>
              </a:buClr>
              <a:buFontTx/>
              <a:buNone/>
            </a:pPr>
            <a:endParaRPr lang="bg-BG" altLang="bg-BG" sz="3200" dirty="0">
              <a:latin typeface="+mj-lt"/>
            </a:endParaRPr>
          </a:p>
          <a:p>
            <a:pPr fontAlgn="auto">
              <a:lnSpc>
                <a:spcPct val="90000"/>
              </a:lnSpc>
              <a:buClr>
                <a:srgbClr val="353535"/>
              </a:buClr>
              <a:buFont typeface="Wingdings" panose="05000000000000000000" pitchFamily="2" charset="2"/>
              <a:buChar char="ü"/>
            </a:pPr>
            <a:r>
              <a:rPr lang="bg-BG" alt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Изображението се съхранява в мрежа (растер) от малки квадратчета (</a:t>
            </a:r>
            <a:r>
              <a:rPr lang="bg-BG" alt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F0E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пиксели</a:t>
            </a:r>
            <a:r>
              <a:rPr lang="bg-BG" alt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), всеки с определен цвят; </a:t>
            </a:r>
            <a:endParaRPr lang="en-US" altLang="bg-BG" sz="3200" dirty="0">
              <a:latin typeface="+mj-lt"/>
            </a:endParaRPr>
          </a:p>
          <a:p>
            <a:pPr fontAlgn="auto">
              <a:buClr>
                <a:srgbClr val="353535"/>
              </a:buClr>
              <a:buFont typeface="Wingdings" panose="05000000000000000000" pitchFamily="2" charset="2"/>
              <a:buChar char="ü"/>
            </a:pPr>
            <a:r>
              <a:rPr lang="bg-BG" alt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Гъстотата на пикселите и броят на цветовете, поддържани в изображението, определят различни видове графични формати</a:t>
            </a:r>
            <a:endParaRPr lang="bg-BG" altLang="bg-BG" sz="3200" dirty="0">
              <a:latin typeface="+mj-lt"/>
            </a:endParaRPr>
          </a:p>
        </p:txBody>
      </p:sp>
      <p:pic>
        <p:nvPicPr>
          <p:cNvPr id="21508" name="Картина 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128" y="332656"/>
            <a:ext cx="453707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Текстово поле 5"/>
          <p:cNvSpPr txBox="1"/>
          <p:nvPr/>
        </p:nvSpPr>
        <p:spPr>
          <a:xfrm>
            <a:off x="3503712" y="6444945"/>
            <a:ext cx="6151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latin typeface="+mj-lt"/>
              </a:rPr>
              <a:t>КМИТ, 5 клас, Маврова</a:t>
            </a:r>
          </a:p>
        </p:txBody>
      </p:sp>
      <p:pic>
        <p:nvPicPr>
          <p:cNvPr id="166915" name="Picture 166914" descr="_em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0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344104" y="1124744"/>
            <a:ext cx="8064264" cy="4819650"/>
          </a:xfrm>
        </p:spPr>
        <p:txBody>
          <a:bodyPr/>
          <a:lstStyle/>
          <a:p>
            <a:pPr fontAlgn="auto">
              <a:spcBef>
                <a:spcPts val="600"/>
              </a:spcBef>
              <a:buClr>
                <a:srgbClr val="353535"/>
              </a:buClr>
              <a:buFont typeface="Wingdings" panose="05000000000000000000" pitchFamily="2" charset="2"/>
              <a:buChar char="ü"/>
            </a:pPr>
            <a:r>
              <a:rPr lang="bg-BG" alt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Размерът на изображението зависи от размерността на матрицата от пиксели (произведението на броя пиксели в ред и броя пиксели в колона);</a:t>
            </a:r>
          </a:p>
          <a:p>
            <a:pPr fontAlgn="auto">
              <a:spcBef>
                <a:spcPts val="600"/>
              </a:spcBef>
              <a:buClr>
                <a:srgbClr val="353535"/>
              </a:buClr>
              <a:buFont typeface="Wingdings" panose="05000000000000000000" pitchFamily="2" charset="2"/>
              <a:buChar char="ü"/>
            </a:pPr>
            <a:r>
              <a:rPr lang="bg-BG" alt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Увеличаването на големината на </a:t>
            </a:r>
            <a:r>
              <a:rPr lang="bg-BG" altLang="bg-BG" sz="32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растерно</a:t>
            </a:r>
            <a:r>
              <a:rPr lang="bg-BG" alt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 изображение води до загуба на качеството – </a:t>
            </a:r>
            <a:r>
              <a:rPr lang="bg-BG" altLang="bg-BG" sz="32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пикселизация</a:t>
            </a:r>
            <a:r>
              <a:rPr lang="bg-BG" alt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;</a:t>
            </a:r>
          </a:p>
          <a:p>
            <a:pPr marL="0" indent="0" fontAlgn="auto">
              <a:buClr>
                <a:srgbClr val="353535"/>
              </a:buClr>
              <a:buNone/>
            </a:pPr>
            <a:endParaRPr lang="bg-BG" altLang="bg-BG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2531" name="Picture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320" y="2348880"/>
            <a:ext cx="2809106" cy="3052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cxnSp>
        <p:nvCxnSpPr>
          <p:cNvPr id="22532" name="Съединител &quot;права стрелка&quot; 2"/>
          <p:cNvCxnSpPr>
            <a:cxnSpLocks noChangeArrowheads="1" noChangeShapeType="1"/>
          </p:cNvCxnSpPr>
          <p:nvPr>
            <p:custDataLst>
              <p:tags r:id="rId3"/>
            </p:custDataLst>
          </p:nvPr>
        </p:nvCxnSpPr>
        <p:spPr bwMode="auto">
          <a:xfrm flipV="1">
            <a:off x="8832304" y="3514242"/>
            <a:ext cx="1207218" cy="850862"/>
          </a:xfrm>
          <a:prstGeom prst="straightConnector1">
            <a:avLst/>
          </a:prstGeom>
          <a:noFill/>
          <a:ln w="38100" cap="rnd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38100" dist="25400" dir="5400000" rotWithShape="0">
              <a:srgbClr val="000000">
                <a:alpha val="2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Текстово поле 8"/>
          <p:cNvSpPr txBox="1"/>
          <p:nvPr/>
        </p:nvSpPr>
        <p:spPr>
          <a:xfrm>
            <a:off x="3503712" y="6444945"/>
            <a:ext cx="6151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latin typeface="+mj-lt"/>
              </a:rPr>
              <a:t>Информационни технологии, 5 клас, Маврова</a:t>
            </a:r>
          </a:p>
        </p:txBody>
      </p:sp>
      <p:pic>
        <p:nvPicPr>
          <p:cNvPr id="22533" name="Picture 22532" descr="_em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0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1199456" y="188640"/>
            <a:ext cx="10369152" cy="6336704"/>
          </a:xfrm>
        </p:spPr>
        <p:txBody>
          <a:bodyPr>
            <a:normAutofit fontScale="85000" lnSpcReduction="20000"/>
          </a:bodyPr>
          <a:lstStyle/>
          <a:p>
            <a:pPr marL="265176" indent="-265176" fontAlgn="auto">
              <a:lnSpc>
                <a:spcPct val="125000"/>
              </a:lnSpc>
              <a:spcBef>
                <a:spcPct val="70000"/>
              </a:spcBef>
              <a:buClr>
                <a:srgbClr val="353535"/>
              </a:buClr>
              <a:buFont typeface="Wingdings 3" charset="2"/>
              <a:buNone/>
            </a:pPr>
            <a:r>
              <a:rPr lang="bg-BG" sz="41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б)</a:t>
            </a:r>
            <a:r>
              <a:rPr lang="bg-BG" sz="46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</a:t>
            </a:r>
            <a:r>
              <a:rPr lang="bg-BG" sz="41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Векторни</a:t>
            </a:r>
            <a:r>
              <a:rPr lang="bg-BG" sz="46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</a:t>
            </a:r>
            <a:r>
              <a:rPr lang="bg-BG" sz="41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изображения</a:t>
            </a:r>
            <a:r>
              <a:rPr lang="bg-BG" sz="46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</a:t>
            </a:r>
          </a:p>
          <a:p>
            <a:pPr marL="265176" indent="-265176" fontAlgn="auto">
              <a:lnSpc>
                <a:spcPct val="125000"/>
              </a:lnSpc>
              <a:spcBef>
                <a:spcPct val="70000"/>
              </a:spcBef>
              <a:buClr>
                <a:srgbClr val="353535"/>
              </a:buClr>
              <a:buFont typeface="Wingdings 3" charset="2"/>
              <a:buNone/>
            </a:pPr>
            <a:endParaRPr lang="bg-BG" sz="1900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sym typeface="Wingdings"/>
            </a:endParaRPr>
          </a:p>
          <a:p>
            <a:pPr fontAlgn="auto">
              <a:lnSpc>
                <a:spcPct val="125000"/>
              </a:lnSpc>
              <a:buClr>
                <a:srgbClr val="353535"/>
              </a:buClr>
              <a:buFont typeface="Wingdings" panose="05000000000000000000" pitchFamily="2" charset="2"/>
              <a:buChar char="ü"/>
            </a:pPr>
            <a:r>
              <a:rPr 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Обектите са съставени от праволинейни и криволинейни елементи, както и от запълнени с цвят области</a:t>
            </a:r>
            <a:endParaRPr lang="bg-BG" sz="32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+mj-lt"/>
            </a:endParaRPr>
          </a:p>
          <a:p>
            <a:pPr fontAlgn="auto">
              <a:lnSpc>
                <a:spcPct val="125000"/>
              </a:lnSpc>
              <a:buClr>
                <a:srgbClr val="353535"/>
              </a:buClr>
              <a:buFont typeface="Wingdings" panose="05000000000000000000" pitchFamily="2" charset="2"/>
              <a:buChar char="ü"/>
            </a:pPr>
            <a:r>
              <a:rPr 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Очертанията на кривите се изменят с промяната на броя и позицията на точките и допирателните към тях, които задават изпъкналост;</a:t>
            </a:r>
          </a:p>
          <a:p>
            <a:pPr fontAlgn="auto">
              <a:lnSpc>
                <a:spcPct val="125000"/>
              </a:lnSpc>
              <a:buClr>
                <a:srgbClr val="353535"/>
              </a:buClr>
              <a:buFont typeface="Wingdings" panose="05000000000000000000" pitchFamily="2" charset="2"/>
              <a:buChar char="ü"/>
            </a:pPr>
            <a:r>
              <a:rPr 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Позволяват произволно преместване, промяна на размера, въртене на отделните елементи</a:t>
            </a:r>
          </a:p>
          <a:p>
            <a:pPr fontAlgn="auto">
              <a:lnSpc>
                <a:spcPct val="125000"/>
              </a:lnSpc>
              <a:buClr>
                <a:srgbClr val="353535"/>
              </a:buClr>
              <a:buFont typeface="Wingdings" panose="05000000000000000000" pitchFamily="2" charset="2"/>
              <a:buChar char="ü"/>
            </a:pPr>
            <a:r>
              <a:rPr 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При преоразмеряване не се губи качеството на изображението</a:t>
            </a:r>
            <a:endParaRPr lang="bg-BG" sz="32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+mj-lt"/>
            </a:endParaRPr>
          </a:p>
        </p:txBody>
      </p:sp>
      <p:pic>
        <p:nvPicPr>
          <p:cNvPr id="23555" name="Картина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448" y="188640"/>
            <a:ext cx="1760984" cy="2007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Текстово поле 4"/>
          <p:cNvSpPr txBox="1"/>
          <p:nvPr/>
        </p:nvSpPr>
        <p:spPr>
          <a:xfrm>
            <a:off x="3503712" y="6444945"/>
            <a:ext cx="6151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latin typeface="+mj-lt"/>
              </a:rPr>
              <a:t>КМИТ, 5 клас, Маврова</a:t>
            </a:r>
          </a:p>
        </p:txBody>
      </p:sp>
      <p:pic>
        <p:nvPicPr>
          <p:cNvPr id="167940" name="Picture 167939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0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588487" y="196949"/>
            <a:ext cx="9649072" cy="1279525"/>
          </a:xfrm>
        </p:spPr>
        <p:txBody>
          <a:bodyPr>
            <a:normAutofit/>
          </a:bodyPr>
          <a:lstStyle/>
          <a:p>
            <a:pPr fontAlgn="auto"/>
            <a:r>
              <a:rPr lang="bg-BG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78D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3.Графични файлови формати</a:t>
            </a:r>
          </a:p>
        </p:txBody>
      </p:sp>
      <p:sp>
        <p:nvSpPr>
          <p:cNvPr id="4" name="Content Placeholder 2"/>
          <p:cNvSpPr txBox="1"/>
          <p:nvPr>
            <p:custDataLst>
              <p:tags r:id="rId2"/>
            </p:custDataLst>
          </p:nvPr>
        </p:nvSpPr>
        <p:spPr>
          <a:xfrm>
            <a:off x="904411" y="1988840"/>
            <a:ext cx="11017224" cy="45365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Clr>
                <a:srgbClr val="353535"/>
              </a:buClr>
              <a:buFont typeface="Wingdings 3" charset="2"/>
              <a:buNone/>
            </a:pPr>
            <a:r>
              <a:rPr 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3.1. За </a:t>
            </a:r>
            <a:r>
              <a:rPr lang="bg-BG" sz="32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растерна</a:t>
            </a:r>
            <a:r>
              <a:rPr 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графика</a:t>
            </a:r>
          </a:p>
          <a:p>
            <a:pPr marL="0" indent="0" fontAlgn="auto">
              <a:buClr>
                <a:srgbClr val="353535"/>
              </a:buClr>
              <a:buFont typeface="Wingdings 3" charset="2"/>
              <a:buNone/>
            </a:pPr>
            <a:endParaRPr lang="bg-BG" sz="2800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sym typeface="Wingdings"/>
            </a:endParaRPr>
          </a:p>
          <a:p>
            <a:pPr marL="0" indent="0" fontAlgn="auto">
              <a:buClr>
                <a:srgbClr val="353535"/>
              </a:buClr>
              <a:buFont typeface="Wingdings 3" charset="2"/>
              <a:buNone/>
            </a:pPr>
            <a:r>
              <a:rPr 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а) </a:t>
            </a:r>
            <a:r>
              <a:rPr lang="en-US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BMP </a:t>
            </a:r>
            <a:r>
              <a:rPr 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– стандартен формат на </a:t>
            </a:r>
            <a:r>
              <a:rPr lang="en-US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MS Paint</a:t>
            </a:r>
            <a:r>
              <a:rPr 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. Най-честата употреба</a:t>
            </a:r>
            <a:r>
              <a:rPr lang="en-US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 </a:t>
            </a:r>
            <a:r>
              <a:rPr 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е в </a:t>
            </a:r>
            <a:r>
              <a:rPr lang="en-US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Help </a:t>
            </a:r>
            <a:r>
              <a:rPr 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файлове и </a:t>
            </a:r>
            <a:r>
              <a:rPr lang="en-US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Windows</a:t>
            </a:r>
            <a:r>
              <a:rPr 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 тапети;</a:t>
            </a:r>
            <a:endParaRPr lang="en-US" sz="28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+mj-lt"/>
            </a:endParaRPr>
          </a:p>
          <a:p>
            <a:pPr marL="0" indent="0" fontAlgn="auto">
              <a:lnSpc>
                <a:spcPct val="110000"/>
              </a:lnSpc>
              <a:spcBef>
                <a:spcPts val="1200"/>
              </a:spcBef>
              <a:buClr>
                <a:srgbClr val="353535"/>
              </a:buClr>
              <a:buFont typeface="Wingdings 3" charset="2"/>
              <a:buNone/>
            </a:pPr>
            <a:r>
              <a:rPr 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б) </a:t>
            </a:r>
            <a:r>
              <a:rPr lang="en-US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GIF</a:t>
            </a:r>
            <a:r>
              <a:rPr 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</a:t>
            </a:r>
            <a:r>
              <a:rPr 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– полезен за прости изображения с резки очертания и малко цветове, но не и за снимки; поддържа прозрачност на изображението, което позволява използването му в анимации</a:t>
            </a:r>
            <a:r>
              <a:rPr lang="en-US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;</a:t>
            </a:r>
          </a:p>
          <a:p>
            <a:pPr marL="265176" indent="-265176" fontAlgn="auto">
              <a:buClr>
                <a:srgbClr val="353535"/>
              </a:buClr>
              <a:buFont typeface="Wingdings 2"/>
              <a:buChar char=""/>
            </a:pPr>
            <a:endParaRPr lang="bg-BG" dirty="0"/>
          </a:p>
        </p:txBody>
      </p:sp>
      <p:pic>
        <p:nvPicPr>
          <p:cNvPr id="24581" name="Картина 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168" y="836712"/>
            <a:ext cx="4030663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Текстово поле 7"/>
          <p:cNvSpPr txBox="1"/>
          <p:nvPr/>
        </p:nvSpPr>
        <p:spPr>
          <a:xfrm>
            <a:off x="3503712" y="6444945"/>
            <a:ext cx="6151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latin typeface="+mj-lt"/>
              </a:rPr>
              <a:t>КМИТ, 5 клас, Маврова</a:t>
            </a:r>
          </a:p>
        </p:txBody>
      </p:sp>
      <p:pic>
        <p:nvPicPr>
          <p:cNvPr id="169987" name="Picture 169986" descr="_em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0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631504" y="260648"/>
            <a:ext cx="10225136" cy="2736304"/>
          </a:xfrm>
        </p:spPr>
        <p:txBody>
          <a:bodyPr>
            <a:noAutofit/>
          </a:bodyPr>
          <a:lstStyle/>
          <a:p>
            <a:pPr marL="0" indent="0" fontAlgn="auto">
              <a:spcBef>
                <a:spcPts val="1200"/>
              </a:spcBef>
              <a:buClr>
                <a:srgbClr val="353535"/>
              </a:buClr>
              <a:buNone/>
            </a:pPr>
            <a:r>
              <a:rPr 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в) </a:t>
            </a:r>
            <a:r>
              <a:rPr lang="en-US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JPEG</a:t>
            </a:r>
            <a:r>
              <a:rPr 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</a:t>
            </a:r>
            <a:r>
              <a:rPr 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– най-често използваният графичен формат за снимки и фотографии; изображенията заемат малко място в компютъра и устройствата </a:t>
            </a:r>
          </a:p>
          <a:p>
            <a:pPr marL="0" indent="0" fontAlgn="auto">
              <a:spcBef>
                <a:spcPts val="1200"/>
              </a:spcBef>
              <a:buClr>
                <a:srgbClr val="353535"/>
              </a:buClr>
              <a:buNone/>
            </a:pPr>
            <a:r>
              <a:rPr 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г) </a:t>
            </a:r>
            <a:r>
              <a:rPr lang="en-US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PNG</a:t>
            </a:r>
            <a:r>
              <a:rPr 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</a:t>
            </a:r>
            <a:r>
              <a:rPr 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– поддържа прозрачност, поради което често се използва за изображения, публикувани в интернет</a:t>
            </a:r>
            <a:endParaRPr lang="bg-BG" sz="28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latin typeface="+mj-lt"/>
            </a:endParaRPr>
          </a:p>
        </p:txBody>
      </p:sp>
      <p:sp>
        <p:nvSpPr>
          <p:cNvPr id="4" name="Content Placeholder 2"/>
          <p:cNvSpPr txBox="1"/>
          <p:nvPr>
            <p:custDataLst>
              <p:tags r:id="rId2"/>
            </p:custDataLst>
          </p:nvPr>
        </p:nvSpPr>
        <p:spPr>
          <a:xfrm>
            <a:off x="1784568" y="3068960"/>
            <a:ext cx="10632504" cy="374441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Clr>
                <a:srgbClr val="353535"/>
              </a:buClr>
              <a:buNone/>
            </a:pPr>
            <a:r>
              <a:rPr lang="bg-BG" sz="32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3.2. За векторна графика</a:t>
            </a:r>
          </a:p>
          <a:p>
            <a:pPr marL="0" indent="0" fontAlgn="auto">
              <a:buClr>
                <a:srgbClr val="353535"/>
              </a:buClr>
              <a:buNone/>
            </a:pPr>
            <a:endParaRPr lang="bg-BG" sz="2400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sym typeface="Wingdings"/>
            </a:endParaRPr>
          </a:p>
          <a:p>
            <a:pPr marL="0" indent="0" fontAlgn="auto">
              <a:buClr>
                <a:srgbClr val="353535"/>
              </a:buClr>
              <a:buFont typeface="Wingdings 3" charset="2"/>
              <a:buNone/>
            </a:pPr>
            <a:r>
              <a:rPr 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д) </a:t>
            </a:r>
            <a:r>
              <a:rPr lang="en-US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SVG </a:t>
            </a:r>
            <a:r>
              <a:rPr 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+mj-lt"/>
                <a:sym typeface="Wingdings"/>
              </a:rPr>
              <a:t>– векторен формат</a:t>
            </a:r>
            <a:r>
              <a:rPr lang="en-US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+mj-lt"/>
                <a:sym typeface="Wingdings"/>
              </a:rPr>
              <a:t>, </a:t>
            </a:r>
            <a:r>
              <a:rPr 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+mj-lt"/>
                <a:sym typeface="Wingdings"/>
              </a:rPr>
              <a:t>който се използва предимно за графични модели при мобилните устройства</a:t>
            </a:r>
          </a:p>
          <a:p>
            <a:pPr marL="0" indent="0" fontAlgn="auto">
              <a:buClr>
                <a:srgbClr val="353535"/>
              </a:buClr>
              <a:buFont typeface="Wingdings 3" charset="2"/>
              <a:buNone/>
            </a:pPr>
            <a:r>
              <a:rPr 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е) </a:t>
            </a:r>
            <a:r>
              <a:rPr lang="en-US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EPS</a:t>
            </a:r>
            <a:r>
              <a:rPr 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</a:t>
            </a:r>
            <a:r>
              <a:rPr 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+mj-lt"/>
                <a:sym typeface="Wingdings"/>
              </a:rPr>
              <a:t>– най-популярният векторен формат; изображенията могат да бъдат редактирани и от </a:t>
            </a:r>
            <a:r>
              <a:rPr lang="bg-BG" sz="28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+mj-lt"/>
                <a:sym typeface="Wingdings"/>
              </a:rPr>
              <a:t>растерни</a:t>
            </a:r>
            <a:r>
              <a:rPr 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+mj-lt"/>
                <a:sym typeface="Wingdings"/>
              </a:rPr>
              <a:t> графични редактори</a:t>
            </a:r>
            <a:endParaRPr lang="en-US" sz="28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+mj-lt"/>
              <a:sym typeface="Wingdings"/>
            </a:endParaRPr>
          </a:p>
          <a:p>
            <a:pPr marL="265176" indent="-265176" fontAlgn="auto">
              <a:buClr>
                <a:srgbClr val="353535"/>
              </a:buClr>
              <a:buFont typeface="Wingdings 2"/>
              <a:buChar char=""/>
            </a:pPr>
            <a:endParaRPr lang="bg-BG" dirty="0"/>
          </a:p>
        </p:txBody>
      </p:sp>
      <p:pic>
        <p:nvPicPr>
          <p:cNvPr id="5" name="Picture 4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0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775520" y="404664"/>
            <a:ext cx="9288958" cy="1152525"/>
          </a:xfrm>
        </p:spPr>
        <p:txBody>
          <a:bodyPr>
            <a:noAutofit/>
          </a:bodyPr>
          <a:lstStyle/>
          <a:p>
            <a:pPr fontAlgn="auto"/>
            <a:r>
              <a:rPr lang="bg-BG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78D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4</a:t>
            </a:r>
            <a:r>
              <a:rPr lang="en-US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78D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. </a:t>
            </a:r>
            <a:r>
              <a:rPr lang="bg-BG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78D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Известни графични редактори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415480" y="1484784"/>
            <a:ext cx="10513168" cy="4176042"/>
          </a:xfrm>
        </p:spPr>
        <p:txBody>
          <a:bodyPr>
            <a:normAutofit/>
          </a:bodyPr>
          <a:lstStyle/>
          <a:p>
            <a:pPr fontAlgn="auto">
              <a:lnSpc>
                <a:spcPct val="90000"/>
              </a:lnSpc>
              <a:spcBef>
                <a:spcPct val="100000"/>
              </a:spcBef>
              <a:buClr>
                <a:srgbClr val="353535"/>
              </a:buClr>
              <a:buFontTx/>
              <a:buNone/>
            </a:pP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а) </a:t>
            </a:r>
            <a:r>
              <a:rPr lang="en-US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Adobe </a:t>
            </a:r>
            <a:r>
              <a:rPr lang="en-US" altLang="bg-BG" sz="28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PhotoShop</a:t>
            </a: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</a:t>
            </a:r>
            <a:r>
              <a:rPr lang="bg-BG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– за редактиране на </a:t>
            </a:r>
            <a:r>
              <a:rPr lang="bg-BG" altLang="bg-BG" sz="28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растерни</a:t>
            </a:r>
            <a:r>
              <a:rPr lang="bg-BG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 изображения</a:t>
            </a:r>
            <a:r>
              <a:rPr lang="en-US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;</a:t>
            </a:r>
            <a:endParaRPr lang="bg-BG" altLang="bg-BG" sz="28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+mj-lt"/>
            </a:endParaRPr>
          </a:p>
          <a:p>
            <a:pPr fontAlgn="auto">
              <a:lnSpc>
                <a:spcPct val="90000"/>
              </a:lnSpc>
              <a:spcBef>
                <a:spcPts val="1800"/>
              </a:spcBef>
              <a:buClr>
                <a:srgbClr val="353535"/>
              </a:buClr>
              <a:buFont typeface="Wingdings 3" charset="2"/>
              <a:buNone/>
            </a:pP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б)</a:t>
            </a:r>
            <a:r>
              <a:rPr lang="en-US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Adobe PageMaker</a:t>
            </a: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</a:t>
            </a:r>
            <a:r>
              <a:rPr lang="bg-BG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– за дизайн и оформление на страници и за издателска дейност</a:t>
            </a:r>
            <a:r>
              <a:rPr lang="en-US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;</a:t>
            </a:r>
            <a:endParaRPr lang="bg-BG" altLang="bg-BG" sz="28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+mj-lt"/>
            </a:endParaRPr>
          </a:p>
          <a:p>
            <a:pPr fontAlgn="auto">
              <a:lnSpc>
                <a:spcPct val="90000"/>
              </a:lnSpc>
              <a:spcBef>
                <a:spcPts val="1200"/>
              </a:spcBef>
              <a:buClr>
                <a:srgbClr val="353535"/>
              </a:buClr>
              <a:buFont typeface="Wingdings 3" charset="2"/>
              <a:buNone/>
            </a:pP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в)</a:t>
            </a:r>
            <a:r>
              <a:rPr lang="en-US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</a:t>
            </a:r>
            <a:r>
              <a:rPr lang="en-US" altLang="bg-BG" sz="28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CorelDRAW</a:t>
            </a:r>
            <a:r>
              <a:rPr lang="bg-BG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</a:t>
            </a:r>
            <a:r>
              <a:rPr lang="bg-BG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+mj-lt"/>
                <a:sym typeface="Wingdings"/>
              </a:rPr>
              <a:t>– за създаване и обработка на векторна графика;</a:t>
            </a:r>
          </a:p>
          <a:p>
            <a:pPr fontAlgn="auto">
              <a:lnSpc>
                <a:spcPct val="90000"/>
              </a:lnSpc>
              <a:spcBef>
                <a:spcPts val="1200"/>
              </a:spcBef>
              <a:buClr>
                <a:srgbClr val="353535"/>
              </a:buClr>
              <a:buFont typeface="Wingdings 3" charset="2"/>
              <a:buNone/>
            </a:pPr>
            <a:endParaRPr lang="bg-BG" altLang="bg-BG" dirty="0">
              <a:latin typeface="Tahoma" panose="020B0604030504040204" pitchFamily="34" charset="0"/>
            </a:endParaRPr>
          </a:p>
        </p:txBody>
      </p:sp>
      <p:pic>
        <p:nvPicPr>
          <p:cNvPr id="26628" name="Картина 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760" y="3933056"/>
            <a:ext cx="4716462" cy="243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Текстово поле 5"/>
          <p:cNvSpPr txBox="1"/>
          <p:nvPr/>
        </p:nvSpPr>
        <p:spPr>
          <a:xfrm>
            <a:off x="3503712" y="6444945"/>
            <a:ext cx="6151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latin typeface="+mj-lt"/>
              </a:rPr>
              <a:t>КМИТ, 5 клас, Маврова</a:t>
            </a:r>
          </a:p>
        </p:txBody>
      </p:sp>
      <p:pic>
        <p:nvPicPr>
          <p:cNvPr id="171011" name="Picture 171010" descr="_em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0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703512" y="192126"/>
            <a:ext cx="8183563" cy="1152525"/>
          </a:xfrm>
        </p:spPr>
        <p:txBody>
          <a:bodyPr>
            <a:normAutofit/>
          </a:bodyPr>
          <a:lstStyle/>
          <a:p>
            <a:pPr fontAlgn="auto"/>
            <a:r>
              <a:rPr lang="bg-BG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78D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5</a:t>
            </a:r>
            <a:r>
              <a:rPr lang="en-US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78D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. </a:t>
            </a:r>
            <a:r>
              <a:rPr lang="bg-BG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78D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Графичен редактор </a:t>
            </a:r>
            <a:r>
              <a:rPr lang="en-US" sz="4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178D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Paint</a:t>
            </a:r>
            <a:endParaRPr lang="bg-BG" sz="4000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178DB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623393" y="1196752"/>
            <a:ext cx="11442079" cy="1898848"/>
          </a:xfrm>
        </p:spPr>
        <p:txBody>
          <a:bodyPr>
            <a:normAutofit/>
          </a:bodyPr>
          <a:lstStyle/>
          <a:p>
            <a:pPr marL="0" indent="0" algn="ctr" fontAlgn="auto">
              <a:spcBef>
                <a:spcPts val="0"/>
              </a:spcBef>
              <a:buClr>
                <a:srgbClr val="353535"/>
              </a:buClr>
              <a:buNone/>
            </a:pPr>
            <a:r>
              <a:rPr lang="ru-RU" altLang="bg-BG" sz="28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Paint</a:t>
            </a:r>
            <a:r>
              <a:rPr lang="ru-RU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</a:t>
            </a:r>
            <a:r>
              <a:rPr lang="ru-RU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е прост </a:t>
            </a:r>
            <a:r>
              <a:rPr lang="ru-RU" altLang="bg-BG" sz="28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графичен</a:t>
            </a:r>
            <a:r>
              <a:rPr lang="ru-RU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 редактор. </a:t>
            </a:r>
          </a:p>
          <a:p>
            <a:pPr marL="0" indent="0" algn="ctr" fontAlgn="auto">
              <a:spcBef>
                <a:spcPts val="0"/>
              </a:spcBef>
              <a:buClr>
                <a:srgbClr val="353535"/>
              </a:buClr>
              <a:buNone/>
            </a:pPr>
            <a:r>
              <a:rPr lang="ru-RU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Той </a:t>
            </a:r>
            <a:r>
              <a:rPr lang="ru-RU" altLang="bg-BG" sz="28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предлага</a:t>
            </a:r>
            <a:r>
              <a:rPr lang="ru-RU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 само </a:t>
            </a:r>
            <a:r>
              <a:rPr lang="ru-RU" altLang="bg-BG" sz="28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най-необходимите</a:t>
            </a:r>
            <a:r>
              <a:rPr lang="ru-RU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 </a:t>
            </a:r>
            <a:r>
              <a:rPr lang="ru-RU" altLang="bg-BG" sz="28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инструменти</a:t>
            </a:r>
            <a:r>
              <a:rPr lang="ru-RU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 за </a:t>
            </a:r>
            <a:r>
              <a:rPr lang="ru-RU" altLang="bg-BG" sz="28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създаване</a:t>
            </a:r>
            <a:r>
              <a:rPr lang="ru-RU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 и </a:t>
            </a:r>
            <a:r>
              <a:rPr lang="ru-RU" altLang="bg-BG" sz="28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редактиране</a:t>
            </a:r>
            <a:r>
              <a:rPr lang="ru-RU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 на изображения, при </a:t>
            </a:r>
            <a:r>
              <a:rPr lang="ru-RU" altLang="bg-BG" sz="28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това</a:t>
            </a:r>
            <a:r>
              <a:rPr lang="ru-RU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 </a:t>
            </a:r>
            <a:r>
              <a:rPr lang="ru-RU" altLang="bg-BG" sz="28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може</a:t>
            </a:r>
            <a:r>
              <a:rPr lang="ru-RU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 да </a:t>
            </a:r>
            <a:r>
              <a:rPr lang="ru-RU" altLang="bg-BG" sz="28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обработва</a:t>
            </a:r>
            <a:r>
              <a:rPr lang="ru-RU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 само </a:t>
            </a:r>
            <a:r>
              <a:rPr lang="ru-RU" altLang="bg-BG" sz="28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растерни</a:t>
            </a:r>
            <a:r>
              <a:rPr lang="ru-RU" altLang="bg-BG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 изображения</a:t>
            </a:r>
            <a:r>
              <a:rPr lang="en-US" altLang="bg-BG" sz="2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latin typeface="+mj-lt"/>
                <a:sym typeface="Wingdings"/>
              </a:rPr>
              <a:t>.</a:t>
            </a:r>
          </a:p>
        </p:txBody>
      </p:sp>
      <p:pic>
        <p:nvPicPr>
          <p:cNvPr id="27652" name="Картина 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440" y="188640"/>
            <a:ext cx="1513732" cy="1513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27653" name="Картина 2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33" y="3140968"/>
            <a:ext cx="456937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27654" name="Картина 3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32" y="4752757"/>
            <a:ext cx="4569377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27655" name="Картина 4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879" y="3060569"/>
            <a:ext cx="6905576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9" name="Текстово поле 8"/>
          <p:cNvSpPr txBox="1"/>
          <p:nvPr/>
        </p:nvSpPr>
        <p:spPr>
          <a:xfrm>
            <a:off x="3503712" y="6444945"/>
            <a:ext cx="6151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latin typeface="+mj-lt"/>
              </a:rPr>
              <a:t>КМИТ, 5 клас, Маврова</a:t>
            </a:r>
          </a:p>
        </p:txBody>
      </p:sp>
      <p:pic>
        <p:nvPicPr>
          <p:cNvPr id="171011" name="Picture 171010" descr="_em_log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40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0.06.14"/>
  <p:tag name="AS_TITLE" val="Aspose.Slides for .NET 2.0"/>
  <p:tag name="AS_VERSION" val="2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"/>
</p:tagLst>
</file>

<file path=ppt/theme/theme1.xml><?xml version="1.0" encoding="utf-8"?>
<a:theme xmlns:a="http://schemas.openxmlformats.org/drawingml/2006/main" name="Загатване">
  <a:themeElements>
    <a:clrScheme name="Загатване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Загатване">
      <a:majorFont>
        <a:latin typeface="Century Gothic" panose="020B0502020202020204"/>
        <a:ea typeface="Arial"/>
        <a:cs typeface="Arial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Arial"/>
        <a:cs typeface="Arial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Загатване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424</TotalTime>
  <Words>482</Words>
  <Application>Microsoft Office PowerPoint</Application>
  <PresentationFormat>Широк екран</PresentationFormat>
  <Paragraphs>46</Paragraphs>
  <Slides>9</Slides>
  <Notes>2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8" baseType="lpstr">
      <vt:lpstr>Arial</vt:lpstr>
      <vt:lpstr>Calibri</vt:lpstr>
      <vt:lpstr>Century Gothic</vt:lpstr>
      <vt:lpstr>Tahoma</vt:lpstr>
      <vt:lpstr>Times New Roman</vt:lpstr>
      <vt:lpstr>Wingdings</vt:lpstr>
      <vt:lpstr>Wingdings 2</vt:lpstr>
      <vt:lpstr>Wingdings 3</vt:lpstr>
      <vt:lpstr>Загатване</vt:lpstr>
      <vt:lpstr>Създаване и обработка на графично изображение. </vt:lpstr>
      <vt:lpstr>1. Същност</vt:lpstr>
      <vt:lpstr>2. Видове графика</vt:lpstr>
      <vt:lpstr>Презентация на PowerPoint</vt:lpstr>
      <vt:lpstr>Презентация на PowerPoint</vt:lpstr>
      <vt:lpstr>3.Графични файлови формати</vt:lpstr>
      <vt:lpstr>Презентация на PowerPoint</vt:lpstr>
      <vt:lpstr>4. Известни графични редактори</vt:lpstr>
      <vt:lpstr>5. Графичен редактор Paint</vt:lpstr>
    </vt:vector>
  </TitlesOfParts>
  <Company>EG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Графично изображение. Растерна и векторна графика</dc:title>
  <dc:creator>Елена Маврова-Ненкова</dc:creator>
  <cp:lastModifiedBy>Elena Nenkova</cp:lastModifiedBy>
  <cp:revision>32</cp:revision>
  <cp:lastPrinted>1601-01-01T00:00:00Z</cp:lastPrinted>
  <dcterms:created xsi:type="dcterms:W3CDTF">2007-03-29T06:50:05Z</dcterms:created>
  <dcterms:modified xsi:type="dcterms:W3CDTF">2026-07-22T08:48:42Z</dcterms:modified>
</cp:coreProperties>
</file>