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</p:sldMasterIdLst>
  <p:sldIdLst>
    <p:sldId id="256" r:id="rId2"/>
    <p:sldId id="278" r:id="rId3"/>
    <p:sldId id="257" r:id="rId4"/>
    <p:sldId id="280" r:id="rId5"/>
    <p:sldId id="258" r:id="rId6"/>
    <p:sldId id="259" r:id="rId7"/>
    <p:sldId id="281" r:id="rId8"/>
    <p:sldId id="270" r:id="rId9"/>
    <p:sldId id="269" r:id="rId10"/>
    <p:sldId id="282" r:id="rId11"/>
    <p:sldId id="273" r:id="rId12"/>
    <p:sldId id="274" r:id="rId13"/>
    <p:sldId id="275" r:id="rId14"/>
    <p:sldId id="276" r:id="rId15"/>
    <p:sldId id="283" r:id="rId1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99"/>
    <a:srgbClr val="CC0000"/>
    <a:srgbClr val="80000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 autoAdjust="0"/>
    <p:restoredTop sz="94624" autoAdjust="0"/>
  </p:normalViewPr>
  <p:slideViewPr>
    <p:cSldViewPr>
      <p:cViewPr varScale="1">
        <p:scale>
          <a:sx n="78" d="100"/>
          <a:sy n="78" d="100"/>
        </p:scale>
        <p:origin x="152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reeform 2"/>
          <p:cNvSpPr>
            <a:spLocks/>
          </p:cNvSpPr>
          <p:nvPr/>
        </p:nvSpPr>
        <p:spPr bwMode="blackWhite">
          <a:xfrm>
            <a:off x="20638" y="12700"/>
            <a:ext cx="8896350" cy="6780213"/>
          </a:xfrm>
          <a:custGeom>
            <a:avLst/>
            <a:gdLst/>
            <a:ahLst/>
            <a:cxnLst>
              <a:cxn ang="0">
                <a:pos x="2822" y="0"/>
              </a:cxn>
              <a:cxn ang="0">
                <a:pos x="0" y="975"/>
              </a:cxn>
              <a:cxn ang="0">
                <a:pos x="2169" y="3619"/>
              </a:cxn>
              <a:cxn ang="0">
                <a:pos x="3985" y="1125"/>
              </a:cxn>
              <a:cxn ang="0">
                <a:pos x="2822" y="0"/>
              </a:cxn>
              <a:cxn ang="0">
                <a:pos x="2822" y="0"/>
              </a:cxn>
            </a:cxnLst>
            <a:rect l="0" t="0" r="r" b="b"/>
            <a:pathLst>
              <a:path w="3985" h="3619">
                <a:moveTo>
                  <a:pt x="2822" y="0"/>
                </a:moveTo>
                <a:lnTo>
                  <a:pt x="0" y="975"/>
                </a:lnTo>
                <a:lnTo>
                  <a:pt x="2169" y="3619"/>
                </a:lnTo>
                <a:lnTo>
                  <a:pt x="3985" y="1125"/>
                </a:lnTo>
                <a:lnTo>
                  <a:pt x="2822" y="0"/>
                </a:lnTo>
                <a:lnTo>
                  <a:pt x="2822" y="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bg-BG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71600" y="1511300"/>
            <a:ext cx="6400800" cy="2273300"/>
          </a:xfrm>
          <a:effectLst>
            <a:outerShdw dist="45791" dir="2021404" algn="ctr" rotWithShape="0">
              <a:schemeClr val="bg2"/>
            </a:outerShdw>
          </a:effectLst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r>
              <a:rPr lang="bg-BG"/>
              <a:t>Click to edit Master title style</a:t>
            </a:r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9400" y="4051300"/>
            <a:ext cx="6032500" cy="1003300"/>
          </a:xfrm>
        </p:spPr>
        <p:txBody>
          <a:bodyPr/>
          <a:lstStyle>
            <a:lvl1pPr marL="0" indent="0" algn="ctr">
              <a:buFontTx/>
              <a:buNone/>
              <a:defRPr sz="28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r>
              <a:rPr lang="bg-BG"/>
              <a:t>Click to edit Master subtitle style</a:t>
            </a:r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bg-BG"/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bg-BG"/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03BFBB85-3669-4F2A-99F6-60FA55590010}" type="slidenum">
              <a:rPr lang="bg-BG"/>
              <a:pPr/>
              <a:t>‹#›</a:t>
            </a:fld>
            <a:endParaRPr lang="bg-BG"/>
          </a:p>
        </p:txBody>
      </p:sp>
      <p:grpSp>
        <p:nvGrpSpPr>
          <p:cNvPr id="50184" name="Group 8"/>
          <p:cNvGrpSpPr>
            <a:grpSpLocks/>
          </p:cNvGrpSpPr>
          <p:nvPr/>
        </p:nvGrpSpPr>
        <p:grpSpPr bwMode="auto">
          <a:xfrm>
            <a:off x="195263" y="234950"/>
            <a:ext cx="3787775" cy="1778000"/>
            <a:chOff x="123" y="148"/>
            <a:chExt cx="2386" cy="1120"/>
          </a:xfrm>
        </p:grpSpPr>
        <p:sp>
          <p:nvSpPr>
            <p:cNvPr id="50185" name="Freeform 9"/>
            <p:cNvSpPr>
              <a:spLocks/>
            </p:cNvSpPr>
            <p:nvPr userDrawn="1"/>
          </p:nvSpPr>
          <p:spPr bwMode="auto">
            <a:xfrm>
              <a:off x="177" y="177"/>
              <a:ext cx="2250" cy="1017"/>
            </a:xfrm>
            <a:custGeom>
              <a:avLst/>
              <a:gdLst/>
              <a:ahLst/>
              <a:cxnLst>
                <a:cxn ang="0">
                  <a:pos x="794" y="395"/>
                </a:cxn>
                <a:cxn ang="0">
                  <a:pos x="710" y="318"/>
                </a:cxn>
                <a:cxn ang="0">
                  <a:pos x="556" y="210"/>
                </a:cxn>
                <a:cxn ang="0">
                  <a:pos x="71" y="0"/>
                </a:cxn>
                <a:cxn ang="0">
                  <a:pos x="23" y="20"/>
                </a:cxn>
                <a:cxn ang="0">
                  <a:pos x="0" y="83"/>
                </a:cxn>
                <a:cxn ang="0">
                  <a:pos x="28" y="155"/>
                </a:cxn>
                <a:cxn ang="0">
                  <a:pos x="570" y="409"/>
                </a:cxn>
                <a:cxn ang="0">
                  <a:pos x="689" y="393"/>
                </a:cxn>
                <a:cxn ang="0">
                  <a:pos x="785" y="414"/>
                </a:cxn>
                <a:cxn ang="0">
                  <a:pos x="794" y="395"/>
                </a:cxn>
                <a:cxn ang="0">
                  <a:pos x="794" y="395"/>
                </a:cxn>
              </a:cxnLst>
              <a:rect l="0" t="0" r="r" b="b"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0186" name="Freeform 10"/>
            <p:cNvSpPr>
              <a:spLocks/>
            </p:cNvSpPr>
            <p:nvPr userDrawn="1"/>
          </p:nvSpPr>
          <p:spPr bwMode="auto">
            <a:xfrm>
              <a:off x="166" y="261"/>
              <a:ext cx="2244" cy="1007"/>
            </a:xfrm>
            <a:custGeom>
              <a:avLst/>
              <a:gdLst/>
              <a:ahLst/>
              <a:cxnLst>
                <a:cxn ang="0">
                  <a:pos x="137" y="0"/>
                </a:cxn>
                <a:cxn ang="0">
                  <a:pos x="1331" y="519"/>
                </a:cxn>
                <a:cxn ang="0">
                  <a:pos x="1428" y="638"/>
                </a:cxn>
                <a:cxn ang="0">
                  <a:pos x="1586" y="792"/>
                </a:cxn>
                <a:cxn ang="0">
                  <a:pos x="1565" y="821"/>
                </a:cxn>
                <a:cxn ang="0">
                  <a:pos x="1350" y="787"/>
                </a:cxn>
                <a:cxn ang="0">
                  <a:pos x="1145" y="811"/>
                </a:cxn>
                <a:cxn ang="0">
                  <a:pos x="42" y="298"/>
                </a:cxn>
                <a:cxn ang="0">
                  <a:pos x="0" y="150"/>
                </a:cxn>
                <a:cxn ang="0">
                  <a:pos x="46" y="32"/>
                </a:cxn>
                <a:cxn ang="0">
                  <a:pos x="137" y="0"/>
                </a:cxn>
                <a:cxn ang="0">
                  <a:pos x="137" y="0"/>
                </a:cxn>
              </a:cxnLst>
              <a:rect l="0" t="0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0187" name="Freeform 11"/>
            <p:cNvSpPr>
              <a:spLocks/>
            </p:cNvSpPr>
            <p:nvPr userDrawn="1"/>
          </p:nvSpPr>
          <p:spPr bwMode="auto">
            <a:xfrm>
              <a:off x="474" y="344"/>
              <a:ext cx="1488" cy="919"/>
            </a:xfrm>
            <a:custGeom>
              <a:avLst/>
              <a:gdLst/>
              <a:ahLst/>
              <a:cxnLst>
                <a:cxn ang="0">
                  <a:pos x="0" y="325"/>
                </a:cxn>
                <a:cxn ang="0">
                  <a:pos x="922" y="747"/>
                </a:cxn>
                <a:cxn ang="0">
                  <a:pos x="939" y="534"/>
                </a:cxn>
                <a:cxn ang="0">
                  <a:pos x="1049" y="422"/>
                </a:cxn>
                <a:cxn ang="0">
                  <a:pos x="78" y="0"/>
                </a:cxn>
                <a:cxn ang="0">
                  <a:pos x="0" y="127"/>
                </a:cxn>
                <a:cxn ang="0">
                  <a:pos x="0" y="325"/>
                </a:cxn>
                <a:cxn ang="0">
                  <a:pos x="0" y="325"/>
                </a:cxn>
              </a:cxnLst>
              <a:rect l="0" t="0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50188" name="Group 12"/>
            <p:cNvGrpSpPr>
              <a:grpSpLocks/>
            </p:cNvGrpSpPr>
            <p:nvPr userDrawn="1"/>
          </p:nvGrpSpPr>
          <p:grpSpPr bwMode="auto">
            <a:xfrm>
              <a:off x="123" y="148"/>
              <a:ext cx="2386" cy="1081"/>
              <a:chOff x="123" y="148"/>
              <a:chExt cx="2386" cy="1081"/>
            </a:xfrm>
          </p:grpSpPr>
          <p:sp>
            <p:nvSpPr>
              <p:cNvPr id="50189" name="Freeform 13"/>
              <p:cNvSpPr>
                <a:spLocks/>
              </p:cNvSpPr>
              <p:nvPr userDrawn="1"/>
            </p:nvSpPr>
            <p:spPr bwMode="auto">
              <a:xfrm>
                <a:off x="2005" y="934"/>
                <a:ext cx="212" cy="214"/>
              </a:xfrm>
              <a:custGeom>
                <a:avLst/>
                <a:gdLst/>
                <a:ahLst/>
                <a:cxnLst>
                  <a:cxn ang="0">
                    <a:pos x="110" y="0"/>
                  </a:cxn>
                  <a:cxn ang="0">
                    <a:pos x="40" y="66"/>
                  </a:cxn>
                  <a:cxn ang="0">
                    <a:pos x="0" y="173"/>
                  </a:cxn>
                  <a:cxn ang="0">
                    <a:pos x="80" y="160"/>
                  </a:cxn>
                  <a:cxn ang="0">
                    <a:pos x="103" y="84"/>
                  </a:cxn>
                  <a:cxn ang="0">
                    <a:pos x="150" y="27"/>
                  </a:cxn>
                  <a:cxn ang="0">
                    <a:pos x="110" y="0"/>
                  </a:cxn>
                  <a:cxn ang="0">
                    <a:pos x="110" y="0"/>
                  </a:cxn>
                </a:cxnLst>
                <a:rect l="0" t="0" r="r" b="b"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0190" name="Freeform 14"/>
              <p:cNvSpPr>
                <a:spLocks/>
              </p:cNvSpPr>
              <p:nvPr userDrawn="1"/>
            </p:nvSpPr>
            <p:spPr bwMode="auto">
              <a:xfrm>
                <a:off x="123" y="148"/>
                <a:ext cx="2386" cy="1081"/>
              </a:xfrm>
              <a:custGeom>
                <a:avLst/>
                <a:gdLst/>
                <a:ahLst/>
                <a:cxnLst>
                  <a:cxn ang="0">
                    <a:pos x="156" y="0"/>
                  </a:cxn>
                  <a:cxn ang="0">
                    <a:pos x="63" y="52"/>
                  </a:cxn>
                  <a:cxn ang="0">
                    <a:pos x="0" y="208"/>
                  </a:cxn>
                  <a:cxn ang="0">
                    <a:pos x="67" y="358"/>
                  </a:cxn>
                  <a:cxn ang="0">
                    <a:pos x="1182" y="867"/>
                  </a:cxn>
                  <a:cxn ang="0">
                    <a:pos x="1422" y="835"/>
                  </a:cxn>
                  <a:cxn ang="0">
                    <a:pos x="1616" y="880"/>
                  </a:cxn>
                  <a:cxn ang="0">
                    <a:pos x="1684" y="808"/>
                  </a:cxn>
                  <a:cxn ang="0">
                    <a:pos x="1502" y="664"/>
                  </a:cxn>
                  <a:cxn ang="0">
                    <a:pos x="1428" y="512"/>
                  </a:cxn>
                  <a:cxn ang="0">
                    <a:pos x="1369" y="527"/>
                  </a:cxn>
                  <a:cxn ang="0">
                    <a:pos x="1439" y="664"/>
                  </a:cxn>
                  <a:cxn ang="0">
                    <a:pos x="1578" y="810"/>
                  </a:cxn>
                  <a:cxn ang="0">
                    <a:pos x="1413" y="787"/>
                  </a:cxn>
                  <a:cxn ang="0">
                    <a:pos x="1219" y="814"/>
                  </a:cxn>
                  <a:cxn ang="0">
                    <a:pos x="1255" y="650"/>
                  </a:cxn>
                  <a:cxn ang="0">
                    <a:pos x="1338" y="538"/>
                  </a:cxn>
                  <a:cxn ang="0">
                    <a:pos x="1241" y="552"/>
                  </a:cxn>
                  <a:cxn ang="0">
                    <a:pos x="1165" y="658"/>
                  </a:cxn>
                  <a:cxn ang="0">
                    <a:pos x="1139" y="791"/>
                  </a:cxn>
                  <a:cxn ang="0">
                    <a:pos x="107" y="310"/>
                  </a:cxn>
                  <a:cxn ang="0">
                    <a:pos x="80" y="215"/>
                  </a:cxn>
                  <a:cxn ang="0">
                    <a:pos x="103" y="95"/>
                  </a:cxn>
                  <a:cxn ang="0">
                    <a:pos x="217" y="0"/>
                  </a:cxn>
                  <a:cxn ang="0">
                    <a:pos x="156" y="0"/>
                  </a:cxn>
                  <a:cxn ang="0">
                    <a:pos x="156" y="0"/>
                  </a:cxn>
                </a:cxnLst>
                <a:rect l="0" t="0" r="r" b="b"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0191" name="Freeform 15"/>
              <p:cNvSpPr>
                <a:spLocks/>
              </p:cNvSpPr>
              <p:nvPr userDrawn="1"/>
            </p:nvSpPr>
            <p:spPr bwMode="auto">
              <a:xfrm>
                <a:off x="324" y="158"/>
                <a:ext cx="1686" cy="614"/>
              </a:xfrm>
              <a:custGeom>
                <a:avLst/>
                <a:gdLst/>
                <a:ahLst/>
                <a:cxnLst>
                  <a:cxn ang="0">
                    <a:pos x="100" y="0"/>
                  </a:cxn>
                  <a:cxn ang="0">
                    <a:pos x="1190" y="490"/>
                  </a:cxn>
                  <a:cxn ang="0">
                    <a:pos x="1076" y="500"/>
                  </a:cxn>
                  <a:cxn ang="0">
                    <a:pos x="0" y="27"/>
                  </a:cxn>
                  <a:cxn ang="0">
                    <a:pos x="100" y="0"/>
                  </a:cxn>
                  <a:cxn ang="0">
                    <a:pos x="100" y="0"/>
                  </a:cxn>
                </a:cxnLst>
                <a:rect l="0" t="0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0192" name="Freeform 16"/>
              <p:cNvSpPr>
                <a:spLocks/>
              </p:cNvSpPr>
              <p:nvPr userDrawn="1"/>
            </p:nvSpPr>
            <p:spPr bwMode="auto">
              <a:xfrm>
                <a:off x="409" y="251"/>
                <a:ext cx="227" cy="410"/>
              </a:xfrm>
              <a:custGeom>
                <a:avLst/>
                <a:gdLst/>
                <a:ahLst/>
                <a:cxnLst>
                  <a:cxn ang="0">
                    <a:pos x="116" y="0"/>
                  </a:cxn>
                  <a:cxn ang="0">
                    <a:pos x="19" y="106"/>
                  </a:cxn>
                  <a:cxn ang="0">
                    <a:pos x="0" y="230"/>
                  </a:cxn>
                  <a:cxn ang="0">
                    <a:pos x="33" y="314"/>
                  </a:cxn>
                  <a:cxn ang="0">
                    <a:pos x="94" y="335"/>
                  </a:cxn>
                  <a:cxn ang="0">
                    <a:pos x="76" y="154"/>
                  </a:cxn>
                  <a:cxn ang="0">
                    <a:pos x="160" y="17"/>
                  </a:cxn>
                  <a:cxn ang="0">
                    <a:pos x="116" y="0"/>
                  </a:cxn>
                  <a:cxn ang="0">
                    <a:pos x="116" y="0"/>
                  </a:cxn>
                </a:cxnLst>
                <a:rect l="0" t="0" r="r" b="b"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0193" name="Freeform 17"/>
              <p:cNvSpPr>
                <a:spLocks/>
              </p:cNvSpPr>
              <p:nvPr userDrawn="1"/>
            </p:nvSpPr>
            <p:spPr bwMode="auto">
              <a:xfrm>
                <a:off x="846" y="536"/>
                <a:ext cx="691" cy="364"/>
              </a:xfrm>
              <a:custGeom>
                <a:avLst/>
                <a:gdLst/>
                <a:ahLst/>
                <a:cxnLst>
                  <a:cxn ang="0">
                    <a:pos x="14" y="34"/>
                  </a:cxn>
                  <a:cxn ang="0">
                    <a:pos x="160" y="66"/>
                  </a:cxn>
                  <a:cxn ang="0">
                    <a:pos x="324" y="137"/>
                  </a:cxn>
                  <a:cxn ang="0">
                    <a:pos x="440" y="243"/>
                  </a:cxn>
                  <a:cxn ang="0">
                    <a:pos x="326" y="230"/>
                  </a:cxn>
                  <a:cxn ang="0">
                    <a:pos x="139" y="146"/>
                  </a:cxn>
                  <a:cxn ang="0">
                    <a:pos x="50" y="80"/>
                  </a:cxn>
                  <a:cxn ang="0">
                    <a:pos x="107" y="163"/>
                  </a:cxn>
                  <a:cxn ang="0">
                    <a:pos x="272" y="270"/>
                  </a:cxn>
                  <a:cxn ang="0">
                    <a:pos x="466" y="296"/>
                  </a:cxn>
                  <a:cxn ang="0">
                    <a:pos x="489" y="224"/>
                  </a:cxn>
                  <a:cxn ang="0">
                    <a:pos x="394" y="120"/>
                  </a:cxn>
                  <a:cxn ang="0">
                    <a:pos x="170" y="17"/>
                  </a:cxn>
                  <a:cxn ang="0">
                    <a:pos x="0" y="0"/>
                  </a:cxn>
                  <a:cxn ang="0">
                    <a:pos x="14" y="34"/>
                  </a:cxn>
                  <a:cxn ang="0">
                    <a:pos x="14" y="34"/>
                  </a:cxn>
                </a:cxnLst>
                <a:rect l="0" t="0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</p:grpSp>
      <p:grpSp>
        <p:nvGrpSpPr>
          <p:cNvPr id="50194" name="Group 18"/>
          <p:cNvGrpSpPr>
            <a:grpSpLocks/>
          </p:cNvGrpSpPr>
          <p:nvPr/>
        </p:nvGrpSpPr>
        <p:grpSpPr bwMode="auto">
          <a:xfrm>
            <a:off x="7915275" y="4368800"/>
            <a:ext cx="742950" cy="1058863"/>
            <a:chOff x="4986" y="2752"/>
            <a:chExt cx="468" cy="667"/>
          </a:xfrm>
        </p:grpSpPr>
        <p:sp>
          <p:nvSpPr>
            <p:cNvPr id="50195" name="Freeform 19"/>
            <p:cNvSpPr>
              <a:spLocks/>
            </p:cNvSpPr>
            <p:nvPr userDrawn="1"/>
          </p:nvSpPr>
          <p:spPr bwMode="auto">
            <a:xfrm rot="7320404">
              <a:off x="4909" y="2936"/>
              <a:ext cx="629" cy="293"/>
            </a:xfrm>
            <a:custGeom>
              <a:avLst/>
              <a:gdLst/>
              <a:ahLst/>
              <a:cxnLst>
                <a:cxn ang="0">
                  <a:pos x="794" y="395"/>
                </a:cxn>
                <a:cxn ang="0">
                  <a:pos x="710" y="318"/>
                </a:cxn>
                <a:cxn ang="0">
                  <a:pos x="556" y="210"/>
                </a:cxn>
                <a:cxn ang="0">
                  <a:pos x="71" y="0"/>
                </a:cxn>
                <a:cxn ang="0">
                  <a:pos x="23" y="20"/>
                </a:cxn>
                <a:cxn ang="0">
                  <a:pos x="0" y="83"/>
                </a:cxn>
                <a:cxn ang="0">
                  <a:pos x="28" y="155"/>
                </a:cxn>
                <a:cxn ang="0">
                  <a:pos x="570" y="409"/>
                </a:cxn>
                <a:cxn ang="0">
                  <a:pos x="689" y="393"/>
                </a:cxn>
                <a:cxn ang="0">
                  <a:pos x="785" y="414"/>
                </a:cxn>
                <a:cxn ang="0">
                  <a:pos x="794" y="395"/>
                </a:cxn>
                <a:cxn ang="0">
                  <a:pos x="794" y="395"/>
                </a:cxn>
              </a:cxnLst>
              <a:rect l="0" t="0" r="r" b="b"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0196" name="Freeform 20"/>
            <p:cNvSpPr>
              <a:spLocks/>
            </p:cNvSpPr>
            <p:nvPr userDrawn="1"/>
          </p:nvSpPr>
          <p:spPr bwMode="auto">
            <a:xfrm rot="7320404">
              <a:off x="4893" y="2923"/>
              <a:ext cx="627" cy="290"/>
            </a:xfrm>
            <a:custGeom>
              <a:avLst/>
              <a:gdLst/>
              <a:ahLst/>
              <a:cxnLst>
                <a:cxn ang="0">
                  <a:pos x="137" y="0"/>
                </a:cxn>
                <a:cxn ang="0">
                  <a:pos x="1331" y="519"/>
                </a:cxn>
                <a:cxn ang="0">
                  <a:pos x="1428" y="638"/>
                </a:cxn>
                <a:cxn ang="0">
                  <a:pos x="1586" y="792"/>
                </a:cxn>
                <a:cxn ang="0">
                  <a:pos x="1565" y="821"/>
                </a:cxn>
                <a:cxn ang="0">
                  <a:pos x="1350" y="787"/>
                </a:cxn>
                <a:cxn ang="0">
                  <a:pos x="1145" y="811"/>
                </a:cxn>
                <a:cxn ang="0">
                  <a:pos x="42" y="298"/>
                </a:cxn>
                <a:cxn ang="0">
                  <a:pos x="0" y="150"/>
                </a:cxn>
                <a:cxn ang="0">
                  <a:pos x="46" y="32"/>
                </a:cxn>
                <a:cxn ang="0">
                  <a:pos x="137" y="0"/>
                </a:cxn>
                <a:cxn ang="0">
                  <a:pos x="137" y="0"/>
                </a:cxn>
              </a:cxnLst>
              <a:rect l="0" t="0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50197" name="Freeform 21"/>
            <p:cNvSpPr>
              <a:spLocks/>
            </p:cNvSpPr>
            <p:nvPr userDrawn="1"/>
          </p:nvSpPr>
          <p:spPr bwMode="auto">
            <a:xfrm rot="7320404">
              <a:off x="5000" y="2912"/>
              <a:ext cx="416" cy="265"/>
            </a:xfrm>
            <a:custGeom>
              <a:avLst/>
              <a:gdLst/>
              <a:ahLst/>
              <a:cxnLst>
                <a:cxn ang="0">
                  <a:pos x="0" y="325"/>
                </a:cxn>
                <a:cxn ang="0">
                  <a:pos x="922" y="747"/>
                </a:cxn>
                <a:cxn ang="0">
                  <a:pos x="939" y="534"/>
                </a:cxn>
                <a:cxn ang="0">
                  <a:pos x="1049" y="422"/>
                </a:cxn>
                <a:cxn ang="0">
                  <a:pos x="78" y="0"/>
                </a:cxn>
                <a:cxn ang="0">
                  <a:pos x="0" y="127"/>
                </a:cxn>
                <a:cxn ang="0">
                  <a:pos x="0" y="325"/>
                </a:cxn>
                <a:cxn ang="0">
                  <a:pos x="0" y="325"/>
                </a:cxn>
              </a:cxnLst>
              <a:rect l="0" t="0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50198" name="Group 22"/>
            <p:cNvGrpSpPr>
              <a:grpSpLocks/>
            </p:cNvGrpSpPr>
            <p:nvPr userDrawn="1"/>
          </p:nvGrpSpPr>
          <p:grpSpPr bwMode="auto">
            <a:xfrm>
              <a:off x="4986" y="2752"/>
              <a:ext cx="468" cy="667"/>
              <a:chOff x="4986" y="2752"/>
              <a:chExt cx="468" cy="667"/>
            </a:xfrm>
          </p:grpSpPr>
          <p:sp>
            <p:nvSpPr>
              <p:cNvPr id="50199" name="Freeform 23"/>
              <p:cNvSpPr>
                <a:spLocks/>
              </p:cNvSpPr>
              <p:nvPr userDrawn="1"/>
            </p:nvSpPr>
            <p:spPr bwMode="auto">
              <a:xfrm rot="7320404">
                <a:off x="4987" y="3190"/>
                <a:ext cx="59" cy="61"/>
              </a:xfrm>
              <a:custGeom>
                <a:avLst/>
                <a:gdLst/>
                <a:ahLst/>
                <a:cxnLst>
                  <a:cxn ang="0">
                    <a:pos x="110" y="0"/>
                  </a:cxn>
                  <a:cxn ang="0">
                    <a:pos x="40" y="66"/>
                  </a:cxn>
                  <a:cxn ang="0">
                    <a:pos x="0" y="173"/>
                  </a:cxn>
                  <a:cxn ang="0">
                    <a:pos x="80" y="160"/>
                  </a:cxn>
                  <a:cxn ang="0">
                    <a:pos x="103" y="84"/>
                  </a:cxn>
                  <a:cxn ang="0">
                    <a:pos x="150" y="27"/>
                  </a:cxn>
                  <a:cxn ang="0">
                    <a:pos x="110" y="0"/>
                  </a:cxn>
                  <a:cxn ang="0">
                    <a:pos x="110" y="0"/>
                  </a:cxn>
                </a:cxnLst>
                <a:rect l="0" t="0" r="r" b="b"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0200" name="Freeform 24"/>
              <p:cNvSpPr>
                <a:spLocks/>
              </p:cNvSpPr>
              <p:nvPr userDrawn="1"/>
            </p:nvSpPr>
            <p:spPr bwMode="auto">
              <a:xfrm rot="7320404">
                <a:off x="4887" y="2930"/>
                <a:ext cx="667" cy="311"/>
              </a:xfrm>
              <a:custGeom>
                <a:avLst/>
                <a:gdLst/>
                <a:ahLst/>
                <a:cxnLst>
                  <a:cxn ang="0">
                    <a:pos x="156" y="0"/>
                  </a:cxn>
                  <a:cxn ang="0">
                    <a:pos x="63" y="52"/>
                  </a:cxn>
                  <a:cxn ang="0">
                    <a:pos x="0" y="208"/>
                  </a:cxn>
                  <a:cxn ang="0">
                    <a:pos x="67" y="358"/>
                  </a:cxn>
                  <a:cxn ang="0">
                    <a:pos x="1182" y="867"/>
                  </a:cxn>
                  <a:cxn ang="0">
                    <a:pos x="1422" y="835"/>
                  </a:cxn>
                  <a:cxn ang="0">
                    <a:pos x="1616" y="880"/>
                  </a:cxn>
                  <a:cxn ang="0">
                    <a:pos x="1684" y="808"/>
                  </a:cxn>
                  <a:cxn ang="0">
                    <a:pos x="1502" y="664"/>
                  </a:cxn>
                  <a:cxn ang="0">
                    <a:pos x="1428" y="512"/>
                  </a:cxn>
                  <a:cxn ang="0">
                    <a:pos x="1369" y="527"/>
                  </a:cxn>
                  <a:cxn ang="0">
                    <a:pos x="1439" y="664"/>
                  </a:cxn>
                  <a:cxn ang="0">
                    <a:pos x="1578" y="810"/>
                  </a:cxn>
                  <a:cxn ang="0">
                    <a:pos x="1413" y="787"/>
                  </a:cxn>
                  <a:cxn ang="0">
                    <a:pos x="1219" y="814"/>
                  </a:cxn>
                  <a:cxn ang="0">
                    <a:pos x="1255" y="650"/>
                  </a:cxn>
                  <a:cxn ang="0">
                    <a:pos x="1338" y="538"/>
                  </a:cxn>
                  <a:cxn ang="0">
                    <a:pos x="1241" y="552"/>
                  </a:cxn>
                  <a:cxn ang="0">
                    <a:pos x="1165" y="658"/>
                  </a:cxn>
                  <a:cxn ang="0">
                    <a:pos x="1139" y="791"/>
                  </a:cxn>
                  <a:cxn ang="0">
                    <a:pos x="107" y="310"/>
                  </a:cxn>
                  <a:cxn ang="0">
                    <a:pos x="80" y="215"/>
                  </a:cxn>
                  <a:cxn ang="0">
                    <a:pos x="103" y="95"/>
                  </a:cxn>
                  <a:cxn ang="0">
                    <a:pos x="217" y="0"/>
                  </a:cxn>
                  <a:cxn ang="0">
                    <a:pos x="156" y="0"/>
                  </a:cxn>
                  <a:cxn ang="0">
                    <a:pos x="156" y="0"/>
                  </a:cxn>
                </a:cxnLst>
                <a:rect l="0" t="0" r="r" b="b"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0201" name="Freeform 25"/>
              <p:cNvSpPr>
                <a:spLocks/>
              </p:cNvSpPr>
              <p:nvPr userDrawn="1"/>
            </p:nvSpPr>
            <p:spPr bwMode="auto">
              <a:xfrm rot="7320404">
                <a:off x="5062" y="2997"/>
                <a:ext cx="472" cy="176"/>
              </a:xfrm>
              <a:custGeom>
                <a:avLst/>
                <a:gdLst/>
                <a:ahLst/>
                <a:cxnLst>
                  <a:cxn ang="0">
                    <a:pos x="100" y="0"/>
                  </a:cxn>
                  <a:cxn ang="0">
                    <a:pos x="1190" y="490"/>
                  </a:cxn>
                  <a:cxn ang="0">
                    <a:pos x="1076" y="500"/>
                  </a:cxn>
                  <a:cxn ang="0">
                    <a:pos x="0" y="27"/>
                  </a:cxn>
                  <a:cxn ang="0">
                    <a:pos x="100" y="0"/>
                  </a:cxn>
                  <a:cxn ang="0">
                    <a:pos x="100" y="0"/>
                  </a:cxn>
                </a:cxnLst>
                <a:rect l="0" t="0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0202" name="Freeform 26"/>
              <p:cNvSpPr>
                <a:spLocks/>
              </p:cNvSpPr>
              <p:nvPr userDrawn="1"/>
            </p:nvSpPr>
            <p:spPr bwMode="auto">
              <a:xfrm rot="7320404">
                <a:off x="5363" y="2874"/>
                <a:ext cx="63" cy="118"/>
              </a:xfrm>
              <a:custGeom>
                <a:avLst/>
                <a:gdLst/>
                <a:ahLst/>
                <a:cxnLst>
                  <a:cxn ang="0">
                    <a:pos x="116" y="0"/>
                  </a:cxn>
                  <a:cxn ang="0">
                    <a:pos x="19" y="106"/>
                  </a:cxn>
                  <a:cxn ang="0">
                    <a:pos x="0" y="230"/>
                  </a:cxn>
                  <a:cxn ang="0">
                    <a:pos x="33" y="314"/>
                  </a:cxn>
                  <a:cxn ang="0">
                    <a:pos x="94" y="335"/>
                  </a:cxn>
                  <a:cxn ang="0">
                    <a:pos x="76" y="154"/>
                  </a:cxn>
                  <a:cxn ang="0">
                    <a:pos x="160" y="17"/>
                  </a:cxn>
                  <a:cxn ang="0">
                    <a:pos x="116" y="0"/>
                  </a:cxn>
                  <a:cxn ang="0">
                    <a:pos x="116" y="0"/>
                  </a:cxn>
                </a:cxnLst>
                <a:rect l="0" t="0" r="r" b="b"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0203" name="Freeform 27"/>
              <p:cNvSpPr>
                <a:spLocks/>
              </p:cNvSpPr>
              <p:nvPr userDrawn="1"/>
            </p:nvSpPr>
            <p:spPr bwMode="auto">
              <a:xfrm rot="7320404">
                <a:off x="5136" y="3000"/>
                <a:ext cx="193" cy="104"/>
              </a:xfrm>
              <a:custGeom>
                <a:avLst/>
                <a:gdLst/>
                <a:ahLst/>
                <a:cxnLst>
                  <a:cxn ang="0">
                    <a:pos x="14" y="34"/>
                  </a:cxn>
                  <a:cxn ang="0">
                    <a:pos x="160" y="66"/>
                  </a:cxn>
                  <a:cxn ang="0">
                    <a:pos x="324" y="137"/>
                  </a:cxn>
                  <a:cxn ang="0">
                    <a:pos x="440" y="243"/>
                  </a:cxn>
                  <a:cxn ang="0">
                    <a:pos x="326" y="230"/>
                  </a:cxn>
                  <a:cxn ang="0">
                    <a:pos x="139" y="146"/>
                  </a:cxn>
                  <a:cxn ang="0">
                    <a:pos x="50" y="80"/>
                  </a:cxn>
                  <a:cxn ang="0">
                    <a:pos x="107" y="163"/>
                  </a:cxn>
                  <a:cxn ang="0">
                    <a:pos x="272" y="270"/>
                  </a:cxn>
                  <a:cxn ang="0">
                    <a:pos x="466" y="296"/>
                  </a:cxn>
                  <a:cxn ang="0">
                    <a:pos x="489" y="224"/>
                  </a:cxn>
                  <a:cxn ang="0">
                    <a:pos x="394" y="120"/>
                  </a:cxn>
                  <a:cxn ang="0">
                    <a:pos x="170" y="17"/>
                  </a:cxn>
                  <a:cxn ang="0">
                    <a:pos x="0" y="0"/>
                  </a:cxn>
                  <a:cxn ang="0">
                    <a:pos x="14" y="34"/>
                  </a:cxn>
                  <a:cxn ang="0">
                    <a:pos x="14" y="34"/>
                  </a:cxn>
                </a:cxnLst>
                <a:rect l="0" t="0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</p:grpSp>
      <p:sp>
        <p:nvSpPr>
          <p:cNvPr id="50204" name="Freeform 28"/>
          <p:cNvSpPr>
            <a:spLocks/>
          </p:cNvSpPr>
          <p:nvPr/>
        </p:nvSpPr>
        <p:spPr bwMode="auto">
          <a:xfrm>
            <a:off x="901700" y="5054600"/>
            <a:ext cx="6807200" cy="7286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816" y="256"/>
              </a:cxn>
              <a:cxn ang="0">
                <a:pos x="1560" y="144"/>
              </a:cxn>
              <a:cxn ang="0">
                <a:pos x="1856" y="376"/>
              </a:cxn>
              <a:cxn ang="0">
                <a:pos x="2344" y="152"/>
              </a:cxn>
              <a:cxn ang="0">
                <a:pos x="3536" y="456"/>
              </a:cxn>
              <a:cxn ang="0">
                <a:pos x="4288" y="136"/>
              </a:cxn>
            </a:cxnLst>
            <a:rect l="0" t="0" r="r" b="b"/>
            <a:pathLst>
              <a:path w="4288" h="459">
                <a:moveTo>
                  <a:pt x="0" y="0"/>
                </a:moveTo>
                <a:cubicBezTo>
                  <a:pt x="136" y="43"/>
                  <a:pt x="556" y="232"/>
                  <a:pt x="816" y="256"/>
                </a:cubicBezTo>
                <a:cubicBezTo>
                  <a:pt x="1076" y="280"/>
                  <a:pt x="1387" y="124"/>
                  <a:pt x="1560" y="144"/>
                </a:cubicBezTo>
                <a:cubicBezTo>
                  <a:pt x="1733" y="164"/>
                  <a:pt x="1725" y="375"/>
                  <a:pt x="1856" y="376"/>
                </a:cubicBezTo>
                <a:cubicBezTo>
                  <a:pt x="1987" y="377"/>
                  <a:pt x="2064" y="139"/>
                  <a:pt x="2344" y="152"/>
                </a:cubicBezTo>
                <a:cubicBezTo>
                  <a:pt x="2624" y="165"/>
                  <a:pt x="3212" y="459"/>
                  <a:pt x="3536" y="456"/>
                </a:cubicBezTo>
                <a:cubicBezTo>
                  <a:pt x="3860" y="453"/>
                  <a:pt x="4165" y="188"/>
                  <a:pt x="4288" y="136"/>
                </a:cubicBez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bg-BG"/>
          </a:p>
        </p:txBody>
      </p:sp>
      <p:sp>
        <p:nvSpPr>
          <p:cNvPr id="50205" name="Freeform 29"/>
          <p:cNvSpPr>
            <a:spLocks/>
          </p:cNvSpPr>
          <p:nvPr/>
        </p:nvSpPr>
        <p:spPr bwMode="auto">
          <a:xfrm>
            <a:off x="4076700" y="1930400"/>
            <a:ext cx="889000" cy="381000"/>
          </a:xfrm>
          <a:custGeom>
            <a:avLst/>
            <a:gdLst/>
            <a:ahLst/>
            <a:cxnLst>
              <a:cxn ang="0">
                <a:pos x="0" y="32"/>
              </a:cxn>
              <a:cxn ang="0">
                <a:pos x="280" y="144"/>
              </a:cxn>
              <a:cxn ang="0">
                <a:pos x="448" y="16"/>
              </a:cxn>
              <a:cxn ang="0">
                <a:pos x="560" y="240"/>
              </a:cxn>
            </a:cxnLst>
            <a:rect l="0" t="0" r="r" b="b"/>
            <a:pathLst>
              <a:path w="560" h="240">
                <a:moveTo>
                  <a:pt x="0" y="32"/>
                </a:moveTo>
                <a:cubicBezTo>
                  <a:pt x="102" y="89"/>
                  <a:pt x="205" y="147"/>
                  <a:pt x="280" y="144"/>
                </a:cubicBezTo>
                <a:cubicBezTo>
                  <a:pt x="355" y="141"/>
                  <a:pt x="401" y="0"/>
                  <a:pt x="448" y="16"/>
                </a:cubicBezTo>
                <a:cubicBezTo>
                  <a:pt x="495" y="32"/>
                  <a:pt x="541" y="201"/>
                  <a:pt x="560" y="240"/>
                </a:cubicBezTo>
              </a:path>
            </a:pathLst>
          </a:custGeom>
          <a:noFill/>
          <a:ln w="114300" cmpd="sng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bg-BG"/>
          </a:p>
        </p:txBody>
      </p:sp>
    </p:spTree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683DFD-B053-4902-A757-BC0E74C9EAB3}" type="slidenum">
              <a:rPr lang="bg-BG"/>
              <a:pPr/>
              <a:t>‹#›</a:t>
            </a:fld>
            <a:endParaRPr lang="bg-BG"/>
          </a:p>
        </p:txBody>
      </p:sp>
    </p:spTree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3EDBCF-23D6-4C7D-B672-4B67622681F1}" type="slidenum">
              <a:rPr lang="bg-BG"/>
              <a:pPr/>
              <a:t>‹#›</a:t>
            </a:fld>
            <a:endParaRPr lang="bg-BG"/>
          </a:p>
        </p:txBody>
      </p:sp>
    </p:spTree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37719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0B80EE-765A-45EA-A760-3D3E590854B6}" type="slidenum">
              <a:rPr lang="bg-BG"/>
              <a:pPr/>
              <a:t>‹#›</a:t>
            </a:fld>
            <a:endParaRPr lang="bg-BG"/>
          </a:p>
        </p:txBody>
      </p:sp>
    </p:spTree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B4908A-45C4-49E3-AD68-4B988C39F172}" type="slidenum">
              <a:rPr lang="bg-BG"/>
              <a:pPr/>
              <a:t>‹#›</a:t>
            </a:fld>
            <a:endParaRPr lang="bg-BG"/>
          </a:p>
        </p:txBody>
      </p:sp>
    </p:spTree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2916AE-8B29-499A-BDCA-7770F7CF4DE7}" type="slidenum">
              <a:rPr lang="bg-BG"/>
              <a:pPr/>
              <a:t>‹#›</a:t>
            </a:fld>
            <a:endParaRPr lang="bg-BG"/>
          </a:p>
        </p:txBody>
      </p:sp>
    </p:spTree>
  </p:cSld>
  <p:clrMapOvr>
    <a:masterClrMapping/>
  </p:clrMapOvr>
  <p:transition spd="med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C145AC-C60D-4864-B5F0-E4FF8C453C4B}" type="slidenum">
              <a:rPr lang="bg-BG"/>
              <a:pPr/>
              <a:t>‹#›</a:t>
            </a:fld>
            <a:endParaRPr lang="bg-BG"/>
          </a:p>
        </p:txBody>
      </p:sp>
    </p:spTree>
  </p:cSld>
  <p:clrMapOvr>
    <a:masterClrMapping/>
  </p:clrMapOvr>
  <p:transition spd="med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C83CBE-E309-4D23-A7D0-073E4D968B78}" type="slidenum">
              <a:rPr lang="bg-BG"/>
              <a:pPr/>
              <a:t>‹#›</a:t>
            </a:fld>
            <a:endParaRPr lang="bg-BG"/>
          </a:p>
        </p:txBody>
      </p:sp>
    </p:spTree>
  </p:cSld>
  <p:clrMapOvr>
    <a:masterClrMapping/>
  </p:clrMapOvr>
  <p:transition spd="med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E227FB-1B56-4B9C-BFD4-584065731EBB}" type="slidenum">
              <a:rPr lang="bg-BG"/>
              <a:pPr/>
              <a:t>‹#›</a:t>
            </a:fld>
            <a:endParaRPr lang="bg-BG"/>
          </a:p>
        </p:txBody>
      </p:sp>
    </p:spTree>
  </p:cSld>
  <p:clrMapOvr>
    <a:masterClrMapping/>
  </p:clrMapOvr>
  <p:transition spd="med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720706-1862-4D7D-8FA1-57FDE07183EE}" type="slidenum">
              <a:rPr lang="bg-BG"/>
              <a:pPr/>
              <a:t>‹#›</a:t>
            </a:fld>
            <a:endParaRPr lang="bg-BG"/>
          </a:p>
        </p:txBody>
      </p:sp>
    </p:spTree>
  </p:cSld>
  <p:clrMapOvr>
    <a:masterClrMapping/>
  </p:clrMapOvr>
  <p:transition spd="med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57950" y="152400"/>
            <a:ext cx="1924050" cy="5334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19750" cy="5334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640B97-929F-401F-AA05-2119D96122B4}" type="slidenum">
              <a:rPr lang="bg-BG"/>
              <a:pPr/>
              <a:t>‹#›</a:t>
            </a:fld>
            <a:endParaRPr lang="bg-BG"/>
          </a:p>
        </p:txBody>
      </p:sp>
    </p:spTree>
  </p:cSld>
  <p:clrMapOvr>
    <a:masterClrMapping/>
  </p:clrMapOvr>
  <p:transition spd="med">
    <p:random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Freeform 2"/>
          <p:cNvSpPr>
            <a:spLocks/>
          </p:cNvSpPr>
          <p:nvPr/>
        </p:nvSpPr>
        <p:spPr bwMode="auto">
          <a:xfrm rot="-3172564">
            <a:off x="7777957" y="-15081"/>
            <a:ext cx="1162050" cy="2084387"/>
          </a:xfrm>
          <a:custGeom>
            <a:avLst/>
            <a:gdLst/>
            <a:ahLst/>
            <a:cxnLst>
              <a:cxn ang="0">
                <a:pos x="2903" y="433"/>
              </a:cxn>
              <a:cxn ang="0">
                <a:pos x="2565" y="80"/>
              </a:cxn>
              <a:cxn ang="0">
                <a:pos x="2241" y="0"/>
              </a:cxn>
              <a:cxn ang="0">
                <a:pos x="110" y="2811"/>
              </a:cxn>
              <a:cxn ang="0">
                <a:pos x="110" y="3228"/>
              </a:cxn>
              <a:cxn ang="0">
                <a:pos x="0" y="3631"/>
              </a:cxn>
              <a:cxn ang="0">
                <a:pos x="72" y="3686"/>
              </a:cxn>
              <a:cxn ang="0">
                <a:pos x="441" y="3355"/>
              </a:cxn>
              <a:cxn ang="0">
                <a:pos x="740" y="3228"/>
              </a:cxn>
              <a:cxn ang="0">
                <a:pos x="2903" y="433"/>
              </a:cxn>
              <a:cxn ang="0">
                <a:pos x="2903" y="433"/>
              </a:cxn>
            </a:cxnLst>
            <a:rect l="0" t="0" r="r" b="b"/>
            <a:pathLst>
              <a:path w="2903" h="3686">
                <a:moveTo>
                  <a:pt x="2903" y="433"/>
                </a:moveTo>
                <a:lnTo>
                  <a:pt x="2565" y="80"/>
                </a:lnTo>
                <a:lnTo>
                  <a:pt x="2241" y="0"/>
                </a:lnTo>
                <a:lnTo>
                  <a:pt x="110" y="2811"/>
                </a:lnTo>
                <a:lnTo>
                  <a:pt x="110" y="3228"/>
                </a:lnTo>
                <a:lnTo>
                  <a:pt x="0" y="3631"/>
                </a:lnTo>
                <a:lnTo>
                  <a:pt x="72" y="3686"/>
                </a:lnTo>
                <a:lnTo>
                  <a:pt x="441" y="3355"/>
                </a:lnTo>
                <a:lnTo>
                  <a:pt x="740" y="3228"/>
                </a:lnTo>
                <a:lnTo>
                  <a:pt x="2903" y="433"/>
                </a:lnTo>
                <a:lnTo>
                  <a:pt x="2903" y="433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bg-BG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68707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bg-BG"/>
              <a:t>Click to edit Master title style</a:t>
            </a:r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828800"/>
            <a:ext cx="76962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bg-BG"/>
              <a:t>Click to edit Master text styles</a:t>
            </a:r>
          </a:p>
          <a:p>
            <a:pPr lvl="1"/>
            <a:r>
              <a:rPr lang="bg-BG"/>
              <a:t>Second level</a:t>
            </a:r>
          </a:p>
          <a:p>
            <a:pPr lvl="2"/>
            <a:r>
              <a:rPr lang="bg-BG"/>
              <a:t>Third level</a:t>
            </a:r>
          </a:p>
          <a:p>
            <a:pPr lvl="3"/>
            <a:r>
              <a:rPr lang="bg-BG"/>
              <a:t>Fourth level</a:t>
            </a:r>
          </a:p>
          <a:p>
            <a:pPr lvl="4"/>
            <a:r>
              <a:rPr lang="bg-BG"/>
              <a:t>Fifth level</a:t>
            </a:r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bg-BG"/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bg-BG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7C52780-04AE-4A34-89B9-1EB5831AB237}" type="slidenum">
              <a:rPr lang="bg-BG"/>
              <a:pPr/>
              <a:t>‹#›</a:t>
            </a:fld>
            <a:endParaRPr lang="bg-BG"/>
          </a:p>
        </p:txBody>
      </p:sp>
      <p:sp>
        <p:nvSpPr>
          <p:cNvPr id="49160" name="Freeform 8"/>
          <p:cNvSpPr>
            <a:spLocks/>
          </p:cNvSpPr>
          <p:nvPr/>
        </p:nvSpPr>
        <p:spPr bwMode="auto">
          <a:xfrm rot="-3172564">
            <a:off x="7865269" y="24607"/>
            <a:ext cx="1165225" cy="2097087"/>
          </a:xfrm>
          <a:custGeom>
            <a:avLst/>
            <a:gdLst/>
            <a:ahLst/>
            <a:cxnLst>
              <a:cxn ang="0">
                <a:pos x="2293" y="0"/>
              </a:cxn>
              <a:cxn ang="0">
                <a:pos x="130" y="2835"/>
              </a:cxn>
              <a:cxn ang="0">
                <a:pos x="131" y="3201"/>
              </a:cxn>
              <a:cxn ang="0">
                <a:pos x="0" y="3633"/>
              </a:cxn>
              <a:cxn ang="0">
                <a:pos x="50" y="3703"/>
              </a:cxn>
              <a:cxn ang="0">
                <a:pos x="422" y="3352"/>
              </a:cxn>
              <a:cxn ang="0">
                <a:pos x="763" y="3220"/>
              </a:cxn>
              <a:cxn ang="0">
                <a:pos x="2911" y="428"/>
              </a:cxn>
              <a:cxn ang="0">
                <a:pos x="2589" y="96"/>
              </a:cxn>
              <a:cxn ang="0">
                <a:pos x="2293" y="0"/>
              </a:cxn>
              <a:cxn ang="0">
                <a:pos x="2293" y="0"/>
              </a:cxn>
            </a:cxnLst>
            <a:rect l="0" t="0" r="r" b="b"/>
            <a:pathLst>
              <a:path w="2911" h="3703">
                <a:moveTo>
                  <a:pt x="2293" y="0"/>
                </a:moveTo>
                <a:lnTo>
                  <a:pt x="130" y="2835"/>
                </a:lnTo>
                <a:lnTo>
                  <a:pt x="131" y="3201"/>
                </a:lnTo>
                <a:lnTo>
                  <a:pt x="0" y="3633"/>
                </a:lnTo>
                <a:lnTo>
                  <a:pt x="50" y="3703"/>
                </a:lnTo>
                <a:lnTo>
                  <a:pt x="422" y="3352"/>
                </a:lnTo>
                <a:lnTo>
                  <a:pt x="763" y="3220"/>
                </a:lnTo>
                <a:lnTo>
                  <a:pt x="2911" y="428"/>
                </a:lnTo>
                <a:lnTo>
                  <a:pt x="2589" y="96"/>
                </a:lnTo>
                <a:lnTo>
                  <a:pt x="2293" y="0"/>
                </a:lnTo>
                <a:lnTo>
                  <a:pt x="2293" y="0"/>
                </a:lnTo>
                <a:close/>
              </a:path>
            </a:pathLst>
          </a:custGeom>
          <a:solidFill>
            <a:schemeClr val="folHlink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bg-BG"/>
          </a:p>
        </p:txBody>
      </p:sp>
      <p:sp>
        <p:nvSpPr>
          <p:cNvPr id="49161" name="Freeform 9"/>
          <p:cNvSpPr>
            <a:spLocks/>
          </p:cNvSpPr>
          <p:nvPr/>
        </p:nvSpPr>
        <p:spPr bwMode="auto">
          <a:xfrm rot="-3172564">
            <a:off x="7831138" y="192088"/>
            <a:ext cx="1025525" cy="1571625"/>
          </a:xfrm>
          <a:custGeom>
            <a:avLst/>
            <a:gdLst/>
            <a:ahLst/>
            <a:cxnLst>
              <a:cxn ang="0">
                <a:pos x="0" y="2485"/>
              </a:cxn>
              <a:cxn ang="0">
                <a:pos x="432" y="2553"/>
              </a:cxn>
              <a:cxn ang="0">
                <a:pos x="736" y="2777"/>
              </a:cxn>
              <a:cxn ang="0">
                <a:pos x="2561" y="399"/>
              </a:cxn>
              <a:cxn ang="0">
                <a:pos x="2118" y="82"/>
              </a:cxn>
              <a:cxn ang="0">
                <a:pos x="1898" y="0"/>
              </a:cxn>
              <a:cxn ang="0">
                <a:pos x="0" y="2485"/>
              </a:cxn>
              <a:cxn ang="0">
                <a:pos x="0" y="2485"/>
              </a:cxn>
            </a:cxnLst>
            <a:rect l="0" t="0" r="r" b="b"/>
            <a:pathLst>
              <a:path w="2561" h="2777">
                <a:moveTo>
                  <a:pt x="0" y="2485"/>
                </a:moveTo>
                <a:lnTo>
                  <a:pt x="432" y="2553"/>
                </a:lnTo>
                <a:lnTo>
                  <a:pt x="736" y="2777"/>
                </a:lnTo>
                <a:lnTo>
                  <a:pt x="2561" y="399"/>
                </a:lnTo>
                <a:lnTo>
                  <a:pt x="2118" y="82"/>
                </a:lnTo>
                <a:lnTo>
                  <a:pt x="1898" y="0"/>
                </a:lnTo>
                <a:lnTo>
                  <a:pt x="0" y="2485"/>
                </a:lnTo>
                <a:lnTo>
                  <a:pt x="0" y="2485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bg-BG"/>
          </a:p>
        </p:txBody>
      </p:sp>
      <p:grpSp>
        <p:nvGrpSpPr>
          <p:cNvPr id="49162" name="Group 10"/>
          <p:cNvGrpSpPr>
            <a:grpSpLocks/>
          </p:cNvGrpSpPr>
          <p:nvPr/>
        </p:nvGrpSpPr>
        <p:grpSpPr bwMode="auto">
          <a:xfrm>
            <a:off x="7938" y="5540375"/>
            <a:ext cx="1784350" cy="1246188"/>
            <a:chOff x="5" y="3490"/>
            <a:chExt cx="1124" cy="785"/>
          </a:xfrm>
        </p:grpSpPr>
        <p:sp>
          <p:nvSpPr>
            <p:cNvPr id="49163" name="Freeform 11"/>
            <p:cNvSpPr>
              <a:spLocks/>
            </p:cNvSpPr>
            <p:nvPr userDrawn="1"/>
          </p:nvSpPr>
          <p:spPr bwMode="auto">
            <a:xfrm>
              <a:off x="24" y="3505"/>
              <a:ext cx="1089" cy="649"/>
            </a:xfrm>
            <a:custGeom>
              <a:avLst/>
              <a:gdLst/>
              <a:ahLst/>
              <a:cxnLst>
                <a:cxn ang="0">
                  <a:pos x="1587" y="1260"/>
                </a:cxn>
                <a:cxn ang="0">
                  <a:pos x="1420" y="1106"/>
                </a:cxn>
                <a:cxn ang="0">
                  <a:pos x="1331" y="477"/>
                </a:cxn>
                <a:cxn ang="0">
                  <a:pos x="2139" y="330"/>
                </a:cxn>
                <a:cxn ang="0">
                  <a:pos x="2177" y="203"/>
                </a:cxn>
                <a:cxn ang="0">
                  <a:pos x="2099" y="100"/>
                </a:cxn>
                <a:cxn ang="0">
                  <a:pos x="1276" y="211"/>
                </a:cxn>
                <a:cxn ang="0">
                  <a:pos x="1219" y="32"/>
                </a:cxn>
                <a:cxn ang="0">
                  <a:pos x="1085" y="0"/>
                </a:cxn>
                <a:cxn ang="0">
                  <a:pos x="958" y="28"/>
                </a:cxn>
                <a:cxn ang="0">
                  <a:pos x="888" y="106"/>
                </a:cxn>
                <a:cxn ang="0">
                  <a:pos x="937" y="285"/>
                </a:cxn>
                <a:cxn ang="0">
                  <a:pos x="660" y="441"/>
                </a:cxn>
                <a:cxn ang="0">
                  <a:pos x="983" y="473"/>
                </a:cxn>
                <a:cxn ang="0">
                  <a:pos x="1112" y="889"/>
                </a:cxn>
                <a:cxn ang="0">
                  <a:pos x="141" y="469"/>
                </a:cxn>
                <a:cxn ang="0">
                  <a:pos x="46" y="509"/>
                </a:cxn>
                <a:cxn ang="0">
                  <a:pos x="0" y="636"/>
                </a:cxn>
                <a:cxn ang="0">
                  <a:pos x="55" y="779"/>
                </a:cxn>
                <a:cxn ang="0">
                  <a:pos x="1139" y="1288"/>
                </a:cxn>
                <a:cxn ang="0">
                  <a:pos x="1378" y="1256"/>
                </a:cxn>
                <a:cxn ang="0">
                  <a:pos x="1570" y="1298"/>
                </a:cxn>
                <a:cxn ang="0">
                  <a:pos x="1587" y="1260"/>
                </a:cxn>
                <a:cxn ang="0">
                  <a:pos x="1587" y="1260"/>
                </a:cxn>
              </a:cxnLst>
              <a:rect l="0" t="0" r="r" b="b"/>
              <a:pathLst>
                <a:path w="2177" h="1298">
                  <a:moveTo>
                    <a:pt x="1587" y="1260"/>
                  </a:moveTo>
                  <a:lnTo>
                    <a:pt x="1420" y="1106"/>
                  </a:lnTo>
                  <a:lnTo>
                    <a:pt x="1331" y="477"/>
                  </a:lnTo>
                  <a:lnTo>
                    <a:pt x="2139" y="330"/>
                  </a:lnTo>
                  <a:lnTo>
                    <a:pt x="2177" y="203"/>
                  </a:lnTo>
                  <a:lnTo>
                    <a:pt x="2099" y="100"/>
                  </a:lnTo>
                  <a:lnTo>
                    <a:pt x="1276" y="211"/>
                  </a:lnTo>
                  <a:lnTo>
                    <a:pt x="1219" y="32"/>
                  </a:lnTo>
                  <a:lnTo>
                    <a:pt x="1085" y="0"/>
                  </a:lnTo>
                  <a:lnTo>
                    <a:pt x="958" y="28"/>
                  </a:lnTo>
                  <a:lnTo>
                    <a:pt x="888" y="106"/>
                  </a:lnTo>
                  <a:lnTo>
                    <a:pt x="937" y="285"/>
                  </a:lnTo>
                  <a:lnTo>
                    <a:pt x="660" y="441"/>
                  </a:lnTo>
                  <a:lnTo>
                    <a:pt x="983" y="473"/>
                  </a:lnTo>
                  <a:lnTo>
                    <a:pt x="1112" y="889"/>
                  </a:lnTo>
                  <a:lnTo>
                    <a:pt x="141" y="469"/>
                  </a:lnTo>
                  <a:lnTo>
                    <a:pt x="46" y="509"/>
                  </a:lnTo>
                  <a:lnTo>
                    <a:pt x="0" y="636"/>
                  </a:lnTo>
                  <a:lnTo>
                    <a:pt x="55" y="779"/>
                  </a:lnTo>
                  <a:lnTo>
                    <a:pt x="1139" y="1288"/>
                  </a:lnTo>
                  <a:lnTo>
                    <a:pt x="1378" y="1256"/>
                  </a:lnTo>
                  <a:lnTo>
                    <a:pt x="1570" y="1298"/>
                  </a:lnTo>
                  <a:lnTo>
                    <a:pt x="1587" y="1260"/>
                  </a:lnTo>
                  <a:lnTo>
                    <a:pt x="1587" y="1260"/>
                  </a:lnTo>
                  <a:close/>
                </a:path>
              </a:pathLst>
            </a:custGeom>
            <a:solidFill>
              <a:srgbClr val="F8F8F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9164" name="Freeform 12"/>
            <p:cNvSpPr>
              <a:spLocks/>
            </p:cNvSpPr>
            <p:nvPr userDrawn="1"/>
          </p:nvSpPr>
          <p:spPr bwMode="auto">
            <a:xfrm>
              <a:off x="1022" y="3582"/>
              <a:ext cx="71" cy="129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120" y="0"/>
                </a:cxn>
                <a:cxn ang="0">
                  <a:pos x="143" y="233"/>
                </a:cxn>
                <a:cxn ang="0">
                  <a:pos x="8" y="258"/>
                </a:cxn>
                <a:cxn ang="0">
                  <a:pos x="0" y="7"/>
                </a:cxn>
                <a:cxn ang="0">
                  <a:pos x="0" y="7"/>
                </a:cxn>
              </a:cxnLst>
              <a:rect l="0" t="0" r="r" b="b"/>
              <a:pathLst>
                <a:path w="143" h="258">
                  <a:moveTo>
                    <a:pt x="0" y="7"/>
                  </a:moveTo>
                  <a:lnTo>
                    <a:pt x="120" y="0"/>
                  </a:lnTo>
                  <a:lnTo>
                    <a:pt x="143" y="233"/>
                  </a:lnTo>
                  <a:lnTo>
                    <a:pt x="8" y="258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9165" name="Freeform 13"/>
            <p:cNvSpPr>
              <a:spLocks/>
            </p:cNvSpPr>
            <p:nvPr userDrawn="1"/>
          </p:nvSpPr>
          <p:spPr bwMode="auto">
            <a:xfrm>
              <a:off x="20" y="3774"/>
              <a:ext cx="792" cy="410"/>
            </a:xfrm>
            <a:custGeom>
              <a:avLst/>
              <a:gdLst/>
              <a:ahLst/>
              <a:cxnLst>
                <a:cxn ang="0">
                  <a:pos x="137" y="0"/>
                </a:cxn>
                <a:cxn ang="0">
                  <a:pos x="1331" y="519"/>
                </a:cxn>
                <a:cxn ang="0">
                  <a:pos x="1428" y="638"/>
                </a:cxn>
                <a:cxn ang="0">
                  <a:pos x="1586" y="792"/>
                </a:cxn>
                <a:cxn ang="0">
                  <a:pos x="1565" y="821"/>
                </a:cxn>
                <a:cxn ang="0">
                  <a:pos x="1350" y="787"/>
                </a:cxn>
                <a:cxn ang="0">
                  <a:pos x="1145" y="811"/>
                </a:cxn>
                <a:cxn ang="0">
                  <a:pos x="42" y="298"/>
                </a:cxn>
                <a:cxn ang="0">
                  <a:pos x="0" y="150"/>
                </a:cxn>
                <a:cxn ang="0">
                  <a:pos x="46" y="32"/>
                </a:cxn>
                <a:cxn ang="0">
                  <a:pos x="137" y="0"/>
                </a:cxn>
                <a:cxn ang="0">
                  <a:pos x="137" y="0"/>
                </a:cxn>
              </a:cxnLst>
              <a:rect l="0" t="0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9166" name="Freeform 14"/>
            <p:cNvSpPr>
              <a:spLocks/>
            </p:cNvSpPr>
            <p:nvPr userDrawn="1"/>
          </p:nvSpPr>
          <p:spPr bwMode="auto">
            <a:xfrm>
              <a:off x="129" y="3808"/>
              <a:ext cx="525" cy="374"/>
            </a:xfrm>
            <a:custGeom>
              <a:avLst/>
              <a:gdLst/>
              <a:ahLst/>
              <a:cxnLst>
                <a:cxn ang="0">
                  <a:pos x="0" y="325"/>
                </a:cxn>
                <a:cxn ang="0">
                  <a:pos x="922" y="747"/>
                </a:cxn>
                <a:cxn ang="0">
                  <a:pos x="939" y="534"/>
                </a:cxn>
                <a:cxn ang="0">
                  <a:pos x="1049" y="422"/>
                </a:cxn>
                <a:cxn ang="0">
                  <a:pos x="78" y="0"/>
                </a:cxn>
                <a:cxn ang="0">
                  <a:pos x="0" y="127"/>
                </a:cxn>
                <a:cxn ang="0">
                  <a:pos x="0" y="325"/>
                </a:cxn>
                <a:cxn ang="0">
                  <a:pos x="0" y="325"/>
                </a:cxn>
              </a:cxnLst>
              <a:rect l="0" t="0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9167" name="Freeform 15"/>
            <p:cNvSpPr>
              <a:spLocks/>
            </p:cNvSpPr>
            <p:nvPr userDrawn="1"/>
          </p:nvSpPr>
          <p:spPr bwMode="auto">
            <a:xfrm>
              <a:off x="485" y="3532"/>
              <a:ext cx="135" cy="121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160" y="0"/>
                </a:cxn>
                <a:cxn ang="0">
                  <a:pos x="251" y="36"/>
                </a:cxn>
                <a:cxn ang="0">
                  <a:pos x="272" y="139"/>
                </a:cxn>
                <a:cxn ang="0">
                  <a:pos x="164" y="146"/>
                </a:cxn>
                <a:cxn ang="0">
                  <a:pos x="32" y="241"/>
                </a:cxn>
                <a:cxn ang="0">
                  <a:pos x="0" y="28"/>
                </a:cxn>
                <a:cxn ang="0">
                  <a:pos x="0" y="28"/>
                </a:cxn>
              </a:cxnLst>
              <a:rect l="0" t="0" r="r" b="b"/>
              <a:pathLst>
                <a:path w="272" h="241">
                  <a:moveTo>
                    <a:pt x="0" y="28"/>
                  </a:moveTo>
                  <a:lnTo>
                    <a:pt x="160" y="0"/>
                  </a:lnTo>
                  <a:lnTo>
                    <a:pt x="251" y="36"/>
                  </a:lnTo>
                  <a:lnTo>
                    <a:pt x="272" y="139"/>
                  </a:lnTo>
                  <a:lnTo>
                    <a:pt x="164" y="146"/>
                  </a:lnTo>
                  <a:lnTo>
                    <a:pt x="32" y="241"/>
                  </a:lnTo>
                  <a:lnTo>
                    <a:pt x="0" y="28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chemeClr val="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9168" name="Freeform 16"/>
            <p:cNvSpPr>
              <a:spLocks/>
            </p:cNvSpPr>
            <p:nvPr userDrawn="1"/>
          </p:nvSpPr>
          <p:spPr bwMode="auto">
            <a:xfrm>
              <a:off x="641" y="4163"/>
              <a:ext cx="76" cy="112"/>
            </a:xfrm>
            <a:custGeom>
              <a:avLst/>
              <a:gdLst/>
              <a:ahLst/>
              <a:cxnLst>
                <a:cxn ang="0">
                  <a:pos x="152" y="4"/>
                </a:cxn>
                <a:cxn ang="0">
                  <a:pos x="152" y="224"/>
                </a:cxn>
                <a:cxn ang="0">
                  <a:pos x="0" y="8"/>
                </a:cxn>
                <a:cxn ang="0">
                  <a:pos x="72" y="0"/>
                </a:cxn>
                <a:cxn ang="0">
                  <a:pos x="152" y="4"/>
                </a:cxn>
                <a:cxn ang="0">
                  <a:pos x="152" y="4"/>
                </a:cxn>
              </a:cxnLst>
              <a:rect l="0" t="0" r="r" b="b"/>
              <a:pathLst>
                <a:path w="152" h="224">
                  <a:moveTo>
                    <a:pt x="152" y="4"/>
                  </a:moveTo>
                  <a:lnTo>
                    <a:pt x="152" y="224"/>
                  </a:lnTo>
                  <a:lnTo>
                    <a:pt x="0" y="8"/>
                  </a:lnTo>
                  <a:lnTo>
                    <a:pt x="72" y="0"/>
                  </a:lnTo>
                  <a:lnTo>
                    <a:pt x="152" y="4"/>
                  </a:lnTo>
                  <a:lnTo>
                    <a:pt x="152" y="4"/>
                  </a:lnTo>
                  <a:close/>
                </a:path>
              </a:pathLst>
            </a:custGeom>
            <a:solidFill>
              <a:schemeClr val="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9169" name="Freeform 17"/>
            <p:cNvSpPr>
              <a:spLocks/>
            </p:cNvSpPr>
            <p:nvPr userDrawn="1"/>
          </p:nvSpPr>
          <p:spPr bwMode="auto">
            <a:xfrm>
              <a:off x="504" y="3607"/>
              <a:ext cx="193" cy="383"/>
            </a:xfrm>
            <a:custGeom>
              <a:avLst/>
              <a:gdLst/>
              <a:ahLst/>
              <a:cxnLst>
                <a:cxn ang="0">
                  <a:pos x="0" y="80"/>
                </a:cxn>
                <a:cxn ang="0">
                  <a:pos x="87" y="0"/>
                </a:cxn>
                <a:cxn ang="0">
                  <a:pos x="232" y="6"/>
                </a:cxn>
                <a:cxn ang="0">
                  <a:pos x="386" y="764"/>
                </a:cxn>
                <a:cxn ang="0">
                  <a:pos x="279" y="720"/>
                </a:cxn>
                <a:cxn ang="0">
                  <a:pos x="152" y="677"/>
                </a:cxn>
                <a:cxn ang="0">
                  <a:pos x="0" y="80"/>
                </a:cxn>
                <a:cxn ang="0">
                  <a:pos x="0" y="80"/>
                </a:cxn>
              </a:cxnLst>
              <a:rect l="0" t="0" r="r" b="b"/>
              <a:pathLst>
                <a:path w="386" h="764">
                  <a:moveTo>
                    <a:pt x="0" y="80"/>
                  </a:moveTo>
                  <a:lnTo>
                    <a:pt x="87" y="0"/>
                  </a:lnTo>
                  <a:lnTo>
                    <a:pt x="232" y="6"/>
                  </a:lnTo>
                  <a:lnTo>
                    <a:pt x="386" y="764"/>
                  </a:lnTo>
                  <a:lnTo>
                    <a:pt x="279" y="720"/>
                  </a:lnTo>
                  <a:lnTo>
                    <a:pt x="152" y="677"/>
                  </a:lnTo>
                  <a:lnTo>
                    <a:pt x="0" y="80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9170" name="Freeform 18"/>
            <p:cNvSpPr>
              <a:spLocks/>
            </p:cNvSpPr>
            <p:nvPr userDrawn="1"/>
          </p:nvSpPr>
          <p:spPr bwMode="auto">
            <a:xfrm>
              <a:off x="668" y="3590"/>
              <a:ext cx="364" cy="174"/>
            </a:xfrm>
            <a:custGeom>
              <a:avLst/>
              <a:gdLst/>
              <a:ahLst/>
              <a:cxnLst>
                <a:cxn ang="0">
                  <a:pos x="692" y="0"/>
                </a:cxn>
                <a:cxn ang="0">
                  <a:pos x="0" y="106"/>
                </a:cxn>
                <a:cxn ang="0">
                  <a:pos x="28" y="348"/>
                </a:cxn>
                <a:cxn ang="0">
                  <a:pos x="715" y="237"/>
                </a:cxn>
                <a:cxn ang="0">
                  <a:pos x="728" y="43"/>
                </a:cxn>
                <a:cxn ang="0">
                  <a:pos x="692" y="0"/>
                </a:cxn>
                <a:cxn ang="0">
                  <a:pos x="692" y="0"/>
                </a:cxn>
              </a:cxnLst>
              <a:rect l="0" t="0" r="r" b="b"/>
              <a:pathLst>
                <a:path w="728" h="348">
                  <a:moveTo>
                    <a:pt x="692" y="0"/>
                  </a:moveTo>
                  <a:lnTo>
                    <a:pt x="0" y="106"/>
                  </a:lnTo>
                  <a:lnTo>
                    <a:pt x="28" y="348"/>
                  </a:lnTo>
                  <a:lnTo>
                    <a:pt x="715" y="237"/>
                  </a:lnTo>
                  <a:lnTo>
                    <a:pt x="728" y="43"/>
                  </a:lnTo>
                  <a:lnTo>
                    <a:pt x="692" y="0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9171" name="Freeform 19"/>
            <p:cNvSpPr>
              <a:spLocks/>
            </p:cNvSpPr>
            <p:nvPr userDrawn="1"/>
          </p:nvSpPr>
          <p:spPr bwMode="auto">
            <a:xfrm>
              <a:off x="347" y="3693"/>
              <a:ext cx="156" cy="67"/>
            </a:xfrm>
            <a:custGeom>
              <a:avLst/>
              <a:gdLst/>
              <a:ahLst/>
              <a:cxnLst>
                <a:cxn ang="0">
                  <a:pos x="272" y="0"/>
                </a:cxn>
                <a:cxn ang="0">
                  <a:pos x="0" y="78"/>
                </a:cxn>
                <a:cxn ang="0">
                  <a:pos x="312" y="135"/>
                </a:cxn>
                <a:cxn ang="0">
                  <a:pos x="272" y="0"/>
                </a:cxn>
                <a:cxn ang="0">
                  <a:pos x="272" y="0"/>
                </a:cxn>
              </a:cxnLst>
              <a:rect l="0" t="0" r="r" b="b"/>
              <a:pathLst>
                <a:path w="312" h="135">
                  <a:moveTo>
                    <a:pt x="272" y="0"/>
                  </a:moveTo>
                  <a:lnTo>
                    <a:pt x="0" y="78"/>
                  </a:lnTo>
                  <a:lnTo>
                    <a:pt x="312" y="135"/>
                  </a:lnTo>
                  <a:lnTo>
                    <a:pt x="272" y="0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49172" name="Group 20"/>
            <p:cNvGrpSpPr>
              <a:grpSpLocks/>
            </p:cNvGrpSpPr>
            <p:nvPr userDrawn="1"/>
          </p:nvGrpSpPr>
          <p:grpSpPr bwMode="auto">
            <a:xfrm>
              <a:off x="5" y="3490"/>
              <a:ext cx="1124" cy="780"/>
              <a:chOff x="5" y="3490"/>
              <a:chExt cx="1124" cy="780"/>
            </a:xfrm>
          </p:grpSpPr>
          <p:grpSp>
            <p:nvGrpSpPr>
              <p:cNvPr id="49173" name="Group 21"/>
              <p:cNvGrpSpPr>
                <a:grpSpLocks/>
              </p:cNvGrpSpPr>
              <p:nvPr userDrawn="1"/>
            </p:nvGrpSpPr>
            <p:grpSpPr bwMode="auto">
              <a:xfrm>
                <a:off x="499" y="3562"/>
                <a:ext cx="548" cy="708"/>
                <a:chOff x="499" y="3562"/>
                <a:chExt cx="548" cy="708"/>
              </a:xfrm>
            </p:grpSpPr>
            <p:sp>
              <p:nvSpPr>
                <p:cNvPr id="49174" name="Freeform 22"/>
                <p:cNvSpPr>
                  <a:spLocks/>
                </p:cNvSpPr>
                <p:nvPr userDrawn="1"/>
              </p:nvSpPr>
              <p:spPr bwMode="auto">
                <a:xfrm>
                  <a:off x="499" y="3587"/>
                  <a:ext cx="157" cy="87"/>
                </a:xfrm>
                <a:custGeom>
                  <a:avLst/>
                  <a:gdLst/>
                  <a:ahLst/>
                  <a:cxnLst>
                    <a:cxn ang="0">
                      <a:pos x="0" y="107"/>
                    </a:cxn>
                    <a:cxn ang="0">
                      <a:pos x="114" y="10"/>
                    </a:cxn>
                    <a:cxn ang="0">
                      <a:pos x="213" y="0"/>
                    </a:cxn>
                    <a:cxn ang="0">
                      <a:pos x="292" y="27"/>
                    </a:cxn>
                    <a:cxn ang="0">
                      <a:pos x="313" y="91"/>
                    </a:cxn>
                    <a:cxn ang="0">
                      <a:pos x="167" y="67"/>
                    </a:cxn>
                    <a:cxn ang="0">
                      <a:pos x="74" y="101"/>
                    </a:cxn>
                    <a:cxn ang="0">
                      <a:pos x="13" y="175"/>
                    </a:cxn>
                    <a:cxn ang="0">
                      <a:pos x="0" y="107"/>
                    </a:cxn>
                    <a:cxn ang="0">
                      <a:pos x="0" y="107"/>
                    </a:cxn>
                  </a:cxnLst>
                  <a:rect l="0" t="0" r="r" b="b"/>
                  <a:pathLst>
                    <a:path w="313" h="175">
                      <a:moveTo>
                        <a:pt x="0" y="107"/>
                      </a:moveTo>
                      <a:lnTo>
                        <a:pt x="114" y="10"/>
                      </a:lnTo>
                      <a:lnTo>
                        <a:pt x="213" y="0"/>
                      </a:lnTo>
                      <a:lnTo>
                        <a:pt x="292" y="27"/>
                      </a:lnTo>
                      <a:lnTo>
                        <a:pt x="313" y="91"/>
                      </a:lnTo>
                      <a:lnTo>
                        <a:pt x="167" y="67"/>
                      </a:lnTo>
                      <a:lnTo>
                        <a:pt x="74" y="101"/>
                      </a:lnTo>
                      <a:lnTo>
                        <a:pt x="13" y="175"/>
                      </a:lnTo>
                      <a:lnTo>
                        <a:pt x="0" y="107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49175" name="Freeform 23"/>
                <p:cNvSpPr>
                  <a:spLocks/>
                </p:cNvSpPr>
                <p:nvPr userDrawn="1"/>
              </p:nvSpPr>
              <p:spPr bwMode="auto">
                <a:xfrm>
                  <a:off x="636" y="4137"/>
                  <a:ext cx="115" cy="133"/>
                </a:xfrm>
                <a:custGeom>
                  <a:avLst/>
                  <a:gdLst/>
                  <a:ahLst/>
                  <a:cxnLst>
                    <a:cxn ang="0">
                      <a:pos x="0" y="40"/>
                    </a:cxn>
                    <a:cxn ang="0">
                      <a:pos x="160" y="266"/>
                    </a:cxn>
                    <a:cxn ang="0">
                      <a:pos x="230" y="251"/>
                    </a:cxn>
                    <a:cxn ang="0">
                      <a:pos x="223" y="17"/>
                    </a:cxn>
                    <a:cxn ang="0">
                      <a:pos x="166" y="0"/>
                    </a:cxn>
                    <a:cxn ang="0">
                      <a:pos x="179" y="197"/>
                    </a:cxn>
                    <a:cxn ang="0">
                      <a:pos x="71" y="4"/>
                    </a:cxn>
                    <a:cxn ang="0">
                      <a:pos x="0" y="40"/>
                    </a:cxn>
                    <a:cxn ang="0">
                      <a:pos x="0" y="40"/>
                    </a:cxn>
                  </a:cxnLst>
                  <a:rect l="0" t="0" r="r" b="b"/>
                  <a:pathLst>
                    <a:path w="230" h="266">
                      <a:moveTo>
                        <a:pt x="0" y="40"/>
                      </a:moveTo>
                      <a:lnTo>
                        <a:pt x="160" y="266"/>
                      </a:lnTo>
                      <a:lnTo>
                        <a:pt x="230" y="251"/>
                      </a:lnTo>
                      <a:lnTo>
                        <a:pt x="223" y="17"/>
                      </a:lnTo>
                      <a:lnTo>
                        <a:pt x="166" y="0"/>
                      </a:lnTo>
                      <a:lnTo>
                        <a:pt x="179" y="197"/>
                      </a:lnTo>
                      <a:lnTo>
                        <a:pt x="71" y="4"/>
                      </a:lnTo>
                      <a:lnTo>
                        <a:pt x="0" y="40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49176" name="Freeform 24"/>
                <p:cNvSpPr>
                  <a:spLocks/>
                </p:cNvSpPr>
                <p:nvPr userDrawn="1"/>
              </p:nvSpPr>
              <p:spPr bwMode="auto">
                <a:xfrm>
                  <a:off x="1004" y="3562"/>
                  <a:ext cx="43" cy="117"/>
                </a:xfrm>
                <a:custGeom>
                  <a:avLst/>
                  <a:gdLst/>
                  <a:ahLst/>
                  <a:cxnLst>
                    <a:cxn ang="0">
                      <a:pos x="0" y="19"/>
                    </a:cxn>
                    <a:cxn ang="0">
                      <a:pos x="36" y="93"/>
                    </a:cxn>
                    <a:cxn ang="0">
                      <a:pos x="44" y="154"/>
                    </a:cxn>
                    <a:cxn ang="0">
                      <a:pos x="27" y="234"/>
                    </a:cxn>
                    <a:cxn ang="0">
                      <a:pos x="80" y="220"/>
                    </a:cxn>
                    <a:cxn ang="0">
                      <a:pos x="87" y="116"/>
                    </a:cxn>
                    <a:cxn ang="0">
                      <a:pos x="46" y="0"/>
                    </a:cxn>
                    <a:cxn ang="0">
                      <a:pos x="0" y="19"/>
                    </a:cxn>
                    <a:cxn ang="0">
                      <a:pos x="0" y="19"/>
                    </a:cxn>
                  </a:cxnLst>
                  <a:rect l="0" t="0" r="r" b="b"/>
                  <a:pathLst>
                    <a:path w="87" h="234">
                      <a:moveTo>
                        <a:pt x="0" y="19"/>
                      </a:moveTo>
                      <a:lnTo>
                        <a:pt x="36" y="93"/>
                      </a:lnTo>
                      <a:lnTo>
                        <a:pt x="44" y="154"/>
                      </a:lnTo>
                      <a:lnTo>
                        <a:pt x="27" y="234"/>
                      </a:lnTo>
                      <a:lnTo>
                        <a:pt x="80" y="220"/>
                      </a:lnTo>
                      <a:lnTo>
                        <a:pt x="87" y="116"/>
                      </a:lnTo>
                      <a:lnTo>
                        <a:pt x="46" y="0"/>
                      </a:lnTo>
                      <a:lnTo>
                        <a:pt x="0" y="19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sp>
            <p:nvSpPr>
              <p:cNvPr id="49177" name="Freeform 25"/>
              <p:cNvSpPr>
                <a:spLocks/>
              </p:cNvSpPr>
              <p:nvPr userDrawn="1"/>
            </p:nvSpPr>
            <p:spPr bwMode="auto">
              <a:xfrm>
                <a:off x="76" y="3732"/>
                <a:ext cx="595" cy="250"/>
              </a:xfrm>
              <a:custGeom>
                <a:avLst/>
                <a:gdLst/>
                <a:ahLst/>
                <a:cxnLst>
                  <a:cxn ang="0">
                    <a:pos x="100" y="0"/>
                  </a:cxn>
                  <a:cxn ang="0">
                    <a:pos x="1190" y="490"/>
                  </a:cxn>
                  <a:cxn ang="0">
                    <a:pos x="1076" y="500"/>
                  </a:cxn>
                  <a:cxn ang="0">
                    <a:pos x="0" y="27"/>
                  </a:cxn>
                  <a:cxn ang="0">
                    <a:pos x="100" y="0"/>
                  </a:cxn>
                  <a:cxn ang="0">
                    <a:pos x="100" y="0"/>
                  </a:cxn>
                </a:cxnLst>
                <a:rect l="0" t="0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49178" name="Freeform 26"/>
              <p:cNvSpPr>
                <a:spLocks/>
              </p:cNvSpPr>
              <p:nvPr userDrawn="1"/>
            </p:nvSpPr>
            <p:spPr bwMode="auto">
              <a:xfrm>
                <a:off x="260" y="3886"/>
                <a:ext cx="244" cy="148"/>
              </a:xfrm>
              <a:custGeom>
                <a:avLst/>
                <a:gdLst/>
                <a:ahLst/>
                <a:cxnLst>
                  <a:cxn ang="0">
                    <a:pos x="14" y="34"/>
                  </a:cxn>
                  <a:cxn ang="0">
                    <a:pos x="160" y="66"/>
                  </a:cxn>
                  <a:cxn ang="0">
                    <a:pos x="324" y="137"/>
                  </a:cxn>
                  <a:cxn ang="0">
                    <a:pos x="440" y="243"/>
                  </a:cxn>
                  <a:cxn ang="0">
                    <a:pos x="326" y="230"/>
                  </a:cxn>
                  <a:cxn ang="0">
                    <a:pos x="139" y="146"/>
                  </a:cxn>
                  <a:cxn ang="0">
                    <a:pos x="50" y="80"/>
                  </a:cxn>
                  <a:cxn ang="0">
                    <a:pos x="107" y="163"/>
                  </a:cxn>
                  <a:cxn ang="0">
                    <a:pos x="272" y="270"/>
                  </a:cxn>
                  <a:cxn ang="0">
                    <a:pos x="466" y="296"/>
                  </a:cxn>
                  <a:cxn ang="0">
                    <a:pos x="489" y="224"/>
                  </a:cxn>
                  <a:cxn ang="0">
                    <a:pos x="394" y="120"/>
                  </a:cxn>
                  <a:cxn ang="0">
                    <a:pos x="170" y="17"/>
                  </a:cxn>
                  <a:cxn ang="0">
                    <a:pos x="0" y="0"/>
                  </a:cxn>
                  <a:cxn ang="0">
                    <a:pos x="14" y="34"/>
                  </a:cxn>
                  <a:cxn ang="0">
                    <a:pos x="14" y="34"/>
                  </a:cxn>
                </a:cxnLst>
                <a:rect l="0" t="0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49179" name="Freeform 27"/>
              <p:cNvSpPr>
                <a:spLocks/>
              </p:cNvSpPr>
              <p:nvPr userDrawn="1"/>
            </p:nvSpPr>
            <p:spPr bwMode="auto">
              <a:xfrm>
                <a:off x="565" y="3680"/>
                <a:ext cx="107" cy="238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91" y="25"/>
                  </a:cxn>
                  <a:cxn ang="0">
                    <a:pos x="80" y="192"/>
                  </a:cxn>
                  <a:cxn ang="0">
                    <a:pos x="106" y="327"/>
                  </a:cxn>
                  <a:cxn ang="0">
                    <a:pos x="213" y="451"/>
                  </a:cxn>
                  <a:cxn ang="0">
                    <a:pos x="97" y="478"/>
                  </a:cxn>
                  <a:cxn ang="0">
                    <a:pos x="30" y="344"/>
                  </a:cxn>
                  <a:cxn ang="0">
                    <a:pos x="0" y="57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213" h="478">
                    <a:moveTo>
                      <a:pt x="24" y="0"/>
                    </a:moveTo>
                    <a:lnTo>
                      <a:pt x="91" y="25"/>
                    </a:lnTo>
                    <a:lnTo>
                      <a:pt x="80" y="192"/>
                    </a:lnTo>
                    <a:lnTo>
                      <a:pt x="106" y="327"/>
                    </a:lnTo>
                    <a:lnTo>
                      <a:pt x="213" y="451"/>
                    </a:lnTo>
                    <a:lnTo>
                      <a:pt x="97" y="478"/>
                    </a:lnTo>
                    <a:lnTo>
                      <a:pt x="30" y="344"/>
                    </a:lnTo>
                    <a:lnTo>
                      <a:pt x="0" y="57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grpSp>
            <p:nvGrpSpPr>
              <p:cNvPr id="49180" name="Group 28"/>
              <p:cNvGrpSpPr>
                <a:grpSpLocks/>
              </p:cNvGrpSpPr>
              <p:nvPr userDrawn="1"/>
            </p:nvGrpSpPr>
            <p:grpSpPr bwMode="auto">
              <a:xfrm>
                <a:off x="5" y="3490"/>
                <a:ext cx="1124" cy="678"/>
                <a:chOff x="5" y="3490"/>
                <a:chExt cx="1124" cy="678"/>
              </a:xfrm>
            </p:grpSpPr>
            <p:sp>
              <p:nvSpPr>
                <p:cNvPr id="49181" name="Freeform 29"/>
                <p:cNvSpPr>
                  <a:spLocks/>
                </p:cNvSpPr>
                <p:nvPr userDrawn="1"/>
              </p:nvSpPr>
              <p:spPr bwMode="auto">
                <a:xfrm>
                  <a:off x="669" y="4048"/>
                  <a:ext cx="75" cy="87"/>
                </a:xfrm>
                <a:custGeom>
                  <a:avLst/>
                  <a:gdLst/>
                  <a:ahLst/>
                  <a:cxnLst>
                    <a:cxn ang="0">
                      <a:pos x="110" y="0"/>
                    </a:cxn>
                    <a:cxn ang="0">
                      <a:pos x="40" y="66"/>
                    </a:cxn>
                    <a:cxn ang="0">
                      <a:pos x="0" y="173"/>
                    </a:cxn>
                    <a:cxn ang="0">
                      <a:pos x="80" y="160"/>
                    </a:cxn>
                    <a:cxn ang="0">
                      <a:pos x="103" y="84"/>
                    </a:cxn>
                    <a:cxn ang="0">
                      <a:pos x="150" y="27"/>
                    </a:cxn>
                    <a:cxn ang="0">
                      <a:pos x="110" y="0"/>
                    </a:cxn>
                    <a:cxn ang="0">
                      <a:pos x="110" y="0"/>
                    </a:cxn>
                  </a:cxnLst>
                  <a:rect l="0" t="0" r="r" b="b"/>
                  <a:pathLst>
                    <a:path w="150" h="173">
                      <a:moveTo>
                        <a:pt x="110" y="0"/>
                      </a:moveTo>
                      <a:lnTo>
                        <a:pt x="40" y="66"/>
                      </a:lnTo>
                      <a:lnTo>
                        <a:pt x="0" y="173"/>
                      </a:lnTo>
                      <a:lnTo>
                        <a:pt x="80" y="160"/>
                      </a:lnTo>
                      <a:lnTo>
                        <a:pt x="103" y="84"/>
                      </a:lnTo>
                      <a:lnTo>
                        <a:pt x="150" y="27"/>
                      </a:lnTo>
                      <a:lnTo>
                        <a:pt x="110" y="0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49182" name="Freeform 30"/>
                <p:cNvSpPr>
                  <a:spLocks/>
                </p:cNvSpPr>
                <p:nvPr userDrawn="1"/>
              </p:nvSpPr>
              <p:spPr bwMode="auto">
                <a:xfrm>
                  <a:off x="5" y="3728"/>
                  <a:ext cx="842" cy="440"/>
                </a:xfrm>
                <a:custGeom>
                  <a:avLst/>
                  <a:gdLst/>
                  <a:ahLst/>
                  <a:cxnLst>
                    <a:cxn ang="0">
                      <a:pos x="156" y="0"/>
                    </a:cxn>
                    <a:cxn ang="0">
                      <a:pos x="63" y="52"/>
                    </a:cxn>
                    <a:cxn ang="0">
                      <a:pos x="0" y="208"/>
                    </a:cxn>
                    <a:cxn ang="0">
                      <a:pos x="67" y="358"/>
                    </a:cxn>
                    <a:cxn ang="0">
                      <a:pos x="1182" y="867"/>
                    </a:cxn>
                    <a:cxn ang="0">
                      <a:pos x="1422" y="835"/>
                    </a:cxn>
                    <a:cxn ang="0">
                      <a:pos x="1616" y="880"/>
                    </a:cxn>
                    <a:cxn ang="0">
                      <a:pos x="1684" y="808"/>
                    </a:cxn>
                    <a:cxn ang="0">
                      <a:pos x="1502" y="664"/>
                    </a:cxn>
                    <a:cxn ang="0">
                      <a:pos x="1428" y="512"/>
                    </a:cxn>
                    <a:cxn ang="0">
                      <a:pos x="1369" y="527"/>
                    </a:cxn>
                    <a:cxn ang="0">
                      <a:pos x="1439" y="664"/>
                    </a:cxn>
                    <a:cxn ang="0">
                      <a:pos x="1578" y="810"/>
                    </a:cxn>
                    <a:cxn ang="0">
                      <a:pos x="1413" y="787"/>
                    </a:cxn>
                    <a:cxn ang="0">
                      <a:pos x="1219" y="814"/>
                    </a:cxn>
                    <a:cxn ang="0">
                      <a:pos x="1255" y="650"/>
                    </a:cxn>
                    <a:cxn ang="0">
                      <a:pos x="1338" y="538"/>
                    </a:cxn>
                    <a:cxn ang="0">
                      <a:pos x="1241" y="552"/>
                    </a:cxn>
                    <a:cxn ang="0">
                      <a:pos x="1165" y="658"/>
                    </a:cxn>
                    <a:cxn ang="0">
                      <a:pos x="1139" y="791"/>
                    </a:cxn>
                    <a:cxn ang="0">
                      <a:pos x="107" y="310"/>
                    </a:cxn>
                    <a:cxn ang="0">
                      <a:pos x="80" y="215"/>
                    </a:cxn>
                    <a:cxn ang="0">
                      <a:pos x="103" y="95"/>
                    </a:cxn>
                    <a:cxn ang="0">
                      <a:pos x="217" y="0"/>
                    </a:cxn>
                    <a:cxn ang="0">
                      <a:pos x="156" y="0"/>
                    </a:cxn>
                    <a:cxn ang="0">
                      <a:pos x="156" y="0"/>
                    </a:cxn>
                  </a:cxnLst>
                  <a:rect l="0" t="0" r="r" b="b"/>
                  <a:pathLst>
                    <a:path w="1684" h="880">
                      <a:moveTo>
                        <a:pt x="156" y="0"/>
                      </a:moveTo>
                      <a:lnTo>
                        <a:pt x="63" y="52"/>
                      </a:lnTo>
                      <a:lnTo>
                        <a:pt x="0" y="208"/>
                      </a:lnTo>
                      <a:lnTo>
                        <a:pt x="67" y="358"/>
                      </a:lnTo>
                      <a:lnTo>
                        <a:pt x="1182" y="867"/>
                      </a:lnTo>
                      <a:lnTo>
                        <a:pt x="1422" y="835"/>
                      </a:lnTo>
                      <a:lnTo>
                        <a:pt x="1616" y="880"/>
                      </a:lnTo>
                      <a:lnTo>
                        <a:pt x="1684" y="808"/>
                      </a:lnTo>
                      <a:lnTo>
                        <a:pt x="1502" y="664"/>
                      </a:lnTo>
                      <a:lnTo>
                        <a:pt x="1428" y="512"/>
                      </a:lnTo>
                      <a:lnTo>
                        <a:pt x="1369" y="527"/>
                      </a:lnTo>
                      <a:lnTo>
                        <a:pt x="1439" y="664"/>
                      </a:lnTo>
                      <a:lnTo>
                        <a:pt x="1578" y="810"/>
                      </a:lnTo>
                      <a:lnTo>
                        <a:pt x="1413" y="787"/>
                      </a:lnTo>
                      <a:lnTo>
                        <a:pt x="1219" y="814"/>
                      </a:lnTo>
                      <a:lnTo>
                        <a:pt x="1255" y="650"/>
                      </a:lnTo>
                      <a:lnTo>
                        <a:pt x="1338" y="538"/>
                      </a:lnTo>
                      <a:lnTo>
                        <a:pt x="1241" y="552"/>
                      </a:lnTo>
                      <a:lnTo>
                        <a:pt x="1165" y="658"/>
                      </a:lnTo>
                      <a:lnTo>
                        <a:pt x="1139" y="791"/>
                      </a:lnTo>
                      <a:lnTo>
                        <a:pt x="107" y="310"/>
                      </a:lnTo>
                      <a:lnTo>
                        <a:pt x="80" y="215"/>
                      </a:lnTo>
                      <a:lnTo>
                        <a:pt x="103" y="95"/>
                      </a:lnTo>
                      <a:lnTo>
                        <a:pt x="217" y="0"/>
                      </a:lnTo>
                      <a:lnTo>
                        <a:pt x="156" y="0"/>
                      </a:lnTo>
                      <a:lnTo>
                        <a:pt x="15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49183" name="Freeform 31"/>
                <p:cNvSpPr>
                  <a:spLocks/>
                </p:cNvSpPr>
                <p:nvPr userDrawn="1"/>
              </p:nvSpPr>
              <p:spPr bwMode="auto">
                <a:xfrm>
                  <a:off x="106" y="3770"/>
                  <a:ext cx="80" cy="167"/>
                </a:xfrm>
                <a:custGeom>
                  <a:avLst/>
                  <a:gdLst/>
                  <a:ahLst/>
                  <a:cxnLst>
                    <a:cxn ang="0">
                      <a:pos x="116" y="0"/>
                    </a:cxn>
                    <a:cxn ang="0">
                      <a:pos x="19" y="106"/>
                    </a:cxn>
                    <a:cxn ang="0">
                      <a:pos x="0" y="230"/>
                    </a:cxn>
                    <a:cxn ang="0">
                      <a:pos x="33" y="314"/>
                    </a:cxn>
                    <a:cxn ang="0">
                      <a:pos x="94" y="335"/>
                    </a:cxn>
                    <a:cxn ang="0">
                      <a:pos x="76" y="154"/>
                    </a:cxn>
                    <a:cxn ang="0">
                      <a:pos x="160" y="17"/>
                    </a:cxn>
                    <a:cxn ang="0">
                      <a:pos x="116" y="0"/>
                    </a:cxn>
                    <a:cxn ang="0">
                      <a:pos x="116" y="0"/>
                    </a:cxn>
                  </a:cxnLst>
                  <a:rect l="0" t="0" r="r" b="b"/>
                  <a:pathLst>
                    <a:path w="160" h="335">
                      <a:moveTo>
                        <a:pt x="116" y="0"/>
                      </a:moveTo>
                      <a:lnTo>
                        <a:pt x="19" y="106"/>
                      </a:lnTo>
                      <a:lnTo>
                        <a:pt x="0" y="230"/>
                      </a:lnTo>
                      <a:lnTo>
                        <a:pt x="33" y="314"/>
                      </a:lnTo>
                      <a:lnTo>
                        <a:pt x="94" y="335"/>
                      </a:lnTo>
                      <a:lnTo>
                        <a:pt x="76" y="154"/>
                      </a:lnTo>
                      <a:lnTo>
                        <a:pt x="160" y="17"/>
                      </a:lnTo>
                      <a:lnTo>
                        <a:pt x="116" y="0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49184" name="Freeform 32"/>
                <p:cNvSpPr>
                  <a:spLocks/>
                </p:cNvSpPr>
                <p:nvPr userDrawn="1"/>
              </p:nvSpPr>
              <p:spPr bwMode="auto">
                <a:xfrm>
                  <a:off x="449" y="3490"/>
                  <a:ext cx="322" cy="594"/>
                </a:xfrm>
                <a:custGeom>
                  <a:avLst/>
                  <a:gdLst/>
                  <a:ahLst/>
                  <a:cxnLst>
                    <a:cxn ang="0">
                      <a:pos x="218" y="896"/>
                    </a:cxn>
                    <a:cxn ang="0">
                      <a:pos x="0" y="124"/>
                    </a:cxn>
                    <a:cxn ang="0">
                      <a:pos x="81" y="38"/>
                    </a:cxn>
                    <a:cxn ang="0">
                      <a:pos x="258" y="0"/>
                    </a:cxn>
                    <a:cxn ang="0">
                      <a:pos x="399" y="57"/>
                    </a:cxn>
                    <a:cxn ang="0">
                      <a:pos x="642" y="1188"/>
                    </a:cxn>
                    <a:cxn ang="0">
                      <a:pos x="555" y="1091"/>
                    </a:cxn>
                    <a:cxn ang="0">
                      <a:pos x="355" y="97"/>
                    </a:cxn>
                    <a:cxn ang="0">
                      <a:pos x="226" y="61"/>
                    </a:cxn>
                    <a:cxn ang="0">
                      <a:pos x="119" y="74"/>
                    </a:cxn>
                    <a:cxn ang="0">
                      <a:pos x="76" y="141"/>
                    </a:cxn>
                    <a:cxn ang="0">
                      <a:pos x="306" y="924"/>
                    </a:cxn>
                    <a:cxn ang="0">
                      <a:pos x="218" y="896"/>
                    </a:cxn>
                    <a:cxn ang="0">
                      <a:pos x="218" y="896"/>
                    </a:cxn>
                  </a:cxnLst>
                  <a:rect l="0" t="0" r="r" b="b"/>
                  <a:pathLst>
                    <a:path w="642" h="1188">
                      <a:moveTo>
                        <a:pt x="218" y="896"/>
                      </a:moveTo>
                      <a:lnTo>
                        <a:pt x="0" y="124"/>
                      </a:lnTo>
                      <a:lnTo>
                        <a:pt x="81" y="38"/>
                      </a:lnTo>
                      <a:lnTo>
                        <a:pt x="258" y="0"/>
                      </a:lnTo>
                      <a:lnTo>
                        <a:pt x="399" y="57"/>
                      </a:lnTo>
                      <a:lnTo>
                        <a:pt x="642" y="1188"/>
                      </a:lnTo>
                      <a:lnTo>
                        <a:pt x="555" y="1091"/>
                      </a:lnTo>
                      <a:lnTo>
                        <a:pt x="355" y="97"/>
                      </a:lnTo>
                      <a:lnTo>
                        <a:pt x="226" y="61"/>
                      </a:lnTo>
                      <a:lnTo>
                        <a:pt x="119" y="74"/>
                      </a:lnTo>
                      <a:lnTo>
                        <a:pt x="76" y="141"/>
                      </a:lnTo>
                      <a:lnTo>
                        <a:pt x="306" y="924"/>
                      </a:lnTo>
                      <a:lnTo>
                        <a:pt x="218" y="896"/>
                      </a:lnTo>
                      <a:lnTo>
                        <a:pt x="218" y="89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49185" name="Freeform 33"/>
                <p:cNvSpPr>
                  <a:spLocks/>
                </p:cNvSpPr>
                <p:nvPr userDrawn="1"/>
              </p:nvSpPr>
              <p:spPr bwMode="auto">
                <a:xfrm>
                  <a:off x="578" y="3650"/>
                  <a:ext cx="96" cy="252"/>
                </a:xfrm>
                <a:custGeom>
                  <a:avLst/>
                  <a:gdLst/>
                  <a:ahLst/>
                  <a:cxnLst>
                    <a:cxn ang="0">
                      <a:pos x="0" y="27"/>
                    </a:cxn>
                    <a:cxn ang="0">
                      <a:pos x="76" y="194"/>
                    </a:cxn>
                    <a:cxn ang="0">
                      <a:pos x="113" y="318"/>
                    </a:cxn>
                    <a:cxn ang="0">
                      <a:pos x="116" y="504"/>
                    </a:cxn>
                    <a:cxn ang="0">
                      <a:pos x="192" y="504"/>
                    </a:cxn>
                    <a:cxn ang="0">
                      <a:pos x="187" y="360"/>
                    </a:cxn>
                    <a:cxn ang="0">
                      <a:pos x="162" y="208"/>
                    </a:cxn>
                    <a:cxn ang="0">
                      <a:pos x="99" y="59"/>
                    </a:cxn>
                    <a:cxn ang="0">
                      <a:pos x="63" y="0"/>
                    </a:cxn>
                    <a:cxn ang="0">
                      <a:pos x="0" y="27"/>
                    </a:cxn>
                    <a:cxn ang="0">
                      <a:pos x="0" y="27"/>
                    </a:cxn>
                  </a:cxnLst>
                  <a:rect l="0" t="0" r="r" b="b"/>
                  <a:pathLst>
                    <a:path w="192" h="504">
                      <a:moveTo>
                        <a:pt x="0" y="27"/>
                      </a:moveTo>
                      <a:lnTo>
                        <a:pt x="76" y="194"/>
                      </a:lnTo>
                      <a:lnTo>
                        <a:pt x="113" y="318"/>
                      </a:lnTo>
                      <a:lnTo>
                        <a:pt x="116" y="504"/>
                      </a:lnTo>
                      <a:lnTo>
                        <a:pt x="192" y="504"/>
                      </a:lnTo>
                      <a:lnTo>
                        <a:pt x="187" y="360"/>
                      </a:lnTo>
                      <a:lnTo>
                        <a:pt x="162" y="208"/>
                      </a:lnTo>
                      <a:lnTo>
                        <a:pt x="99" y="59"/>
                      </a:lnTo>
                      <a:lnTo>
                        <a:pt x="63" y="0"/>
                      </a:lnTo>
                      <a:lnTo>
                        <a:pt x="0" y="27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49186" name="Freeform 34"/>
                <p:cNvSpPr>
                  <a:spLocks/>
                </p:cNvSpPr>
                <p:nvPr userDrawn="1"/>
              </p:nvSpPr>
              <p:spPr bwMode="auto">
                <a:xfrm>
                  <a:off x="328" y="3630"/>
                  <a:ext cx="195" cy="135"/>
                </a:xfrm>
                <a:custGeom>
                  <a:avLst/>
                  <a:gdLst/>
                  <a:ahLst/>
                  <a:cxnLst>
                    <a:cxn ang="0">
                      <a:pos x="297" y="0"/>
                    </a:cxn>
                    <a:cxn ang="0">
                      <a:pos x="257" y="17"/>
                    </a:cxn>
                    <a:cxn ang="0">
                      <a:pos x="253" y="66"/>
                    </a:cxn>
                    <a:cxn ang="0">
                      <a:pos x="0" y="169"/>
                    </a:cxn>
                    <a:cxn ang="0">
                      <a:pos x="0" y="222"/>
                    </a:cxn>
                    <a:cxn ang="0">
                      <a:pos x="284" y="226"/>
                    </a:cxn>
                    <a:cxn ang="0">
                      <a:pos x="320" y="269"/>
                    </a:cxn>
                    <a:cxn ang="0">
                      <a:pos x="390" y="266"/>
                    </a:cxn>
                    <a:cxn ang="0">
                      <a:pos x="383" y="190"/>
                    </a:cxn>
                    <a:cxn ang="0">
                      <a:pos x="116" y="176"/>
                    </a:cxn>
                    <a:cxn ang="0">
                      <a:pos x="333" y="89"/>
                    </a:cxn>
                    <a:cxn ang="0">
                      <a:pos x="297" y="0"/>
                    </a:cxn>
                    <a:cxn ang="0">
                      <a:pos x="297" y="0"/>
                    </a:cxn>
                  </a:cxnLst>
                  <a:rect l="0" t="0" r="r" b="b"/>
                  <a:pathLst>
                    <a:path w="390" h="269">
                      <a:moveTo>
                        <a:pt x="297" y="0"/>
                      </a:moveTo>
                      <a:lnTo>
                        <a:pt x="257" y="17"/>
                      </a:lnTo>
                      <a:lnTo>
                        <a:pt x="253" y="66"/>
                      </a:lnTo>
                      <a:lnTo>
                        <a:pt x="0" y="169"/>
                      </a:lnTo>
                      <a:lnTo>
                        <a:pt x="0" y="222"/>
                      </a:lnTo>
                      <a:lnTo>
                        <a:pt x="284" y="226"/>
                      </a:lnTo>
                      <a:lnTo>
                        <a:pt x="320" y="269"/>
                      </a:lnTo>
                      <a:lnTo>
                        <a:pt x="390" y="266"/>
                      </a:lnTo>
                      <a:lnTo>
                        <a:pt x="383" y="190"/>
                      </a:lnTo>
                      <a:lnTo>
                        <a:pt x="116" y="176"/>
                      </a:lnTo>
                      <a:lnTo>
                        <a:pt x="333" y="89"/>
                      </a:lnTo>
                      <a:lnTo>
                        <a:pt x="297" y="0"/>
                      </a:lnTo>
                      <a:lnTo>
                        <a:pt x="29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49187" name="Freeform 35"/>
                <p:cNvSpPr>
                  <a:spLocks/>
                </p:cNvSpPr>
                <p:nvPr userDrawn="1"/>
              </p:nvSpPr>
              <p:spPr bwMode="auto">
                <a:xfrm>
                  <a:off x="658" y="3538"/>
                  <a:ext cx="471" cy="212"/>
                </a:xfrm>
                <a:custGeom>
                  <a:avLst/>
                  <a:gdLst/>
                  <a:ahLst/>
                  <a:cxnLst>
                    <a:cxn ang="0">
                      <a:pos x="0" y="131"/>
                    </a:cxn>
                    <a:cxn ang="0">
                      <a:pos x="863" y="0"/>
                    </a:cxn>
                    <a:cxn ang="0">
                      <a:pos x="926" y="78"/>
                    </a:cxn>
                    <a:cxn ang="0">
                      <a:pos x="941" y="181"/>
                    </a:cxn>
                    <a:cxn ang="0">
                      <a:pos x="903" y="282"/>
                    </a:cxn>
                    <a:cxn ang="0">
                      <a:pos x="57" y="424"/>
                    </a:cxn>
                    <a:cxn ang="0">
                      <a:pos x="53" y="384"/>
                    </a:cxn>
                    <a:cxn ang="0">
                      <a:pos x="863" y="242"/>
                    </a:cxn>
                    <a:cxn ang="0">
                      <a:pos x="893" y="145"/>
                    </a:cxn>
                    <a:cxn ang="0">
                      <a:pos x="840" y="57"/>
                    </a:cxn>
                    <a:cxn ang="0">
                      <a:pos x="0" y="185"/>
                    </a:cxn>
                    <a:cxn ang="0">
                      <a:pos x="0" y="131"/>
                    </a:cxn>
                    <a:cxn ang="0">
                      <a:pos x="0" y="131"/>
                    </a:cxn>
                  </a:cxnLst>
                  <a:rect l="0" t="0" r="r" b="b"/>
                  <a:pathLst>
                    <a:path w="941" h="424">
                      <a:moveTo>
                        <a:pt x="0" y="131"/>
                      </a:moveTo>
                      <a:lnTo>
                        <a:pt x="863" y="0"/>
                      </a:lnTo>
                      <a:lnTo>
                        <a:pt x="926" y="78"/>
                      </a:lnTo>
                      <a:lnTo>
                        <a:pt x="941" y="181"/>
                      </a:lnTo>
                      <a:lnTo>
                        <a:pt x="903" y="282"/>
                      </a:lnTo>
                      <a:lnTo>
                        <a:pt x="57" y="424"/>
                      </a:lnTo>
                      <a:lnTo>
                        <a:pt x="53" y="384"/>
                      </a:lnTo>
                      <a:lnTo>
                        <a:pt x="863" y="242"/>
                      </a:lnTo>
                      <a:lnTo>
                        <a:pt x="893" y="145"/>
                      </a:lnTo>
                      <a:lnTo>
                        <a:pt x="840" y="57"/>
                      </a:lnTo>
                      <a:lnTo>
                        <a:pt x="0" y="185"/>
                      </a:lnTo>
                      <a:lnTo>
                        <a:pt x="0" y="131"/>
                      </a:lnTo>
                      <a:lnTo>
                        <a:pt x="0" y="1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49188" name="Freeform 36"/>
                <p:cNvSpPr>
                  <a:spLocks/>
                </p:cNvSpPr>
                <p:nvPr userDrawn="1"/>
              </p:nvSpPr>
              <p:spPr bwMode="auto">
                <a:xfrm>
                  <a:off x="717" y="3606"/>
                  <a:ext cx="245" cy="86"/>
                </a:xfrm>
                <a:custGeom>
                  <a:avLst/>
                  <a:gdLst/>
                  <a:ahLst/>
                  <a:cxnLst>
                    <a:cxn ang="0">
                      <a:pos x="0" y="126"/>
                    </a:cxn>
                    <a:cxn ang="0">
                      <a:pos x="66" y="173"/>
                    </a:cxn>
                    <a:cxn ang="0">
                      <a:pos x="222" y="166"/>
                    </a:cxn>
                    <a:cxn ang="0">
                      <a:pos x="418" y="116"/>
                    </a:cxn>
                    <a:cxn ang="0">
                      <a:pos x="488" y="42"/>
                    </a:cxn>
                    <a:cxn ang="0">
                      <a:pos x="443" y="2"/>
                    </a:cxn>
                    <a:cxn ang="0">
                      <a:pos x="253" y="0"/>
                    </a:cxn>
                    <a:cxn ang="0">
                      <a:pos x="110" y="12"/>
                    </a:cxn>
                    <a:cxn ang="0">
                      <a:pos x="15" y="76"/>
                    </a:cxn>
                    <a:cxn ang="0">
                      <a:pos x="112" y="95"/>
                    </a:cxn>
                    <a:cxn ang="0">
                      <a:pos x="275" y="53"/>
                    </a:cxn>
                    <a:cxn ang="0">
                      <a:pos x="416" y="53"/>
                    </a:cxn>
                    <a:cxn ang="0">
                      <a:pos x="268" y="110"/>
                    </a:cxn>
                    <a:cxn ang="0">
                      <a:pos x="142" y="126"/>
                    </a:cxn>
                    <a:cxn ang="0">
                      <a:pos x="0" y="126"/>
                    </a:cxn>
                    <a:cxn ang="0">
                      <a:pos x="0" y="126"/>
                    </a:cxn>
                  </a:cxnLst>
                  <a:rect l="0" t="0" r="r" b="b"/>
                  <a:pathLst>
                    <a:path w="488" h="173">
                      <a:moveTo>
                        <a:pt x="0" y="126"/>
                      </a:moveTo>
                      <a:lnTo>
                        <a:pt x="66" y="173"/>
                      </a:lnTo>
                      <a:lnTo>
                        <a:pt x="222" y="166"/>
                      </a:lnTo>
                      <a:lnTo>
                        <a:pt x="418" y="116"/>
                      </a:lnTo>
                      <a:lnTo>
                        <a:pt x="488" y="42"/>
                      </a:lnTo>
                      <a:lnTo>
                        <a:pt x="443" y="2"/>
                      </a:lnTo>
                      <a:lnTo>
                        <a:pt x="253" y="0"/>
                      </a:lnTo>
                      <a:lnTo>
                        <a:pt x="110" y="12"/>
                      </a:lnTo>
                      <a:lnTo>
                        <a:pt x="15" y="76"/>
                      </a:lnTo>
                      <a:lnTo>
                        <a:pt x="112" y="95"/>
                      </a:lnTo>
                      <a:lnTo>
                        <a:pt x="275" y="53"/>
                      </a:lnTo>
                      <a:lnTo>
                        <a:pt x="416" y="53"/>
                      </a:lnTo>
                      <a:lnTo>
                        <a:pt x="268" y="110"/>
                      </a:lnTo>
                      <a:lnTo>
                        <a:pt x="142" y="126"/>
                      </a:lnTo>
                      <a:lnTo>
                        <a:pt x="0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</p:grpSp>
      </p:grpSp>
      <p:grpSp>
        <p:nvGrpSpPr>
          <p:cNvPr id="49189" name="Group 37"/>
          <p:cNvGrpSpPr>
            <a:grpSpLocks/>
          </p:cNvGrpSpPr>
          <p:nvPr/>
        </p:nvGrpSpPr>
        <p:grpSpPr bwMode="auto">
          <a:xfrm>
            <a:off x="8680450" y="2116138"/>
            <a:ext cx="385763" cy="4308475"/>
            <a:chOff x="5468" y="1333"/>
            <a:chExt cx="243" cy="2714"/>
          </a:xfrm>
        </p:grpSpPr>
        <p:sp>
          <p:nvSpPr>
            <p:cNvPr id="49190" name="Freeform 38"/>
            <p:cNvSpPr>
              <a:spLocks/>
            </p:cNvSpPr>
            <p:nvPr userDrawn="1"/>
          </p:nvSpPr>
          <p:spPr bwMode="auto">
            <a:xfrm flipH="1">
              <a:off x="5468" y="2620"/>
              <a:ext cx="205" cy="1427"/>
            </a:xfrm>
            <a:custGeom>
              <a:avLst/>
              <a:gdLst/>
              <a:ahLst/>
              <a:cxnLst>
                <a:cxn ang="0">
                  <a:pos x="692" y="3156"/>
                </a:cxn>
                <a:cxn ang="0">
                  <a:pos x="380" y="2945"/>
                </a:cxn>
                <a:cxn ang="0">
                  <a:pos x="319" y="2783"/>
                </a:cxn>
                <a:cxn ang="0">
                  <a:pos x="371" y="2542"/>
                </a:cxn>
                <a:cxn ang="0">
                  <a:pos x="591" y="2251"/>
                </a:cxn>
                <a:cxn ang="0">
                  <a:pos x="641" y="2070"/>
                </a:cxn>
                <a:cxn ang="0">
                  <a:pos x="591" y="1948"/>
                </a:cxn>
                <a:cxn ang="0">
                  <a:pos x="401" y="1859"/>
                </a:cxn>
                <a:cxn ang="0">
                  <a:pos x="361" y="1747"/>
                </a:cxn>
                <a:cxn ang="0">
                  <a:pos x="430" y="1587"/>
                </a:cxn>
                <a:cxn ang="0">
                  <a:pos x="741" y="1156"/>
                </a:cxn>
                <a:cxn ang="0">
                  <a:pos x="772" y="945"/>
                </a:cxn>
                <a:cxn ang="0">
                  <a:pos x="692" y="713"/>
                </a:cxn>
                <a:cxn ang="0">
                  <a:pos x="430" y="603"/>
                </a:cxn>
                <a:cxn ang="0">
                  <a:pos x="200" y="422"/>
                </a:cxn>
                <a:cxn ang="0">
                  <a:pos x="0" y="0"/>
                </a:cxn>
                <a:cxn ang="0">
                  <a:pos x="29" y="382"/>
                </a:cxn>
                <a:cxn ang="0">
                  <a:pos x="179" y="612"/>
                </a:cxn>
                <a:cxn ang="0">
                  <a:pos x="380" y="753"/>
                </a:cxn>
                <a:cxn ang="0">
                  <a:pos x="601" y="833"/>
                </a:cxn>
                <a:cxn ang="0">
                  <a:pos x="612" y="1044"/>
                </a:cxn>
                <a:cxn ang="0">
                  <a:pos x="500" y="1266"/>
                </a:cxn>
                <a:cxn ang="0">
                  <a:pos x="240" y="1658"/>
                </a:cxn>
                <a:cxn ang="0">
                  <a:pos x="230" y="1909"/>
                </a:cxn>
                <a:cxn ang="0">
                  <a:pos x="471" y="2049"/>
                </a:cxn>
                <a:cxn ang="0">
                  <a:pos x="460" y="2180"/>
                </a:cxn>
                <a:cxn ang="0">
                  <a:pos x="249" y="2452"/>
                </a:cxn>
                <a:cxn ang="0">
                  <a:pos x="160" y="2713"/>
                </a:cxn>
                <a:cxn ang="0">
                  <a:pos x="240" y="2994"/>
                </a:cxn>
                <a:cxn ang="0">
                  <a:pos x="430" y="3144"/>
                </a:cxn>
                <a:cxn ang="0">
                  <a:pos x="671" y="3266"/>
                </a:cxn>
                <a:cxn ang="0">
                  <a:pos x="692" y="3156"/>
                </a:cxn>
                <a:cxn ang="0">
                  <a:pos x="692" y="3156"/>
                </a:cxn>
              </a:cxnLst>
              <a:rect l="0" t="0" r="r" b="b"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49191" name="Freeform 39"/>
            <p:cNvSpPr>
              <a:spLocks/>
            </p:cNvSpPr>
            <p:nvPr userDrawn="1"/>
          </p:nvSpPr>
          <p:spPr bwMode="auto">
            <a:xfrm flipH="1">
              <a:off x="5506" y="1333"/>
              <a:ext cx="205" cy="1633"/>
            </a:xfrm>
            <a:custGeom>
              <a:avLst/>
              <a:gdLst/>
              <a:ahLst/>
              <a:cxnLst>
                <a:cxn ang="0">
                  <a:pos x="692" y="3156"/>
                </a:cxn>
                <a:cxn ang="0">
                  <a:pos x="380" y="2945"/>
                </a:cxn>
                <a:cxn ang="0">
                  <a:pos x="319" y="2783"/>
                </a:cxn>
                <a:cxn ang="0">
                  <a:pos x="371" y="2542"/>
                </a:cxn>
                <a:cxn ang="0">
                  <a:pos x="591" y="2251"/>
                </a:cxn>
                <a:cxn ang="0">
                  <a:pos x="641" y="2070"/>
                </a:cxn>
                <a:cxn ang="0">
                  <a:pos x="591" y="1948"/>
                </a:cxn>
                <a:cxn ang="0">
                  <a:pos x="401" y="1859"/>
                </a:cxn>
                <a:cxn ang="0">
                  <a:pos x="361" y="1747"/>
                </a:cxn>
                <a:cxn ang="0">
                  <a:pos x="430" y="1587"/>
                </a:cxn>
                <a:cxn ang="0">
                  <a:pos x="741" y="1156"/>
                </a:cxn>
                <a:cxn ang="0">
                  <a:pos x="772" y="945"/>
                </a:cxn>
                <a:cxn ang="0">
                  <a:pos x="692" y="713"/>
                </a:cxn>
                <a:cxn ang="0">
                  <a:pos x="430" y="603"/>
                </a:cxn>
                <a:cxn ang="0">
                  <a:pos x="200" y="422"/>
                </a:cxn>
                <a:cxn ang="0">
                  <a:pos x="0" y="0"/>
                </a:cxn>
                <a:cxn ang="0">
                  <a:pos x="29" y="382"/>
                </a:cxn>
                <a:cxn ang="0">
                  <a:pos x="179" y="612"/>
                </a:cxn>
                <a:cxn ang="0">
                  <a:pos x="380" y="753"/>
                </a:cxn>
                <a:cxn ang="0">
                  <a:pos x="601" y="833"/>
                </a:cxn>
                <a:cxn ang="0">
                  <a:pos x="612" y="1044"/>
                </a:cxn>
                <a:cxn ang="0">
                  <a:pos x="500" y="1266"/>
                </a:cxn>
                <a:cxn ang="0">
                  <a:pos x="240" y="1658"/>
                </a:cxn>
                <a:cxn ang="0">
                  <a:pos x="230" y="1909"/>
                </a:cxn>
                <a:cxn ang="0">
                  <a:pos x="471" y="2049"/>
                </a:cxn>
                <a:cxn ang="0">
                  <a:pos x="460" y="2180"/>
                </a:cxn>
                <a:cxn ang="0">
                  <a:pos x="249" y="2452"/>
                </a:cxn>
                <a:cxn ang="0">
                  <a:pos x="160" y="2713"/>
                </a:cxn>
                <a:cxn ang="0">
                  <a:pos x="240" y="2994"/>
                </a:cxn>
                <a:cxn ang="0">
                  <a:pos x="430" y="3144"/>
                </a:cxn>
                <a:cxn ang="0">
                  <a:pos x="671" y="3266"/>
                </a:cxn>
                <a:cxn ang="0">
                  <a:pos x="692" y="3156"/>
                </a:cxn>
                <a:cxn ang="0">
                  <a:pos x="692" y="3156"/>
                </a:cxn>
              </a:cxnLst>
              <a:rect l="0" t="0" r="r" b="b"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</p:grpSp>
      <p:grpSp>
        <p:nvGrpSpPr>
          <p:cNvPr id="49192" name="Group 40"/>
          <p:cNvGrpSpPr>
            <a:grpSpLocks/>
          </p:cNvGrpSpPr>
          <p:nvPr/>
        </p:nvGrpSpPr>
        <p:grpSpPr bwMode="auto">
          <a:xfrm>
            <a:off x="7318375" y="90488"/>
            <a:ext cx="2133600" cy="1911350"/>
            <a:chOff x="4610" y="57"/>
            <a:chExt cx="1344" cy="1204"/>
          </a:xfrm>
        </p:grpSpPr>
        <p:grpSp>
          <p:nvGrpSpPr>
            <p:cNvPr id="49193" name="Group 41"/>
            <p:cNvGrpSpPr>
              <a:grpSpLocks/>
            </p:cNvGrpSpPr>
            <p:nvPr userDrawn="1"/>
          </p:nvGrpSpPr>
          <p:grpSpPr bwMode="auto">
            <a:xfrm>
              <a:off x="4610" y="57"/>
              <a:ext cx="1344" cy="1204"/>
              <a:chOff x="4610" y="57"/>
              <a:chExt cx="1344" cy="1204"/>
            </a:xfrm>
          </p:grpSpPr>
          <p:sp>
            <p:nvSpPr>
              <p:cNvPr id="49194" name="Freeform 42"/>
              <p:cNvSpPr>
                <a:spLocks/>
              </p:cNvSpPr>
              <p:nvPr userDrawn="1"/>
            </p:nvSpPr>
            <p:spPr bwMode="auto">
              <a:xfrm rot="-3172564">
                <a:off x="5430" y="1086"/>
                <a:ext cx="62" cy="288"/>
              </a:xfrm>
              <a:custGeom>
                <a:avLst/>
                <a:gdLst/>
                <a:ahLst/>
                <a:cxnLst>
                  <a:cxn ang="0">
                    <a:pos x="123" y="9"/>
                  </a:cxn>
                  <a:cxn ang="0">
                    <a:pos x="131" y="342"/>
                  </a:cxn>
                  <a:cxn ang="0">
                    <a:pos x="0" y="806"/>
                  </a:cxn>
                  <a:cxn ang="0">
                    <a:pos x="79" y="789"/>
                  </a:cxn>
                  <a:cxn ang="0">
                    <a:pos x="218" y="376"/>
                  </a:cxn>
                  <a:cxn ang="0">
                    <a:pos x="245" y="0"/>
                  </a:cxn>
                  <a:cxn ang="0">
                    <a:pos x="123" y="9"/>
                  </a:cxn>
                  <a:cxn ang="0">
                    <a:pos x="123" y="9"/>
                  </a:cxn>
                </a:cxnLst>
                <a:rect l="0" t="0" r="r" b="b"/>
                <a:pathLst>
                  <a:path w="245" h="806">
                    <a:moveTo>
                      <a:pt x="123" y="9"/>
                    </a:moveTo>
                    <a:lnTo>
                      <a:pt x="131" y="342"/>
                    </a:lnTo>
                    <a:lnTo>
                      <a:pt x="0" y="806"/>
                    </a:lnTo>
                    <a:lnTo>
                      <a:pt x="79" y="789"/>
                    </a:lnTo>
                    <a:lnTo>
                      <a:pt x="218" y="376"/>
                    </a:lnTo>
                    <a:lnTo>
                      <a:pt x="245" y="0"/>
                    </a:lnTo>
                    <a:lnTo>
                      <a:pt x="123" y="9"/>
                    </a:lnTo>
                    <a:lnTo>
                      <a:pt x="123" y="9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grpSp>
            <p:nvGrpSpPr>
              <p:cNvPr id="49195" name="Group 43"/>
              <p:cNvGrpSpPr>
                <a:grpSpLocks/>
              </p:cNvGrpSpPr>
              <p:nvPr userDrawn="1"/>
            </p:nvGrpSpPr>
            <p:grpSpPr bwMode="auto">
              <a:xfrm>
                <a:off x="4610" y="57"/>
                <a:ext cx="1344" cy="985"/>
                <a:chOff x="4610" y="57"/>
                <a:chExt cx="1344" cy="985"/>
              </a:xfrm>
            </p:grpSpPr>
            <p:sp>
              <p:nvSpPr>
                <p:cNvPr id="49196" name="Freeform 44"/>
                <p:cNvSpPr>
                  <a:spLocks/>
                </p:cNvSpPr>
                <p:nvPr userDrawn="1"/>
              </p:nvSpPr>
              <p:spPr bwMode="auto">
                <a:xfrm rot="-3172564">
                  <a:off x="4966" y="71"/>
                  <a:ext cx="153" cy="12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98" y="184"/>
                    </a:cxn>
                    <a:cxn ang="0">
                      <a:pos x="500" y="349"/>
                    </a:cxn>
                    <a:cxn ang="0">
                      <a:pos x="604" y="140"/>
                    </a:cxn>
                    <a:cxn ang="0">
                      <a:pos x="359" y="9"/>
                    </a:cxn>
                    <a:cxn ang="0">
                      <a:pos x="464" y="184"/>
                    </a:cxn>
                    <a:cxn ang="0">
                      <a:pos x="131" y="17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604" h="349">
                      <a:moveTo>
                        <a:pt x="0" y="0"/>
                      </a:moveTo>
                      <a:lnTo>
                        <a:pt x="298" y="184"/>
                      </a:lnTo>
                      <a:lnTo>
                        <a:pt x="500" y="349"/>
                      </a:lnTo>
                      <a:lnTo>
                        <a:pt x="604" y="140"/>
                      </a:lnTo>
                      <a:lnTo>
                        <a:pt x="359" y="9"/>
                      </a:lnTo>
                      <a:lnTo>
                        <a:pt x="464" y="184"/>
                      </a:lnTo>
                      <a:lnTo>
                        <a:pt x="131" y="17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49197" name="Freeform 45"/>
                <p:cNvSpPr>
                  <a:spLocks/>
                </p:cNvSpPr>
                <p:nvPr userDrawn="1"/>
              </p:nvSpPr>
              <p:spPr bwMode="auto">
                <a:xfrm rot="-3172564">
                  <a:off x="5048" y="332"/>
                  <a:ext cx="269" cy="438"/>
                </a:xfrm>
                <a:custGeom>
                  <a:avLst/>
                  <a:gdLst/>
                  <a:ahLst/>
                  <a:cxnLst>
                    <a:cxn ang="0">
                      <a:pos x="741" y="129"/>
                    </a:cxn>
                    <a:cxn ang="0">
                      <a:pos x="485" y="352"/>
                    </a:cxn>
                    <a:cxn ang="0">
                      <a:pos x="163" y="762"/>
                    </a:cxn>
                    <a:cxn ang="0">
                      <a:pos x="0" y="1101"/>
                    </a:cxn>
                    <a:cxn ang="0">
                      <a:pos x="59" y="1230"/>
                    </a:cxn>
                    <a:cxn ang="0">
                      <a:pos x="262" y="1201"/>
                    </a:cxn>
                    <a:cxn ang="0">
                      <a:pos x="578" y="914"/>
                    </a:cxn>
                    <a:cxn ang="0">
                      <a:pos x="876" y="534"/>
                    </a:cxn>
                    <a:cxn ang="0">
                      <a:pos x="1034" y="270"/>
                    </a:cxn>
                    <a:cxn ang="0">
                      <a:pos x="1064" y="84"/>
                    </a:cxn>
                    <a:cxn ang="0">
                      <a:pos x="977" y="0"/>
                    </a:cxn>
                    <a:cxn ang="0">
                      <a:pos x="836" y="65"/>
                    </a:cxn>
                    <a:cxn ang="0">
                      <a:pos x="969" y="107"/>
                    </a:cxn>
                    <a:cxn ang="0">
                      <a:pos x="876" y="352"/>
                    </a:cxn>
                    <a:cxn ang="0">
                      <a:pos x="690" y="656"/>
                    </a:cxn>
                    <a:cxn ang="0">
                      <a:pos x="350" y="1008"/>
                    </a:cxn>
                    <a:cxn ang="0">
                      <a:pos x="116" y="1114"/>
                    </a:cxn>
                    <a:cxn ang="0">
                      <a:pos x="135" y="943"/>
                    </a:cxn>
                    <a:cxn ang="0">
                      <a:pos x="437" y="504"/>
                    </a:cxn>
                    <a:cxn ang="0">
                      <a:pos x="831" y="118"/>
                    </a:cxn>
                    <a:cxn ang="0">
                      <a:pos x="741" y="129"/>
                    </a:cxn>
                    <a:cxn ang="0">
                      <a:pos x="741" y="129"/>
                    </a:cxn>
                  </a:cxnLst>
                  <a:rect l="0" t="0" r="r" b="b"/>
                  <a:pathLst>
                    <a:path w="1064" h="1230">
                      <a:moveTo>
                        <a:pt x="741" y="129"/>
                      </a:moveTo>
                      <a:lnTo>
                        <a:pt x="485" y="352"/>
                      </a:lnTo>
                      <a:lnTo>
                        <a:pt x="163" y="762"/>
                      </a:lnTo>
                      <a:lnTo>
                        <a:pt x="0" y="1101"/>
                      </a:lnTo>
                      <a:lnTo>
                        <a:pt x="59" y="1230"/>
                      </a:lnTo>
                      <a:lnTo>
                        <a:pt x="262" y="1201"/>
                      </a:lnTo>
                      <a:lnTo>
                        <a:pt x="578" y="914"/>
                      </a:lnTo>
                      <a:lnTo>
                        <a:pt x="876" y="534"/>
                      </a:lnTo>
                      <a:lnTo>
                        <a:pt x="1034" y="270"/>
                      </a:lnTo>
                      <a:lnTo>
                        <a:pt x="1064" y="84"/>
                      </a:lnTo>
                      <a:lnTo>
                        <a:pt x="977" y="0"/>
                      </a:lnTo>
                      <a:lnTo>
                        <a:pt x="836" y="65"/>
                      </a:lnTo>
                      <a:lnTo>
                        <a:pt x="969" y="107"/>
                      </a:lnTo>
                      <a:lnTo>
                        <a:pt x="876" y="352"/>
                      </a:lnTo>
                      <a:lnTo>
                        <a:pt x="690" y="656"/>
                      </a:lnTo>
                      <a:lnTo>
                        <a:pt x="350" y="1008"/>
                      </a:lnTo>
                      <a:lnTo>
                        <a:pt x="116" y="1114"/>
                      </a:lnTo>
                      <a:lnTo>
                        <a:pt x="135" y="943"/>
                      </a:lnTo>
                      <a:lnTo>
                        <a:pt x="437" y="504"/>
                      </a:lnTo>
                      <a:lnTo>
                        <a:pt x="831" y="118"/>
                      </a:lnTo>
                      <a:lnTo>
                        <a:pt x="741" y="129"/>
                      </a:lnTo>
                      <a:lnTo>
                        <a:pt x="741" y="1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49198" name="Freeform 46"/>
                <p:cNvSpPr>
                  <a:spLocks/>
                </p:cNvSpPr>
                <p:nvPr userDrawn="1"/>
              </p:nvSpPr>
              <p:spPr bwMode="auto">
                <a:xfrm rot="-3172564">
                  <a:off x="4858" y="182"/>
                  <a:ext cx="505" cy="898"/>
                </a:xfrm>
                <a:custGeom>
                  <a:avLst/>
                  <a:gdLst/>
                  <a:ahLst/>
                  <a:cxnLst>
                    <a:cxn ang="0">
                      <a:pos x="1941" y="0"/>
                    </a:cxn>
                    <a:cxn ang="0">
                      <a:pos x="0" y="2521"/>
                    </a:cxn>
                    <a:cxn ang="0">
                      <a:pos x="192" y="2450"/>
                    </a:cxn>
                    <a:cxn ang="0">
                      <a:pos x="2002" y="61"/>
                    </a:cxn>
                    <a:cxn ang="0">
                      <a:pos x="1941" y="0"/>
                    </a:cxn>
                    <a:cxn ang="0">
                      <a:pos x="1941" y="0"/>
                    </a:cxn>
                  </a:cxnLst>
                  <a:rect l="0" t="0" r="r" b="b"/>
                  <a:pathLst>
                    <a:path w="2002" h="2521">
                      <a:moveTo>
                        <a:pt x="1941" y="0"/>
                      </a:moveTo>
                      <a:lnTo>
                        <a:pt x="0" y="2521"/>
                      </a:lnTo>
                      <a:lnTo>
                        <a:pt x="192" y="2450"/>
                      </a:lnTo>
                      <a:lnTo>
                        <a:pt x="2002" y="61"/>
                      </a:lnTo>
                      <a:lnTo>
                        <a:pt x="1941" y="0"/>
                      </a:lnTo>
                      <a:lnTo>
                        <a:pt x="194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49199" name="Freeform 47"/>
                <p:cNvSpPr>
                  <a:spLocks/>
                </p:cNvSpPr>
                <p:nvPr userDrawn="1"/>
              </p:nvSpPr>
              <p:spPr bwMode="auto">
                <a:xfrm rot="-3172564">
                  <a:off x="4903" y="-19"/>
                  <a:ext cx="758" cy="1344"/>
                </a:xfrm>
                <a:custGeom>
                  <a:avLst/>
                  <a:gdLst/>
                  <a:ahLst/>
                  <a:cxnLst>
                    <a:cxn ang="0">
                      <a:pos x="95" y="2844"/>
                    </a:cxn>
                    <a:cxn ang="0">
                      <a:pos x="394" y="2834"/>
                    </a:cxn>
                    <a:cxn ang="0">
                      <a:pos x="821" y="3009"/>
                    </a:cxn>
                    <a:cxn ang="0">
                      <a:pos x="681" y="2817"/>
                    </a:cxn>
                    <a:cxn ang="0">
                      <a:pos x="367" y="2703"/>
                    </a:cxn>
                    <a:cxn ang="0">
                      <a:pos x="637" y="2720"/>
                    </a:cxn>
                    <a:cxn ang="0">
                      <a:pos x="979" y="2870"/>
                    </a:cxn>
                    <a:cxn ang="0">
                      <a:pos x="2859" y="420"/>
                    </a:cxn>
                    <a:cxn ang="0">
                      <a:pos x="2578" y="148"/>
                    </a:cxn>
                    <a:cxn ang="0">
                      <a:pos x="2308" y="0"/>
                    </a:cxn>
                    <a:cxn ang="0">
                      <a:pos x="2692" y="78"/>
                    </a:cxn>
                    <a:cxn ang="0">
                      <a:pos x="3007" y="428"/>
                    </a:cxn>
                    <a:cxn ang="0">
                      <a:pos x="831" y="3273"/>
                    </a:cxn>
                    <a:cxn ang="0">
                      <a:pos x="481" y="3412"/>
                    </a:cxn>
                    <a:cxn ang="0">
                      <a:pos x="105" y="3771"/>
                    </a:cxn>
                    <a:cxn ang="0">
                      <a:pos x="0" y="3667"/>
                    </a:cxn>
                    <a:cxn ang="0">
                      <a:pos x="131" y="3631"/>
                    </a:cxn>
                    <a:cxn ang="0">
                      <a:pos x="376" y="3385"/>
                    </a:cxn>
                    <a:cxn ang="0">
                      <a:pos x="165" y="3273"/>
                    </a:cxn>
                    <a:cxn ang="0">
                      <a:pos x="165" y="3176"/>
                    </a:cxn>
                    <a:cxn ang="0">
                      <a:pos x="411" y="3298"/>
                    </a:cxn>
                    <a:cxn ang="0">
                      <a:pos x="411" y="3186"/>
                    </a:cxn>
                    <a:cxn ang="0">
                      <a:pos x="603" y="3220"/>
                    </a:cxn>
                    <a:cxn ang="0">
                      <a:pos x="428" y="3079"/>
                    </a:cxn>
                    <a:cxn ang="0">
                      <a:pos x="629" y="3062"/>
                    </a:cxn>
                    <a:cxn ang="0">
                      <a:pos x="95" y="2844"/>
                    </a:cxn>
                    <a:cxn ang="0">
                      <a:pos x="95" y="2844"/>
                    </a:cxn>
                  </a:cxnLst>
                  <a:rect l="0" t="0" r="r" b="b"/>
                  <a:pathLst>
                    <a:path w="3007" h="3771">
                      <a:moveTo>
                        <a:pt x="95" y="2844"/>
                      </a:moveTo>
                      <a:lnTo>
                        <a:pt x="394" y="2834"/>
                      </a:lnTo>
                      <a:lnTo>
                        <a:pt x="821" y="3009"/>
                      </a:lnTo>
                      <a:lnTo>
                        <a:pt x="681" y="2817"/>
                      </a:lnTo>
                      <a:lnTo>
                        <a:pt x="367" y="2703"/>
                      </a:lnTo>
                      <a:lnTo>
                        <a:pt x="637" y="2720"/>
                      </a:lnTo>
                      <a:lnTo>
                        <a:pt x="979" y="2870"/>
                      </a:lnTo>
                      <a:lnTo>
                        <a:pt x="2859" y="420"/>
                      </a:lnTo>
                      <a:lnTo>
                        <a:pt x="2578" y="148"/>
                      </a:lnTo>
                      <a:lnTo>
                        <a:pt x="2308" y="0"/>
                      </a:lnTo>
                      <a:lnTo>
                        <a:pt x="2692" y="78"/>
                      </a:lnTo>
                      <a:lnTo>
                        <a:pt x="3007" y="428"/>
                      </a:lnTo>
                      <a:lnTo>
                        <a:pt x="831" y="3273"/>
                      </a:lnTo>
                      <a:lnTo>
                        <a:pt x="481" y="3412"/>
                      </a:lnTo>
                      <a:lnTo>
                        <a:pt x="105" y="3771"/>
                      </a:lnTo>
                      <a:lnTo>
                        <a:pt x="0" y="3667"/>
                      </a:lnTo>
                      <a:lnTo>
                        <a:pt x="131" y="3631"/>
                      </a:lnTo>
                      <a:lnTo>
                        <a:pt x="376" y="3385"/>
                      </a:lnTo>
                      <a:lnTo>
                        <a:pt x="165" y="3273"/>
                      </a:lnTo>
                      <a:lnTo>
                        <a:pt x="165" y="3176"/>
                      </a:lnTo>
                      <a:lnTo>
                        <a:pt x="411" y="3298"/>
                      </a:lnTo>
                      <a:lnTo>
                        <a:pt x="411" y="3186"/>
                      </a:lnTo>
                      <a:lnTo>
                        <a:pt x="603" y="3220"/>
                      </a:lnTo>
                      <a:lnTo>
                        <a:pt x="428" y="3079"/>
                      </a:lnTo>
                      <a:lnTo>
                        <a:pt x="629" y="3062"/>
                      </a:lnTo>
                      <a:lnTo>
                        <a:pt x="95" y="2844"/>
                      </a:lnTo>
                      <a:lnTo>
                        <a:pt x="95" y="284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49200" name="Freeform 48"/>
                <p:cNvSpPr>
                  <a:spLocks/>
                </p:cNvSpPr>
                <p:nvPr userDrawn="1"/>
              </p:nvSpPr>
              <p:spPr bwMode="auto">
                <a:xfrm rot="-3172564">
                  <a:off x="5297" y="897"/>
                  <a:ext cx="169" cy="122"/>
                </a:xfrm>
                <a:custGeom>
                  <a:avLst/>
                  <a:gdLst/>
                  <a:ahLst/>
                  <a:cxnLst>
                    <a:cxn ang="0">
                      <a:pos x="0" y="80"/>
                    </a:cxn>
                    <a:cxn ang="0">
                      <a:pos x="255" y="106"/>
                    </a:cxn>
                    <a:cxn ang="0">
                      <a:pos x="639" y="342"/>
                    </a:cxn>
                    <a:cxn ang="0">
                      <a:pos x="673" y="289"/>
                    </a:cxn>
                    <a:cxn ang="0">
                      <a:pos x="447" y="114"/>
                    </a:cxn>
                    <a:cxn ang="0">
                      <a:pos x="26" y="0"/>
                    </a:cxn>
                    <a:cxn ang="0">
                      <a:pos x="0" y="80"/>
                    </a:cxn>
                    <a:cxn ang="0">
                      <a:pos x="0" y="80"/>
                    </a:cxn>
                  </a:cxnLst>
                  <a:rect l="0" t="0" r="r" b="b"/>
                  <a:pathLst>
                    <a:path w="673" h="342">
                      <a:moveTo>
                        <a:pt x="0" y="80"/>
                      </a:moveTo>
                      <a:lnTo>
                        <a:pt x="255" y="106"/>
                      </a:lnTo>
                      <a:lnTo>
                        <a:pt x="639" y="342"/>
                      </a:lnTo>
                      <a:lnTo>
                        <a:pt x="673" y="289"/>
                      </a:lnTo>
                      <a:lnTo>
                        <a:pt x="447" y="114"/>
                      </a:lnTo>
                      <a:lnTo>
                        <a:pt x="26" y="0"/>
                      </a:lnTo>
                      <a:lnTo>
                        <a:pt x="0" y="8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49201" name="Freeform 49"/>
                <p:cNvSpPr>
                  <a:spLocks/>
                </p:cNvSpPr>
                <p:nvPr userDrawn="1"/>
              </p:nvSpPr>
              <p:spPr bwMode="auto">
                <a:xfrm rot="-3172564">
                  <a:off x="5253" y="806"/>
                  <a:ext cx="181" cy="144"/>
                </a:xfrm>
                <a:custGeom>
                  <a:avLst/>
                  <a:gdLst/>
                  <a:ahLst/>
                  <a:cxnLst>
                    <a:cxn ang="0">
                      <a:pos x="0" y="78"/>
                    </a:cxn>
                    <a:cxn ang="0">
                      <a:pos x="340" y="148"/>
                    </a:cxn>
                    <a:cxn ang="0">
                      <a:pos x="638" y="403"/>
                    </a:cxn>
                    <a:cxn ang="0">
                      <a:pos x="716" y="296"/>
                    </a:cxn>
                    <a:cxn ang="0">
                      <a:pos x="420" y="114"/>
                    </a:cxn>
                    <a:cxn ang="0">
                      <a:pos x="70" y="0"/>
                    </a:cxn>
                    <a:cxn ang="0">
                      <a:pos x="0" y="78"/>
                    </a:cxn>
                    <a:cxn ang="0">
                      <a:pos x="0" y="78"/>
                    </a:cxn>
                  </a:cxnLst>
                  <a:rect l="0" t="0" r="r" b="b"/>
                  <a:pathLst>
                    <a:path w="716" h="403">
                      <a:moveTo>
                        <a:pt x="0" y="78"/>
                      </a:moveTo>
                      <a:lnTo>
                        <a:pt x="340" y="148"/>
                      </a:lnTo>
                      <a:lnTo>
                        <a:pt x="638" y="403"/>
                      </a:lnTo>
                      <a:lnTo>
                        <a:pt x="716" y="296"/>
                      </a:lnTo>
                      <a:lnTo>
                        <a:pt x="420" y="114"/>
                      </a:lnTo>
                      <a:lnTo>
                        <a:pt x="70" y="0"/>
                      </a:lnTo>
                      <a:lnTo>
                        <a:pt x="0" y="78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49202" name="Freeform 50"/>
                <p:cNvSpPr>
                  <a:spLocks/>
                </p:cNvSpPr>
                <p:nvPr userDrawn="1"/>
              </p:nvSpPr>
              <p:spPr bwMode="auto">
                <a:xfrm rot="-3172564">
                  <a:off x="4985" y="210"/>
                  <a:ext cx="181" cy="147"/>
                </a:xfrm>
                <a:custGeom>
                  <a:avLst/>
                  <a:gdLst/>
                  <a:ahLst/>
                  <a:cxnLst>
                    <a:cxn ang="0">
                      <a:pos x="0" y="78"/>
                    </a:cxn>
                    <a:cxn ang="0">
                      <a:pos x="316" y="139"/>
                    </a:cxn>
                    <a:cxn ang="0">
                      <a:pos x="649" y="411"/>
                    </a:cxn>
                    <a:cxn ang="0">
                      <a:pos x="717" y="314"/>
                    </a:cxn>
                    <a:cxn ang="0">
                      <a:pos x="394" y="87"/>
                    </a:cxn>
                    <a:cxn ang="0">
                      <a:pos x="54" y="0"/>
                    </a:cxn>
                    <a:cxn ang="0">
                      <a:pos x="0" y="78"/>
                    </a:cxn>
                    <a:cxn ang="0">
                      <a:pos x="0" y="78"/>
                    </a:cxn>
                  </a:cxnLst>
                  <a:rect l="0" t="0" r="r" b="b"/>
                  <a:pathLst>
                    <a:path w="717" h="411">
                      <a:moveTo>
                        <a:pt x="0" y="78"/>
                      </a:moveTo>
                      <a:lnTo>
                        <a:pt x="316" y="139"/>
                      </a:lnTo>
                      <a:lnTo>
                        <a:pt x="649" y="411"/>
                      </a:lnTo>
                      <a:lnTo>
                        <a:pt x="717" y="314"/>
                      </a:lnTo>
                      <a:lnTo>
                        <a:pt x="394" y="87"/>
                      </a:lnTo>
                      <a:lnTo>
                        <a:pt x="54" y="0"/>
                      </a:lnTo>
                      <a:lnTo>
                        <a:pt x="0" y="78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49203" name="Freeform 51"/>
                <p:cNvSpPr>
                  <a:spLocks/>
                </p:cNvSpPr>
                <p:nvPr userDrawn="1"/>
              </p:nvSpPr>
              <p:spPr bwMode="auto">
                <a:xfrm rot="-3172564">
                  <a:off x="4948" y="142"/>
                  <a:ext cx="179" cy="138"/>
                </a:xfrm>
                <a:custGeom>
                  <a:avLst/>
                  <a:gdLst/>
                  <a:ahLst/>
                  <a:cxnLst>
                    <a:cxn ang="0">
                      <a:pos x="0" y="88"/>
                    </a:cxn>
                    <a:cxn ang="0">
                      <a:pos x="272" y="131"/>
                    </a:cxn>
                    <a:cxn ang="0">
                      <a:pos x="665" y="386"/>
                    </a:cxn>
                    <a:cxn ang="0">
                      <a:pos x="709" y="308"/>
                    </a:cxn>
                    <a:cxn ang="0">
                      <a:pos x="306" y="53"/>
                    </a:cxn>
                    <a:cxn ang="0">
                      <a:pos x="43" y="0"/>
                    </a:cxn>
                    <a:cxn ang="0">
                      <a:pos x="0" y="88"/>
                    </a:cxn>
                    <a:cxn ang="0">
                      <a:pos x="0" y="88"/>
                    </a:cxn>
                  </a:cxnLst>
                  <a:rect l="0" t="0" r="r" b="b"/>
                  <a:pathLst>
                    <a:path w="709" h="386">
                      <a:moveTo>
                        <a:pt x="0" y="88"/>
                      </a:moveTo>
                      <a:lnTo>
                        <a:pt x="272" y="131"/>
                      </a:lnTo>
                      <a:lnTo>
                        <a:pt x="665" y="386"/>
                      </a:lnTo>
                      <a:lnTo>
                        <a:pt x="709" y="308"/>
                      </a:lnTo>
                      <a:lnTo>
                        <a:pt x="306" y="53"/>
                      </a:lnTo>
                      <a:lnTo>
                        <a:pt x="43" y="0"/>
                      </a:lnTo>
                      <a:lnTo>
                        <a:pt x="0" y="88"/>
                      </a:lnTo>
                      <a:lnTo>
                        <a:pt x="0" y="8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</p:grpSp>
        <p:sp>
          <p:nvSpPr>
            <p:cNvPr id="49204" name="Line 52"/>
            <p:cNvSpPr>
              <a:spLocks noChangeShapeType="1"/>
            </p:cNvSpPr>
            <p:nvPr userDrawn="1"/>
          </p:nvSpPr>
          <p:spPr bwMode="auto">
            <a:xfrm>
              <a:off x="4870" y="84"/>
              <a:ext cx="42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bg-BG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ransition spd="med">
    <p:random/>
  </p:transition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1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hyperlink" Target="http://images.google.bg/imgres?imgurl=http://upload.wikimedia.org/wikipedia/commons/thumb/d/d6/5,25''-Diskette.jpg/180px-5,25''-Diskette.jpg&amp;imgrefurl=http://bg.wikipedia.org/wiki/%D0%93%D1%8A%D0%B2%D0%BA%D0%B0%D0%B2_%D0%BC%D0%B0%D0%B3%D0%BD%D0%B8%D1%82%D0%B5%D0%BD_%D0%B4%D0%B8%D1%81%D0%BA&amp;h=153&amp;w=180&amp;sz=4&amp;hl=bg&amp;start=3&amp;tbnid=9uMJVRZQ1hY88M:&amp;tbnh=86&amp;tbnw=101&amp;prev=/images?q=+%D0%B4%D0%B8%D1%81%D0%BA%D0%B5%D1%82%D0%B0&amp;gbv=2&amp;svnum=10&amp;hl=bg&amp;sa=G" TargetMode="External"/><Relationship Id="rId4" Type="http://schemas.openxmlformats.org/officeDocument/2006/relationships/image" Target="../media/image6.jpeg"/><Relationship Id="rId5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jpeg"/><Relationship Id="rId4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3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3" Type="http://schemas.openxmlformats.org/officeDocument/2006/relationships/image" Target="../media/image11.jpeg"/><Relationship Id="rId4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images.google.bg/imgres?imgurl=http://www.online-bg.com/images/ibm_08K9603.gif&amp;imgrefurl=http://www.online-bg.com/default.php?cPath=72&amp;h=100&amp;w=100&amp;sz=4&amp;hl=bg&amp;start=1&amp;tbnid=eQF3GUA51xuaOM:&amp;tbnh=82&amp;tbnw=82&amp;prev=/images?q=%D1%84%D0%BB%D0%BE%D0%BF%D0%B8+%D0%B4%D0%B8%D1%81%D0%BA%D0%BE%D0%B2%D0%BE+%D1%83%D1%81%D1%82%D1%80%D0%BE%D0%B9%D1%81%D1%82%D0%B2%D0%BE+&amp;gbv=2&amp;svnum=10&amp;hl=bg&amp;sa=G" TargetMode="External"/><Relationship Id="rId3" Type="http://schemas.openxmlformats.org/officeDocument/2006/relationships/image" Target="../media/image12.jpeg"/><Relationship Id="rId4" Type="http://schemas.openxmlformats.org/officeDocument/2006/relationships/hyperlink" Target="http://images.google.bg/imgres?imgurl=http://www.jarcomputers.com/pictures/250x250/CD52NEC_250x250.jpg&amp;imgrefurl=http://bulstore.com/prod.php?m=245&amp;h=250&amp;w=250&amp;sz=25&amp;hl=bg&amp;start=7&amp;tbnid=2wLGi1IZbPwgbM:&amp;tbnh=111&amp;tbnw=111&amp;prev=/images?q=CD+%D0%A3%D0%A1%D0%A2%D0%A0%D0%9E%D0%99%D0%A1%D0%A2%D0%92%D0%9E&amp;gbv=2&amp;svnum=10&amp;hl=bg&amp;sa=G" TargetMode="External"/><Relationship Id="rId5" Type="http://schemas.openxmlformats.org/officeDocument/2006/relationships/image" Target="../media/image13.jpeg"/><Relationship Id="rId6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images.google.bg/imgres?imgurl=http://www.steltcomputers.com/e/images/DVD-ROM%20LG.gif&amp;imgrefurl=http://www.steltcomputers.com/e/index.php?cPath=102_26&amp;h=320&amp;w=400&amp;sz=33&amp;hl=bg&amp;start=17&amp;tbnid=RK-DOQE6IbLkHM:&amp;tbnh=99&amp;tbnw=124&amp;prev=/images?q=Dvd&amp;gbv=2&amp;svnum=10&amp;hl=bg&amp;sa=G" TargetMode="External"/><Relationship Id="rId3" Type="http://schemas.openxmlformats.org/officeDocument/2006/relationships/image" Target="../media/image14.jpeg"/><Relationship Id="rId4" Type="http://schemas.openxmlformats.org/officeDocument/2006/relationships/hyperlink" Target="http://images.google.bg/imgres?imgurl=http://www.cqham.ru/image3/riginstruction_image001.jpg&amp;imgrefurl=http://www.cqham.ru/riginstruction.htm&amp;h=267&amp;w=400&amp;sz=16&amp;hl=bg&amp;start=30&amp;tbnid=_dWAloxk2iAoBM:&amp;tbnh=83&amp;tbnw=124&amp;prev=/images?q=USB+%D1%83%D1%81%D1%82%D1%80%D0%BE%D0%B9%D1%81%D1%82%D0%B2%D0%BE+&amp;start=20&amp;gbv=2&amp;ndsp=20&amp;svnum=10&amp;hl=bg&amp;sa=N" TargetMode="External"/><Relationship Id="rId5" Type="http://schemas.openxmlformats.org/officeDocument/2006/relationships/image" Target="../media/image15.jpeg"/><Relationship Id="rId6" Type="http://schemas.openxmlformats.org/officeDocument/2006/relationships/hyperlink" Target="http://images.google.bg/imgres?imgurl=http://opasno.com/reviews/5/c400-storage.jpg&amp;imgrefurl=http://opasno.com/reviews.php?read=5&amp;page=2&amp;h=720&amp;w=960&amp;sz=202&amp;hl=bg&amp;start=4&amp;tbnid=wfOoB5Tj7wQREM:&amp;tbnh=111&amp;tbnw=148&amp;prev=/images?q=%D1%82%D0%B2%D1%8A%D1%80%D0%B4+%D0%B4%D0%B8%D1%81%D0%BA+&amp;gbv=2&amp;svnum=10&amp;hl=bg&amp;sa=G" TargetMode="External"/><Relationship Id="rId7" Type="http://schemas.openxmlformats.org/officeDocument/2006/relationships/image" Target="../media/image16.jpeg"/><Relationship Id="rId8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8" name="Picture 20" descr="Ð¡Ð²ÑÑÐ·Ð°Ð½Ð¾ Ð¸Ð·Ð¾Ð±ÑÐ°Ð¶ÐµÐ½Ð¸Ðµ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86380" y="4000504"/>
            <a:ext cx="2857500" cy="24669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62" name="Picture 14" descr="Ð¡Ð²ÑÑÐ·Ð°Ð½Ð¾ Ð¸Ð·Ð¾Ð±ÑÐ°Ð¶ÐµÐ½Ð¸Ðµ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620598">
            <a:off x="5119212" y="984389"/>
            <a:ext cx="2723523" cy="2383084"/>
          </a:xfrm>
          <a:prstGeom prst="rect">
            <a:avLst/>
          </a:prstGeom>
          <a:noFill/>
        </p:spPr>
      </p:pic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>
          <a:xfrm>
            <a:off x="571472" y="1714488"/>
            <a:ext cx="8077200" cy="3600450"/>
          </a:xfrm>
          <a:noFill/>
          <a:ln/>
        </p:spPr>
        <p:txBody>
          <a:bodyPr lIns="92075" tIns="46038" rIns="92075" bIns="46038" anchor="ctr"/>
          <a:lstStyle/>
          <a:p>
            <a:r>
              <a:rPr lang="bg-BG" sz="6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Носители на информация</a:t>
            </a:r>
          </a:p>
        </p:txBody>
      </p:sp>
      <p:sp>
        <p:nvSpPr>
          <p:cNvPr id="2054" name="AutoShape 6" descr="Ð ÐµÐ·ÑÐ»ÑÐ°Ñ Ñ Ð¸Ð·Ð¾Ð±ÑÐ°Ð¶ÐµÐ½Ð¸Ðµ Ð·Ð° Ð½Ð¾ÑÐ¸ÑÐµÐ»Ð¸ Ð½Ð° Ð¸Ð½ÑÐ¾ÑÐ¼Ð°ÑÐ¸Ñ Ð¿ÑÐµÐ·ÐµÐ½ÑÐ°ÑÐ¸Ñ"/>
          <p:cNvSpPr>
            <a:spLocks noChangeAspect="1" noChangeArrowheads="1"/>
          </p:cNvSpPr>
          <p:nvPr/>
        </p:nvSpPr>
        <p:spPr bwMode="auto">
          <a:xfrm>
            <a:off x="168275" y="-1825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/>
          </a:p>
        </p:txBody>
      </p:sp>
      <p:sp>
        <p:nvSpPr>
          <p:cNvPr id="2056" name="AutoShape 8" descr="Ð ÐµÐ·ÑÐ»ÑÐ°Ñ Ñ Ð¸Ð·Ð¾Ð±ÑÐ°Ð¶ÐµÐ½Ð¸Ðµ Ð·Ð° Ð½Ð¾ÑÐ¸ÑÐµÐ»Ð¸ Ð½Ð° Ð¸Ð½ÑÐ¾ÑÐ¼Ð°ÑÐ¸Ñ Ð¿ÑÐµÐ·ÐµÐ½ÑÐ°ÑÐ¸Ñ"/>
          <p:cNvSpPr>
            <a:spLocks noChangeAspect="1" noChangeArrowheads="1"/>
          </p:cNvSpPr>
          <p:nvPr/>
        </p:nvSpPr>
        <p:spPr bwMode="auto">
          <a:xfrm>
            <a:off x="168275" y="-1825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/>
          </a:p>
        </p:txBody>
      </p:sp>
      <p:sp>
        <p:nvSpPr>
          <p:cNvPr id="2058" name="AutoShape 10" descr="Ð ÐµÐ·ÑÐ»ÑÐ°Ñ Ñ Ð¸Ð·Ð¾Ð±ÑÐ°Ð¶ÐµÐ½Ð¸Ðµ Ð·Ð° Ð½Ð¾ÑÐ¸ÑÐµÐ»Ð¸ Ð½Ð° Ð¸Ð½ÑÐ¾ÑÐ¼Ð°ÑÐ¸Ñ Ð¿ÑÐµÐ·ÐµÐ½ÑÐ°ÑÐ¸Ñ"/>
          <p:cNvSpPr>
            <a:spLocks noChangeAspect="1" noChangeArrowheads="1"/>
          </p:cNvSpPr>
          <p:nvPr/>
        </p:nvSpPr>
        <p:spPr bwMode="auto">
          <a:xfrm>
            <a:off x="168275" y="-1825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/>
          </a:p>
        </p:txBody>
      </p:sp>
      <p:pic>
        <p:nvPicPr>
          <p:cNvPr id="2060" name="Picture 12" descr="Ð ÐµÐ·ÑÐ»ÑÐ°Ñ Ñ Ð¸Ð·Ð¾Ð±ÑÐ°Ð¶ÐµÐ½Ð¸Ðµ Ð·Ð° Ð½Ð¾ÑÐ¸ÑÐµÐ»Ð¸ Ð½Ð° Ð¸Ð½ÑÐ¾ÑÐ¼Ð°ÑÐ¸Ñ Ð¿ÑÐµÐ·ÐµÐ½ÑÐ°ÑÐ¸Ñ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5720" y="357166"/>
            <a:ext cx="2447925" cy="157162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064" name="AutoShape 16" descr="Ð ÐµÐ·ÑÐ»ÑÐ°Ñ Ñ Ð¸Ð·Ð¾Ð±ÑÐ°Ð¶ÐµÐ½Ð¸Ðµ Ð·Ð° Ð½Ð¾ÑÐ¸ÑÐµÐ»Ð¸ Ð½Ð° Ð¸Ð½ÑÐ¾ÑÐ¼Ð°ÑÐ¸Ñ Ð¿ÑÐµÐ·ÐµÐ½ÑÐ°ÑÐ¸Ñ"/>
          <p:cNvSpPr>
            <a:spLocks noChangeAspect="1" noChangeArrowheads="1"/>
          </p:cNvSpPr>
          <p:nvPr/>
        </p:nvSpPr>
        <p:spPr bwMode="auto">
          <a:xfrm>
            <a:off x="168275" y="-1825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/>
          </a:p>
        </p:txBody>
      </p:sp>
      <p:sp>
        <p:nvSpPr>
          <p:cNvPr id="2066" name="AutoShape 18" descr="Ð ÐµÐ·ÑÐ»ÑÐ°Ñ Ñ Ð¸Ð·Ð¾Ð±ÑÐ°Ð¶ÐµÐ½Ð¸Ðµ Ð·Ð° Ð½Ð¾ÑÐ¸ÑÐµÐ»Ð¸ Ð½Ð° Ð¸Ð½ÑÐ¾ÑÐ¼Ð°ÑÐ¸Ñ Ð¿ÑÐµÐ·ÐµÐ½ÑÐ°ÑÐ¸Ñ"/>
          <p:cNvSpPr>
            <a:spLocks noChangeAspect="1" noChangeArrowheads="1"/>
          </p:cNvSpPr>
          <p:nvPr/>
        </p:nvSpPr>
        <p:spPr bwMode="auto">
          <a:xfrm>
            <a:off x="168275" y="-1825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/>
          </a:p>
        </p:txBody>
      </p:sp>
      <p:sp>
        <p:nvSpPr>
          <p:cNvPr id="2" name="Текстово поле 3">
            <a:extLst>
              <a:ext uri="{FF2B5EF4-FFF2-40B4-BE49-F238E27FC236}">
                <a16:creationId xmlns:a16="http://schemas.microsoft.com/office/drawing/2014/main" id="{A43D053E-8EA9-506A-A3A7-1D0F80E5A9A7}"/>
              </a:ext>
            </a:extLst>
          </p:cNvPr>
          <p:cNvSpPr txBox="1"/>
          <p:nvPr/>
        </p:nvSpPr>
        <p:spPr>
          <a:xfrm>
            <a:off x="2733645" y="6337541"/>
            <a:ext cx="47290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bg-BG" sz="1600" dirty="0"/>
              <a:t>КМИТ, 5 клас, Елена Маврова-Ненкова</a:t>
            </a:r>
          </a:p>
        </p:txBody>
      </p:sp>
      <p:pic>
        <p:nvPicPr>
          <p:cNvPr id="2069" name="Picture 2068" descr="_em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62" y="500042"/>
            <a:ext cx="7500990" cy="895368"/>
          </a:xfrm>
        </p:spPr>
        <p:txBody>
          <a:bodyPr/>
          <a:lstStyle/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</a:t>
            </a:r>
            <a:r>
              <a:rPr lang="bg-BG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Съхранение на информацията в компютъра</a:t>
            </a:r>
            <a:endParaRPr lang="bg-BG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2910" y="2214554"/>
            <a:ext cx="7696200" cy="3657600"/>
          </a:xfrm>
        </p:spPr>
        <p:txBody>
          <a:bodyPr/>
          <a:lstStyle/>
          <a:p>
            <a:pPr algn="ctr">
              <a:buNone/>
            </a:pPr>
            <a:r>
              <a:rPr lang="bg-BG" sz="4000" dirty="0"/>
              <a:t>Информацията в компютъра се съхранява на различни носители, наречени с общото име </a:t>
            </a:r>
          </a:p>
          <a:p>
            <a:pPr algn="ctr">
              <a:buNone/>
            </a:pPr>
            <a:r>
              <a:rPr lang="bg-BG" sz="4000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ПАМЕТ.</a:t>
            </a:r>
          </a:p>
        </p:txBody>
      </p:sp>
      <p:sp>
        <p:nvSpPr>
          <p:cNvPr id="3" name="Текстово поле 3">
            <a:extLst>
              <a:ext uri="{FF2B5EF4-FFF2-40B4-BE49-F238E27FC236}">
                <a16:creationId xmlns:a16="http://schemas.microsoft.com/office/drawing/2014/main" id="{CD4404AB-4158-2B93-3640-B320990C6006}"/>
              </a:ext>
            </a:extLst>
          </p:cNvPr>
          <p:cNvSpPr txBox="1"/>
          <p:nvPr/>
        </p:nvSpPr>
        <p:spPr>
          <a:xfrm>
            <a:off x="2314648" y="6550223"/>
            <a:ext cx="4729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400" dirty="0"/>
              <a:t>КМИТ, 5 клас, Елена Маврова-Ненкова</a:t>
            </a:r>
          </a:p>
        </p:txBody>
      </p:sp>
      <p:pic>
        <p:nvPicPr>
          <p:cNvPr id="53252" name="Picture 53251" descr="_e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304800" y="1447800"/>
            <a:ext cx="845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bg-BG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   </a:t>
            </a:r>
            <a:endParaRPr lang="en-GB" sz="24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title"/>
          </p:nvPr>
        </p:nvSpPr>
        <p:spPr>
          <a:xfrm>
            <a:off x="928662" y="714356"/>
            <a:ext cx="6870700" cy="739757"/>
          </a:xfrm>
          <a:noFill/>
          <a:ln/>
        </p:spPr>
        <p:txBody>
          <a:bodyPr lIns="92075" tIns="46038" rIns="92075" bIns="46038" anchor="ctr"/>
          <a:lstStyle/>
          <a:p>
            <a:r>
              <a:rPr lang="bg-BG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1.1. Вътрешна памет</a:t>
            </a:r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714348" y="2357430"/>
            <a:ext cx="7924800" cy="223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/>
            <a:r>
              <a:rPr lang="ru-RU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Служи за осигуряване обработката на информацията </a:t>
            </a:r>
            <a:r>
              <a:rPr lang="bg-BG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в</a:t>
            </a:r>
            <a:r>
              <a:rPr lang="ru-RU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КС. </a:t>
            </a:r>
          </a:p>
          <a:p>
            <a:pPr algn="ctr"/>
            <a:endParaRPr lang="ru-RU" sz="32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r>
              <a:rPr lang="ru-RU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Според функционалните си характеристики се дели на два вида:</a:t>
            </a:r>
          </a:p>
        </p:txBody>
      </p:sp>
      <p:sp>
        <p:nvSpPr>
          <p:cNvPr id="3" name="Текстово поле 3">
            <a:extLst>
              <a:ext uri="{FF2B5EF4-FFF2-40B4-BE49-F238E27FC236}">
                <a16:creationId xmlns:a16="http://schemas.microsoft.com/office/drawing/2014/main" id="{C17E2C9D-6D2C-6DD9-DDA2-8AB12FFC2E21}"/>
              </a:ext>
            </a:extLst>
          </p:cNvPr>
          <p:cNvSpPr txBox="1"/>
          <p:nvPr/>
        </p:nvSpPr>
        <p:spPr>
          <a:xfrm>
            <a:off x="2771800" y="6453336"/>
            <a:ext cx="4729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400" dirty="0"/>
              <a:t>КМИТ, 5 клас, Елена Маврова-Ненкова</a:t>
            </a:r>
          </a:p>
        </p:txBody>
      </p:sp>
      <p:pic>
        <p:nvPicPr>
          <p:cNvPr id="7175" name="Picture 7174" descr="_e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55576" y="260648"/>
            <a:ext cx="785818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363">
              <a:buFontTx/>
              <a:buChar char="•"/>
            </a:pPr>
            <a:r>
              <a:rPr lang="ru-RU" sz="2800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ROM - Rеad Only Memory</a:t>
            </a:r>
            <a:r>
              <a:rPr lang="ru-RU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- постоянна памет /памет само за четене/. Този тип памет е </a:t>
            </a:r>
            <a:r>
              <a:rPr lang="ru-RU" sz="2800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енергонезависим</a:t>
            </a:r>
            <a:r>
              <a:rPr lang="ru-RU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, т.е. информацията записана в нея не се губи при изключване на електрическото захранване на ПК.</a:t>
            </a:r>
            <a:endParaRPr lang="en-US" sz="28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indent="360363">
              <a:buFontTx/>
              <a:buChar char="•"/>
            </a:pPr>
            <a:r>
              <a:rPr lang="bg-BG" sz="2800" b="1" i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RAM - Random Acces Memory</a:t>
            </a:r>
            <a:r>
              <a:rPr lang="bg-BG" sz="280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- изменяема памет /памет с произволен достъп/. Този тип памет е</a:t>
            </a:r>
            <a:r>
              <a:rPr lang="bg-BG" sz="2800" b="1" i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енергозависим</a:t>
            </a:r>
            <a:r>
              <a:rPr lang="bg-BG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,</a:t>
            </a:r>
            <a:r>
              <a:rPr lang="bg-BG" sz="2800" b="1" dirty="0"/>
              <a:t> </a:t>
            </a:r>
            <a:r>
              <a:rPr lang="bg-BG" sz="280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т.е. информацията записана в нея се губи при изключване на електрическото захранване на компютъра.</a:t>
            </a:r>
            <a:endParaRPr lang="bg-BG" sz="28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72AD3349-A9E5-B610-EC58-ECF4A1574378}"/>
              </a:ext>
            </a:extLst>
          </p:cNvPr>
          <p:cNvSpPr txBox="1"/>
          <p:nvPr/>
        </p:nvSpPr>
        <p:spPr>
          <a:xfrm>
            <a:off x="2771800" y="6453336"/>
            <a:ext cx="4729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400" dirty="0"/>
              <a:t>КМИТ, 5 клас, Елена Маврова-Ненкова</a:t>
            </a:r>
          </a:p>
        </p:txBody>
      </p:sp>
      <p:pic>
        <p:nvPicPr>
          <p:cNvPr id="5" name="Picture 4" descr="_e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6337300" cy="3657600"/>
          </a:xfrm>
        </p:spPr>
        <p:txBody>
          <a:bodyPr/>
          <a:lstStyle/>
          <a:p>
            <a:pPr algn="ctr">
              <a:buFontTx/>
              <a:buNone/>
            </a:pPr>
            <a:r>
              <a:rPr lang="bg-BG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  </a:t>
            </a:r>
            <a:endParaRPr lang="en-GB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bg-BG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1.2. Външна памет</a:t>
            </a: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500034" y="1500174"/>
            <a:ext cx="8351837" cy="426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/>
            <a:r>
              <a:rPr lang="bg-BG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Външната памет се разполага върху различни видове носители на информация чрез специални запаметяващи устройства, чрез които можем да обменяме или пренасяме информация от един компютър на друг. </a:t>
            </a:r>
          </a:p>
          <a:p>
            <a:pPr algn="ctr"/>
            <a:r>
              <a:rPr lang="bg-BG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При нея данните се съхраняват трайно.</a:t>
            </a:r>
          </a:p>
        </p:txBody>
      </p:sp>
      <p:sp>
        <p:nvSpPr>
          <p:cNvPr id="2" name="Текстово поле 3">
            <a:extLst>
              <a:ext uri="{FF2B5EF4-FFF2-40B4-BE49-F238E27FC236}">
                <a16:creationId xmlns:a16="http://schemas.microsoft.com/office/drawing/2014/main" id="{C4D64F8E-0E3C-37D1-C773-24053956619C}"/>
              </a:ext>
            </a:extLst>
          </p:cNvPr>
          <p:cNvSpPr txBox="1"/>
          <p:nvPr/>
        </p:nvSpPr>
        <p:spPr>
          <a:xfrm>
            <a:off x="2771800" y="6453336"/>
            <a:ext cx="4729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400" dirty="0"/>
              <a:t>КМИТ, 5 клас, Елена Маврова-Ненкова</a:t>
            </a:r>
          </a:p>
        </p:txBody>
      </p:sp>
      <p:pic>
        <p:nvPicPr>
          <p:cNvPr id="1031" name="Picture 1030" descr="_e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bg-BG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</a:t>
            </a:r>
            <a:endParaRPr lang="en-GB" sz="28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title"/>
          </p:nvPr>
        </p:nvSpPr>
        <p:spPr>
          <a:xfrm>
            <a:off x="0" y="285750"/>
            <a:ext cx="8915400" cy="1143000"/>
          </a:xfrm>
          <a:noFill/>
          <a:ln/>
        </p:spPr>
        <p:txBody>
          <a:bodyPr lIns="92075" tIns="46038" rIns="92075" bIns="46038" anchor="ctr"/>
          <a:lstStyle/>
          <a:p>
            <a:r>
              <a:rPr lang="bg-BG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 Носители на информация</a:t>
            </a:r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857224" y="2143116"/>
            <a:ext cx="7777162" cy="28082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/>
            <a:r>
              <a:rPr lang="bg-BG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Носителите на информация са средствата, върху които се записва информацията. </a:t>
            </a:r>
          </a:p>
          <a:p>
            <a:pPr algn="ctr"/>
            <a:endParaRPr lang="bg-BG" sz="3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r>
              <a:rPr lang="bg-BG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Според технологията на съхраняване на информация се делят на:</a:t>
            </a:r>
          </a:p>
        </p:txBody>
      </p:sp>
      <p:sp>
        <p:nvSpPr>
          <p:cNvPr id="2" name="Текстово поле 3">
            <a:extLst>
              <a:ext uri="{FF2B5EF4-FFF2-40B4-BE49-F238E27FC236}">
                <a16:creationId xmlns:a16="http://schemas.microsoft.com/office/drawing/2014/main" id="{0DEFD741-90C5-10CE-9F1D-5C5A35068478}"/>
              </a:ext>
            </a:extLst>
          </p:cNvPr>
          <p:cNvSpPr txBox="1"/>
          <p:nvPr/>
        </p:nvSpPr>
        <p:spPr>
          <a:xfrm>
            <a:off x="2771800" y="6453336"/>
            <a:ext cx="4729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400" dirty="0"/>
              <a:t>КМИТ, 5 клас, Елена Маврова-Ненкова</a:t>
            </a:r>
          </a:p>
        </p:txBody>
      </p:sp>
      <p:pic>
        <p:nvPicPr>
          <p:cNvPr id="9223" name="Picture 9222" descr="_e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5786" y="714356"/>
            <a:ext cx="7696200" cy="3657600"/>
          </a:xfrm>
        </p:spPr>
        <p:txBody>
          <a:bodyPr/>
          <a:lstStyle/>
          <a:p>
            <a:r>
              <a:rPr lang="bg-BG" dirty="0"/>
              <a:t>Твърд диск</a:t>
            </a:r>
            <a:r>
              <a:rPr lang="en-US" dirty="0"/>
              <a:t> /HD - hard disk/</a:t>
            </a:r>
            <a:endParaRPr lang="bg-BG" dirty="0"/>
          </a:p>
          <a:p>
            <a:r>
              <a:rPr lang="en-US" dirty="0"/>
              <a:t>CD /Compact Disk/</a:t>
            </a:r>
          </a:p>
          <a:p>
            <a:r>
              <a:rPr lang="en-US" dirty="0"/>
              <a:t>DVD /Digital Versatile Disk/</a:t>
            </a:r>
          </a:p>
          <a:p>
            <a:r>
              <a:rPr lang="bg-BG" dirty="0"/>
              <a:t>Карта памет /</a:t>
            </a:r>
            <a:r>
              <a:rPr lang="en-US" dirty="0"/>
              <a:t>SD card, memory card/</a:t>
            </a:r>
          </a:p>
          <a:p>
            <a:r>
              <a:rPr lang="bg-BG" dirty="0"/>
              <a:t>Флаш памет /</a:t>
            </a:r>
            <a:r>
              <a:rPr lang="en-US" dirty="0"/>
              <a:t>Flash memory/</a:t>
            </a:r>
            <a:endParaRPr lang="bg-BG" dirty="0"/>
          </a:p>
        </p:txBody>
      </p:sp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4414" y="4000504"/>
            <a:ext cx="6882034" cy="1604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Текстово поле 3">
            <a:extLst>
              <a:ext uri="{FF2B5EF4-FFF2-40B4-BE49-F238E27FC236}">
                <a16:creationId xmlns:a16="http://schemas.microsoft.com/office/drawing/2014/main" id="{0EEC856F-48D2-C452-67B0-3C57719983B6}"/>
              </a:ext>
            </a:extLst>
          </p:cNvPr>
          <p:cNvSpPr txBox="1"/>
          <p:nvPr/>
        </p:nvSpPr>
        <p:spPr>
          <a:xfrm>
            <a:off x="2771800" y="6453336"/>
            <a:ext cx="4729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400" dirty="0"/>
              <a:t>КМИТ, 5 клас, Елена Маврова-Ненкова</a:t>
            </a:r>
          </a:p>
        </p:txBody>
      </p:sp>
      <p:pic>
        <p:nvPicPr>
          <p:cNvPr id="55300" name="Picture 55299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Rectangle 5"/>
          <p:cNvSpPr>
            <a:spLocks noGrp="1" noChangeArrowheads="1"/>
          </p:cNvSpPr>
          <p:nvPr>
            <p:ph type="title"/>
          </p:nvPr>
        </p:nvSpPr>
        <p:spPr>
          <a:xfrm>
            <a:off x="1042988" y="0"/>
            <a:ext cx="6480175" cy="1339850"/>
          </a:xfrm>
          <a:noFill/>
          <a:ln/>
        </p:spPr>
        <p:txBody>
          <a:bodyPr lIns="92075" tIns="46038" rIns="92075" bIns="46038" anchor="ctr"/>
          <a:lstStyle/>
          <a:p>
            <a:r>
              <a:rPr lang="bg-BG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а) </a:t>
            </a:r>
            <a:r>
              <a:rPr lang="bg-BG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Магнитни носители</a:t>
            </a:r>
            <a:r>
              <a:rPr lang="bg-BG" sz="4000" b="1" dirty="0">
                <a:solidFill>
                  <a:srgbClr val="C00000"/>
                </a:solidFill>
              </a:rPr>
              <a:t> </a:t>
            </a:r>
          </a:p>
        </p:txBody>
      </p:sp>
      <p:pic>
        <p:nvPicPr>
          <p:cNvPr id="20486" name="Picture 6" descr="Figur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72330" y="2714620"/>
            <a:ext cx="1366838" cy="9413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285720" y="1214422"/>
            <a:ext cx="7358114" cy="4574202"/>
          </a:xfrm>
          <a:noFill/>
          <a:ln/>
        </p:spPr>
        <p:txBody>
          <a:bodyPr wrap="square" lIns="92075" tIns="46038" rIns="92075" bIns="46038">
            <a:spAutoFit/>
          </a:bodyPr>
          <a:lstStyle/>
          <a:p>
            <a:pPr indent="641350">
              <a:buSzPct val="110000"/>
              <a:buFont typeface="Wingdings" pitchFamily="2" charset="2"/>
              <a:buChar char="Ø"/>
            </a:pPr>
            <a:r>
              <a:rPr lang="bg-BG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Твърдия диск се намира в системното устройство (кутията на компютъра). Съхранява информация върху покрити с магнитен слой плочи. Използва се за четене и записване на данни.</a:t>
            </a:r>
          </a:p>
          <a:p>
            <a:pPr indent="641350">
              <a:buSzPct val="110000"/>
              <a:buFont typeface="Wingdings" pitchFamily="2" charset="2"/>
              <a:buChar char="Ø"/>
            </a:pPr>
            <a:r>
              <a:rPr lang="bg-BG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Дискетата е направена от специална пластмаса и е покрита с магнитен слой. Използва се за записване и четене на данни.</a:t>
            </a:r>
          </a:p>
        </p:txBody>
      </p:sp>
      <p:sp>
        <p:nvSpPr>
          <p:cNvPr id="20488" name="Rectangle 8"/>
          <p:cNvSpPr>
            <a:spLocks noChangeArrowheads="1"/>
          </p:cNvSpPr>
          <p:nvPr/>
        </p:nvSpPr>
        <p:spPr bwMode="auto">
          <a:xfrm>
            <a:off x="323850" y="3789363"/>
            <a:ext cx="7696200" cy="208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</a:pPr>
            <a:endParaRPr lang="bg-BG" sz="2800" b="1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20489" name="Picture 9" descr="180px-5,25%27%27-Diskette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00892" y="5000636"/>
            <a:ext cx="1389044" cy="998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Текстово поле 3">
            <a:extLst>
              <a:ext uri="{FF2B5EF4-FFF2-40B4-BE49-F238E27FC236}">
                <a16:creationId xmlns:a16="http://schemas.microsoft.com/office/drawing/2014/main" id="{8A7D5D9B-7C18-7EBC-2620-D948D9164106}"/>
              </a:ext>
            </a:extLst>
          </p:cNvPr>
          <p:cNvSpPr txBox="1"/>
          <p:nvPr/>
        </p:nvSpPr>
        <p:spPr>
          <a:xfrm>
            <a:off x="2771800" y="6453336"/>
            <a:ext cx="4729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400" dirty="0"/>
              <a:t>КМИТ, 5 клас, Елена Маврова-Ненкова</a:t>
            </a:r>
          </a:p>
        </p:txBody>
      </p:sp>
      <p:pic>
        <p:nvPicPr>
          <p:cNvPr id="20490" name="Picture 20489" descr="_em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1428728" y="214290"/>
            <a:ext cx="6261100" cy="97474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/>
            <a:r>
              <a:rPr lang="bg-BG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2.2. Оптични дискове</a:t>
            </a:r>
            <a:r>
              <a:rPr lang="bg-BG" sz="1600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1946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25414" y="1340768"/>
            <a:ext cx="8267728" cy="3109185"/>
          </a:xfrm>
          <a:noFill/>
          <a:ln/>
        </p:spPr>
        <p:txBody>
          <a:bodyPr wrap="square" lIns="92075" tIns="46038" rIns="92075" bIns="46038">
            <a:spAutoFit/>
          </a:bodyPr>
          <a:lstStyle/>
          <a:p>
            <a:pPr indent="641350">
              <a:spcBef>
                <a:spcPts val="0"/>
              </a:spcBef>
              <a:buSzPct val="110000"/>
              <a:buNone/>
            </a:pPr>
            <a:r>
              <a:rPr lang="bg-BG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а/ </a:t>
            </a:r>
            <a:r>
              <a:rPr lang="bg-BG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Компактдискът</a:t>
            </a:r>
            <a:r>
              <a:rPr 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/CD/</a:t>
            </a:r>
            <a:r>
              <a:rPr lang="bg-BG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представлява оптичен носител на информация.</a:t>
            </a:r>
          </a:p>
          <a:p>
            <a:pPr indent="641350">
              <a:spcBef>
                <a:spcPts val="0"/>
              </a:spcBef>
              <a:buSzPct val="110000"/>
              <a:buFont typeface="Wingdings" pitchFamily="2" charset="2"/>
              <a:buChar char="ü"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CD-R</a:t>
            </a:r>
            <a:r>
              <a:rPr lang="bg-BG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(</a:t>
            </a:r>
            <a:r>
              <a:rPr 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read</a:t>
            </a:r>
            <a:r>
              <a:rPr lang="bg-BG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-чета) са дискове предназначени само за четене на данни.</a:t>
            </a:r>
          </a:p>
          <a:p>
            <a:pPr indent="641350">
              <a:spcBef>
                <a:spcPts val="0"/>
              </a:spcBef>
              <a:buSzPct val="110000"/>
              <a:buFont typeface="Wingdings" pitchFamily="2" charset="2"/>
              <a:buChar char="ü"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CD-RW</a:t>
            </a:r>
            <a:r>
              <a:rPr lang="bg-BG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(read-</a:t>
            </a:r>
            <a:r>
              <a:rPr lang="bg-BG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чета</a:t>
            </a:r>
            <a:r>
              <a:rPr 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, write</a:t>
            </a:r>
            <a:r>
              <a:rPr lang="bg-BG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-пиша</a:t>
            </a:r>
            <a:r>
              <a:rPr 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  <a:r>
              <a:rPr lang="bg-BG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са дискове предназначени за четене и запис на данни.</a:t>
            </a:r>
          </a:p>
        </p:txBody>
      </p:sp>
      <p:sp>
        <p:nvSpPr>
          <p:cNvPr id="2" name="Текстово поле 3">
            <a:extLst>
              <a:ext uri="{FF2B5EF4-FFF2-40B4-BE49-F238E27FC236}">
                <a16:creationId xmlns:a16="http://schemas.microsoft.com/office/drawing/2014/main" id="{D829D0D8-4DE0-6E20-5F5B-4D248F296417}"/>
              </a:ext>
            </a:extLst>
          </p:cNvPr>
          <p:cNvSpPr txBox="1"/>
          <p:nvPr/>
        </p:nvSpPr>
        <p:spPr>
          <a:xfrm>
            <a:off x="2771800" y="6453336"/>
            <a:ext cx="4729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400" dirty="0"/>
              <a:t>КМИТ, 5 клас, Елена Маврова-Ненкова</a:t>
            </a:r>
          </a:p>
        </p:txBody>
      </p:sp>
      <p:pic>
        <p:nvPicPr>
          <p:cNvPr id="1028" name="Picture 4" descr="CD-RW Colour 12x | 5 Pack Slim Case | 5 Bright colours | Verbatim">
            <a:extLst>
              <a:ext uri="{FF2B5EF4-FFF2-40B4-BE49-F238E27FC236}">
                <a16:creationId xmlns:a16="http://schemas.microsoft.com/office/drawing/2014/main" id="{83445CD7-C4C4-2DDB-0FDE-63769F119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570" y="4749852"/>
            <a:ext cx="2132856" cy="2132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Диск CD-R, MAXELL, 700MB/80min, 52x на ТОП цена - Викиват">
            <a:extLst>
              <a:ext uri="{FF2B5EF4-FFF2-40B4-BE49-F238E27FC236}">
                <a16:creationId xmlns:a16="http://schemas.microsoft.com/office/drawing/2014/main" id="{BA1D5E72-027E-DB49-EF00-B18732537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4453409"/>
            <a:ext cx="1800200" cy="1797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5" name="Picture 19464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1428728" y="214290"/>
            <a:ext cx="6261100" cy="97474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/>
            <a:r>
              <a:rPr lang="bg-BG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2.2. Оптични дискове</a:t>
            </a:r>
            <a:r>
              <a:rPr lang="bg-BG" sz="1600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1946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285720" y="1357298"/>
            <a:ext cx="8501090" cy="4340292"/>
          </a:xfrm>
          <a:noFill/>
          <a:ln/>
        </p:spPr>
        <p:txBody>
          <a:bodyPr wrap="square" lIns="92075" tIns="46038" rIns="92075" bIns="46038">
            <a:spAutoFit/>
          </a:bodyPr>
          <a:lstStyle/>
          <a:p>
            <a:pPr indent="641350">
              <a:spcBef>
                <a:spcPts val="0"/>
              </a:spcBef>
              <a:buSzPct val="110000"/>
              <a:buNone/>
            </a:pPr>
            <a:r>
              <a:rPr lang="bg-BG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б/ </a:t>
            </a:r>
            <a:r>
              <a:rPr lang="bg-BG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Дигиталният видеодиск </a:t>
            </a:r>
            <a:r>
              <a:rPr 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/DVD/ </a:t>
            </a:r>
            <a:r>
              <a:rPr lang="bg-BG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представлява оптичен носител на информация. Използва се за съхраняване на видео и звукова информация с високо качество.</a:t>
            </a:r>
          </a:p>
          <a:p>
            <a:pPr indent="641350">
              <a:spcBef>
                <a:spcPts val="0"/>
              </a:spcBef>
              <a:buSzPct val="110000"/>
              <a:buFont typeface="Wingdings" pitchFamily="2" charset="2"/>
              <a:buChar char="ü"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DVD-R</a:t>
            </a:r>
            <a:r>
              <a:rPr 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bg-BG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са дискове предназначени само за четене на данни.</a:t>
            </a:r>
          </a:p>
          <a:p>
            <a:pPr indent="641350">
              <a:spcBef>
                <a:spcPts val="0"/>
              </a:spcBef>
              <a:buSzPct val="110000"/>
              <a:buFont typeface="Wingdings" pitchFamily="2" charset="2"/>
              <a:buChar char="ü"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DVD-RW</a:t>
            </a:r>
            <a:r>
              <a:rPr lang="bg-BG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са дискове предназначени за четене и запис на данни.</a:t>
            </a:r>
          </a:p>
          <a:p>
            <a:pPr indent="641350">
              <a:spcBef>
                <a:spcPts val="0"/>
              </a:spcBef>
              <a:buSzPct val="110000"/>
              <a:buFont typeface="Wingdings" pitchFamily="2" charset="2"/>
              <a:buChar char="Ø"/>
            </a:pPr>
            <a:endParaRPr lang="bg-BG" sz="24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2050" name="Picture 2" descr="Lenco DVD-120BK DVD/CD- player">
            <a:extLst>
              <a:ext uri="{FF2B5EF4-FFF2-40B4-BE49-F238E27FC236}">
                <a16:creationId xmlns:a16="http://schemas.microsoft.com/office/drawing/2014/main" id="{760A4FDE-965D-274E-8A10-1F3D3E1FF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94176"/>
            <a:ext cx="2195736" cy="1463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94317605-25F7-43B3-3F91-3793A112E344}"/>
              </a:ext>
            </a:extLst>
          </p:cNvPr>
          <p:cNvSpPr txBox="1"/>
          <p:nvPr/>
        </p:nvSpPr>
        <p:spPr>
          <a:xfrm>
            <a:off x="2771800" y="6453336"/>
            <a:ext cx="4729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400" dirty="0"/>
              <a:t>КМИТ, 5 клас, Елена Маврова-Ненкова</a:t>
            </a:r>
          </a:p>
        </p:txBody>
      </p:sp>
      <p:pic>
        <p:nvPicPr>
          <p:cNvPr id="19465" name="Picture 19464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8" name="Picture 6" descr="kard_rider_pny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rot="2903640">
            <a:off x="1709478" y="4144171"/>
            <a:ext cx="2399670" cy="149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179388" y="333375"/>
            <a:ext cx="7772400" cy="1143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/>
            <a:r>
              <a:rPr lang="bg-BG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</a:t>
            </a:r>
            <a:r>
              <a:rPr lang="bg-BG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2.3. </a:t>
            </a:r>
            <a:r>
              <a:rPr lang="bg-BG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Електронни носители</a:t>
            </a:r>
            <a:r>
              <a:rPr lang="bg-BG" sz="1600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323528" y="1580885"/>
            <a:ext cx="8352928" cy="2819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 algn="ctr">
              <a:spcBef>
                <a:spcPct val="20000"/>
              </a:spcBef>
            </a:pPr>
            <a:r>
              <a:rPr lang="bg-BG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Флаш памета се използва за запис и четене на данни. </a:t>
            </a:r>
            <a:endParaRPr lang="en-US" sz="32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42900" indent="-342900" algn="ctr">
              <a:spcBef>
                <a:spcPct val="20000"/>
              </a:spcBef>
            </a:pPr>
            <a:r>
              <a:rPr lang="bg-BG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Включва се към специален изход на компютъра наречен </a:t>
            </a:r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USB </a:t>
            </a:r>
            <a:r>
              <a:rPr lang="bg-BG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порт</a:t>
            </a:r>
            <a:r>
              <a:rPr lang="bg-BG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. </a:t>
            </a:r>
          </a:p>
        </p:txBody>
      </p:sp>
      <p:pic>
        <p:nvPicPr>
          <p:cNvPr id="23559" name="Picture 7" descr="I17223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770600" y="4241989"/>
            <a:ext cx="190500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1F63A800-8472-0902-B1A6-846178AFB629}"/>
              </a:ext>
            </a:extLst>
          </p:cNvPr>
          <p:cNvSpPr txBox="1"/>
          <p:nvPr/>
        </p:nvSpPr>
        <p:spPr>
          <a:xfrm>
            <a:off x="2358591" y="6488671"/>
            <a:ext cx="4729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400" dirty="0"/>
              <a:t>КМИТ, 5 клас, Елена Маврова-Ненкова</a:t>
            </a:r>
          </a:p>
        </p:txBody>
      </p:sp>
      <p:pic>
        <p:nvPicPr>
          <p:cNvPr id="23560" name="Picture 23559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642910" y="285728"/>
            <a:ext cx="77724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0" hangingPunct="0"/>
            <a:r>
              <a:rPr lang="bg-BG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5. Устройства за пренасяне на информация</a:t>
            </a:r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2590800" y="2286000"/>
            <a:ext cx="57150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1" lang="bg-BG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а) флопи дисково устройство – за работа с дискети.</a:t>
            </a: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2590800" y="3962400"/>
            <a:ext cx="6934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r>
              <a:rPr kumimoji="1" lang="bg-BG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б)</a:t>
            </a:r>
            <a:r>
              <a:rPr kumimoji="1" 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 CD </a:t>
            </a:r>
            <a:r>
              <a:rPr kumimoji="1" lang="bg-BG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устройство – за работа с компактдиск</a:t>
            </a:r>
            <a:r>
              <a:rPr kumimoji="1" 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 CD.</a:t>
            </a:r>
            <a:endParaRPr kumimoji="1" lang="bg-BG" sz="2800" b="1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</a:endParaRPr>
          </a:p>
        </p:txBody>
      </p:sp>
      <p:pic>
        <p:nvPicPr>
          <p:cNvPr id="24581" name="Picture 5" descr="ibm_08K9603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188" y="2205038"/>
            <a:ext cx="1600200" cy="1200150"/>
          </a:xfrm>
          <a:prstGeom prst="rect">
            <a:avLst/>
          </a:prstGeom>
          <a:noFill/>
          <a:ln w="76200" cmpd="tri">
            <a:solidFill>
              <a:srgbClr val="000000"/>
            </a:solidFill>
            <a:miter lim="800000"/>
            <a:headEnd/>
            <a:tailEnd/>
          </a:ln>
          <a:effectLst>
            <a:outerShdw dist="107763" dir="8100000" algn="ctr" rotWithShape="0">
              <a:srgbClr val="808080">
                <a:alpha val="50000"/>
              </a:srgbClr>
            </a:outerShdw>
          </a:effectLst>
        </p:spPr>
      </p:pic>
      <p:pic>
        <p:nvPicPr>
          <p:cNvPr id="24582" name="Picture 6" descr="CD52NEC_250x250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1188" y="3933825"/>
            <a:ext cx="1600200" cy="1255713"/>
          </a:xfrm>
          <a:prstGeom prst="rect">
            <a:avLst/>
          </a:prstGeom>
          <a:noFill/>
          <a:ln w="76200" cmpd="tri">
            <a:solidFill>
              <a:srgbClr val="000000"/>
            </a:solidFill>
            <a:miter lim="800000"/>
            <a:headEnd/>
            <a:tailEnd/>
          </a:ln>
          <a:effectLst>
            <a:outerShdw dist="107763" dir="8100000" algn="ctr" rotWithShape="0">
              <a:srgbClr val="808080">
                <a:alpha val="50000"/>
              </a:srgbClr>
            </a:outerShdw>
          </a:effectLst>
        </p:spPr>
      </p:pic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907A88A1-AC6F-DC22-E472-21601507B15A}"/>
              </a:ext>
            </a:extLst>
          </p:cNvPr>
          <p:cNvSpPr txBox="1"/>
          <p:nvPr/>
        </p:nvSpPr>
        <p:spPr>
          <a:xfrm>
            <a:off x="2771800" y="6453336"/>
            <a:ext cx="4729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400" dirty="0"/>
              <a:t>КМИТ, 5 клас, Елена Маврова-Ненкова</a:t>
            </a:r>
          </a:p>
        </p:txBody>
      </p:sp>
      <p:pic>
        <p:nvPicPr>
          <p:cNvPr id="24583" name="Picture 24582" descr="_em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2339975" y="476250"/>
            <a:ext cx="70866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1" lang="bg-BG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в)</a:t>
            </a:r>
            <a:r>
              <a:rPr kumimoji="1" 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 DVD </a:t>
            </a:r>
            <a:r>
              <a:rPr kumimoji="1" lang="bg-BG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устройство – за работа с </a:t>
            </a:r>
            <a:endParaRPr kumimoji="1" 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</a:endParaRPr>
          </a:p>
          <a:p>
            <a:r>
              <a:rPr kumimoji="1" lang="bg-BG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дигитален видеодиск </a:t>
            </a:r>
            <a:r>
              <a:rPr kumimoji="1" 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DVD</a:t>
            </a:r>
            <a:r>
              <a:rPr kumimoji="1" lang="bg-BG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.</a:t>
            </a:r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2285984" y="2428868"/>
            <a:ext cx="7467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r>
              <a:rPr lang="bg-BG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г</a:t>
            </a:r>
            <a:r>
              <a:rPr kumimoji="1" lang="bg-BG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)</a:t>
            </a:r>
            <a:r>
              <a:rPr kumimoji="1" 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 </a:t>
            </a:r>
            <a:r>
              <a:rPr kumimoji="1" lang="bg-BG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 </a:t>
            </a:r>
            <a:r>
              <a:rPr kumimoji="1" 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USB </a:t>
            </a:r>
            <a:r>
              <a:rPr kumimoji="1" lang="bg-BG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устройство – за работа с </a:t>
            </a:r>
            <a:endParaRPr kumimoji="1" 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</a:endParaRPr>
          </a:p>
          <a:p>
            <a:r>
              <a:rPr kumimoji="1" lang="bg-BG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флаш памет.</a:t>
            </a:r>
            <a:br>
              <a:rPr lang="bg-BG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</a:br>
            <a:br>
              <a:rPr lang="bg-BG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</a:br>
            <a:endParaRPr 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2438400" y="4149725"/>
            <a:ext cx="67056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1" lang="bg-BG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д) твърд диск - за работа с компютъра.</a:t>
            </a:r>
          </a:p>
        </p:txBody>
      </p:sp>
      <p:pic>
        <p:nvPicPr>
          <p:cNvPr id="25605" name="Picture 5" descr="DVD-ROM%2520L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850" y="404813"/>
            <a:ext cx="1800225" cy="1100137"/>
          </a:xfrm>
          <a:prstGeom prst="rect">
            <a:avLst/>
          </a:prstGeom>
          <a:noFill/>
          <a:ln w="76200" cmpd="tri">
            <a:solidFill>
              <a:srgbClr val="000000"/>
            </a:solidFill>
            <a:miter lim="800000"/>
            <a:headEnd/>
            <a:tailEnd/>
          </a:ln>
          <a:effectLst>
            <a:outerShdw dist="107763" dir="8100000" algn="ctr" rotWithShape="0">
              <a:srgbClr val="808080">
                <a:alpha val="50000"/>
              </a:srgbClr>
            </a:outerShdw>
          </a:effectLst>
        </p:spPr>
      </p:pic>
      <p:pic>
        <p:nvPicPr>
          <p:cNvPr id="25606" name="Picture 6" descr="riginstruction_image001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3850" y="2133600"/>
            <a:ext cx="1738313" cy="952500"/>
          </a:xfrm>
          <a:prstGeom prst="rect">
            <a:avLst/>
          </a:prstGeom>
          <a:noFill/>
          <a:ln w="76200" cmpd="tri">
            <a:solidFill>
              <a:srgbClr val="000000"/>
            </a:solidFill>
            <a:miter lim="800000"/>
            <a:headEnd/>
            <a:tailEnd/>
          </a:ln>
          <a:effectLst>
            <a:outerShdw dist="107763" dir="8100000" algn="ctr" rotWithShape="0">
              <a:srgbClr val="808080">
                <a:alpha val="50000"/>
              </a:srgbClr>
            </a:outerShdw>
          </a:effectLst>
        </p:spPr>
      </p:pic>
      <p:pic>
        <p:nvPicPr>
          <p:cNvPr id="25607" name="Picture 7" descr="c400-storage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23850" y="3836988"/>
            <a:ext cx="1733550" cy="1039812"/>
          </a:xfrm>
          <a:prstGeom prst="rect">
            <a:avLst/>
          </a:prstGeom>
          <a:noFill/>
          <a:ln w="76200" cmpd="tri">
            <a:solidFill>
              <a:srgbClr val="000000"/>
            </a:solidFill>
            <a:miter lim="800000"/>
            <a:headEnd/>
            <a:tailEnd/>
          </a:ln>
          <a:effectLst>
            <a:outerShdw dist="107763" dir="8100000" algn="ctr" rotWithShape="0">
              <a:srgbClr val="808080">
                <a:alpha val="50000"/>
              </a:srgbClr>
            </a:outerShdw>
          </a:effectLst>
        </p:spPr>
      </p:pic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DAB71122-386B-BB08-391F-4C4FCC0F80F4}"/>
              </a:ext>
            </a:extLst>
          </p:cNvPr>
          <p:cNvSpPr txBox="1"/>
          <p:nvPr/>
        </p:nvSpPr>
        <p:spPr>
          <a:xfrm>
            <a:off x="2771800" y="6453336"/>
            <a:ext cx="4729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400" dirty="0"/>
              <a:t>КМИТ, 5 клас, Елена Маврова-Ненкова</a:t>
            </a:r>
          </a:p>
        </p:txBody>
      </p:sp>
      <p:pic>
        <p:nvPicPr>
          <p:cNvPr id="25608" name="Picture 25607" descr="_em_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250825" y="260350"/>
            <a:ext cx="82296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0" hangingPunct="0"/>
            <a:r>
              <a:rPr lang="bg-BG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6. Правила за работа с носителите на информация и техните устройства</a:t>
            </a:r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152400" y="2060575"/>
            <a:ext cx="8991600" cy="3529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indent="265113" eaLnBrk="0" hangingPunct="0"/>
            <a:r>
              <a:rPr lang="bg-BG" sz="2800" dirty="0"/>
              <a:t>а) не поставяйте носителите на информация в близост до нагревателни уреди.</a:t>
            </a:r>
          </a:p>
          <a:p>
            <a:pPr indent="265113" eaLnBrk="0" hangingPunct="0"/>
            <a:r>
              <a:rPr lang="bg-BG" sz="2800" dirty="0"/>
              <a:t>б) не пипайте с пръсти повърхността на </a:t>
            </a:r>
            <a:r>
              <a:rPr lang="en-US" sz="2800" dirty="0"/>
              <a:t>CD </a:t>
            </a:r>
            <a:r>
              <a:rPr lang="bg-BG" sz="2800" dirty="0"/>
              <a:t>и</a:t>
            </a:r>
            <a:r>
              <a:rPr lang="en-US" sz="2800" dirty="0"/>
              <a:t> DVD</a:t>
            </a:r>
            <a:r>
              <a:rPr lang="bg-BG" sz="2800" dirty="0"/>
              <a:t> дисковете. Съхранявайте ги в кутии или обложки.</a:t>
            </a:r>
          </a:p>
          <a:p>
            <a:pPr indent="265113" eaLnBrk="0" hangingPunct="0"/>
            <a:r>
              <a:rPr lang="bg-BG" sz="2800" dirty="0"/>
              <a:t>в) поставяйте носителите на информация правилно в съответните устройства.</a:t>
            </a:r>
            <a:endParaRPr lang="en-US" sz="2800" dirty="0"/>
          </a:p>
        </p:txBody>
      </p:sp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E37B64A3-A2B6-A952-EFE7-CF7092646C16}"/>
              </a:ext>
            </a:extLst>
          </p:cNvPr>
          <p:cNvSpPr txBox="1"/>
          <p:nvPr/>
        </p:nvSpPr>
        <p:spPr>
          <a:xfrm>
            <a:off x="2771800" y="6453336"/>
            <a:ext cx="4729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400" dirty="0"/>
              <a:t>КМИТ, 5 клас, Елена Маврова-Ненкова</a:t>
            </a:r>
          </a:p>
        </p:txBody>
      </p:sp>
      <p:pic>
        <p:nvPicPr>
          <p:cNvPr id="26628" name="Picture 26627" descr="_e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348" y="1500174"/>
            <a:ext cx="7696200" cy="3657600"/>
          </a:xfrm>
        </p:spPr>
        <p:txBody>
          <a:bodyPr/>
          <a:lstStyle/>
          <a:p>
            <a:pPr algn="ctr">
              <a:buNone/>
            </a:pPr>
            <a:r>
              <a:rPr lang="bg-BG" sz="4000" dirty="0"/>
              <a:t>За да видим какви устройства за работа с носители на информация има инсталирани отворете от </a:t>
            </a:r>
            <a:r>
              <a:rPr lang="bg-BG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Лентата на задачите </a:t>
            </a: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 File Explorer</a:t>
            </a:r>
            <a:r>
              <a:rPr lang="bg-BG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  </a:t>
            </a: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This PC</a:t>
            </a:r>
            <a:endParaRPr lang="en-US" sz="4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FAFA3EA0-1B9D-50BA-FA84-36CA7D38364F}"/>
              </a:ext>
            </a:extLst>
          </p:cNvPr>
          <p:cNvSpPr txBox="1"/>
          <p:nvPr/>
        </p:nvSpPr>
        <p:spPr>
          <a:xfrm>
            <a:off x="2771800" y="6453336"/>
            <a:ext cx="4729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400" dirty="0"/>
              <a:t>КМИТ, 5 клас, Елена Маврова-Ненкова</a:t>
            </a:r>
          </a:p>
        </p:txBody>
      </p:sp>
      <p:pic>
        <p:nvPicPr>
          <p:cNvPr id="4" name="Picture 3" descr="_e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theme/theme1.xml><?xml version="1.0" encoding="utf-8"?>
<a:theme xmlns:a="http://schemas.openxmlformats.org/drawingml/2006/main" name="Crayons">
  <a:themeElements>
    <a:clrScheme name="Crayons 1">
      <a:dk1>
        <a:srgbClr val="000000"/>
      </a:dk1>
      <a:lt1>
        <a:srgbClr val="FFFFFF"/>
      </a:lt1>
      <a:dk2>
        <a:srgbClr val="FF0000"/>
      </a:dk2>
      <a:lt2>
        <a:srgbClr val="FFB800"/>
      </a:lt2>
      <a:accent1>
        <a:srgbClr val="FFEF66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6B8"/>
      </a:accent5>
      <a:accent6>
        <a:srgbClr val="000000"/>
      </a:accent6>
      <a:hlink>
        <a:srgbClr val="00B200"/>
      </a:hlink>
      <a:folHlink>
        <a:srgbClr val="703DFF"/>
      </a:folHlink>
    </a:clrScheme>
    <a:fontScheme name="Crayon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rayons 1">
        <a:dk1>
          <a:srgbClr val="000000"/>
        </a:dk1>
        <a:lt1>
          <a:srgbClr val="FFFFFF"/>
        </a:lt1>
        <a:dk2>
          <a:srgbClr val="FF0000"/>
        </a:dk2>
        <a:lt2>
          <a:srgbClr val="FFB800"/>
        </a:lt2>
        <a:accent1>
          <a:srgbClr val="FFEF66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FFF6B8"/>
        </a:accent5>
        <a:accent6>
          <a:srgbClr val="000000"/>
        </a:accent6>
        <a:hlink>
          <a:srgbClr val="00B200"/>
        </a:hlink>
        <a:folHlink>
          <a:srgbClr val="703D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2">
        <a:dk1>
          <a:srgbClr val="000000"/>
        </a:dk1>
        <a:lt1>
          <a:srgbClr val="FFFFFF"/>
        </a:lt1>
        <a:dk2>
          <a:srgbClr val="000000"/>
        </a:dk2>
        <a:lt2>
          <a:srgbClr val="99CCFF"/>
        </a:lt2>
        <a:accent1>
          <a:srgbClr val="CCCCFF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005C"/>
        </a:accent6>
        <a:hlink>
          <a:srgbClr val="00B200"/>
        </a:hlink>
        <a:folHlink>
          <a:srgbClr val="CCFF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3">
        <a:dk1>
          <a:srgbClr val="000000"/>
        </a:dk1>
        <a:lt1>
          <a:srgbClr val="FFFFFF"/>
        </a:lt1>
        <a:dk2>
          <a:srgbClr val="000000"/>
        </a:dk2>
        <a:lt2>
          <a:srgbClr val="3399FF"/>
        </a:lt2>
        <a:accent1>
          <a:srgbClr val="CCECFF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007373"/>
        </a:accent6>
        <a:hlink>
          <a:srgbClr val="009999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4">
        <a:dk1>
          <a:srgbClr val="808000"/>
        </a:dk1>
        <a:lt1>
          <a:srgbClr val="FFFFFF"/>
        </a:lt1>
        <a:dk2>
          <a:srgbClr val="336600"/>
        </a:dk2>
        <a:lt2>
          <a:srgbClr val="FFFFFF"/>
        </a:lt2>
        <a:accent1>
          <a:srgbClr val="99CC00"/>
        </a:accent1>
        <a:accent2>
          <a:srgbClr val="003300"/>
        </a:accent2>
        <a:accent3>
          <a:srgbClr val="ADB8AA"/>
        </a:accent3>
        <a:accent4>
          <a:srgbClr val="DADADA"/>
        </a:accent4>
        <a:accent5>
          <a:srgbClr val="CAE2AA"/>
        </a:accent5>
        <a:accent6>
          <a:srgbClr val="002D00"/>
        </a:accent6>
        <a:hlink>
          <a:srgbClr val="CCCC00"/>
        </a:hlink>
        <a:folHlink>
          <a:srgbClr val="CCFF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5">
        <a:dk1>
          <a:srgbClr val="808080"/>
        </a:dk1>
        <a:lt1>
          <a:srgbClr val="FFFFFF"/>
        </a:lt1>
        <a:dk2>
          <a:srgbClr val="003366"/>
        </a:dk2>
        <a:lt2>
          <a:srgbClr val="CCECFF"/>
        </a:lt2>
        <a:accent1>
          <a:srgbClr val="33CCCC"/>
        </a:accent1>
        <a:accent2>
          <a:srgbClr val="006699"/>
        </a:accent2>
        <a:accent3>
          <a:srgbClr val="AAADB8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00FF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6">
        <a:dk1>
          <a:srgbClr val="6666FF"/>
        </a:dk1>
        <a:lt1>
          <a:srgbClr val="FFFFFF"/>
        </a:lt1>
        <a:dk2>
          <a:srgbClr val="000066"/>
        </a:dk2>
        <a:lt2>
          <a:srgbClr val="FFFFFF"/>
        </a:lt2>
        <a:accent1>
          <a:srgbClr val="33CCFF"/>
        </a:accent1>
        <a:accent2>
          <a:srgbClr val="0000FF"/>
        </a:accent2>
        <a:accent3>
          <a:srgbClr val="AAAAB8"/>
        </a:accent3>
        <a:accent4>
          <a:srgbClr val="DADADA"/>
        </a:accent4>
        <a:accent5>
          <a:srgbClr val="ADE2FF"/>
        </a:accent5>
        <a:accent6>
          <a:srgbClr val="0000E7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7">
        <a:dk1>
          <a:srgbClr val="000000"/>
        </a:dk1>
        <a:lt1>
          <a:srgbClr val="FFFFFF"/>
        </a:lt1>
        <a:dk2>
          <a:srgbClr val="800080"/>
        </a:dk2>
        <a:lt2>
          <a:srgbClr val="FFFFFF"/>
        </a:lt2>
        <a:accent1>
          <a:srgbClr val="CC66FF"/>
        </a:accent1>
        <a:accent2>
          <a:srgbClr val="990099"/>
        </a:accent2>
        <a:accent3>
          <a:srgbClr val="C0AAC0"/>
        </a:accent3>
        <a:accent4>
          <a:srgbClr val="DADADA"/>
        </a:accent4>
        <a:accent5>
          <a:srgbClr val="E2B8FF"/>
        </a:accent5>
        <a:accent6>
          <a:srgbClr val="8A008A"/>
        </a:accent6>
        <a:hlink>
          <a:srgbClr val="FF9900"/>
        </a:hlink>
        <a:folHlink>
          <a:srgbClr val="FF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8">
        <a:dk1>
          <a:srgbClr val="FF3300"/>
        </a:dk1>
        <a:lt1>
          <a:srgbClr val="FFFFFF"/>
        </a:lt1>
        <a:dk2>
          <a:srgbClr val="800000"/>
        </a:dk2>
        <a:lt2>
          <a:srgbClr val="FFFFCC"/>
        </a:lt2>
        <a:accent1>
          <a:srgbClr val="FF7C80"/>
        </a:accent1>
        <a:accent2>
          <a:srgbClr val="990000"/>
        </a:accent2>
        <a:accent3>
          <a:srgbClr val="C0AAAA"/>
        </a:accent3>
        <a:accent4>
          <a:srgbClr val="DADADA"/>
        </a:accent4>
        <a:accent5>
          <a:srgbClr val="FFBFC0"/>
        </a:accent5>
        <a:accent6>
          <a:srgbClr val="8A0000"/>
        </a:accent6>
        <a:hlink>
          <a:srgbClr val="FF66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Crayons</Template>
  <TotalTime>595</TotalTime>
  <Words>661</Words>
  <Application>Microsoft Office PowerPoint</Application>
  <PresentationFormat>Презентация на цял екран (4:3)</PresentationFormat>
  <Paragraphs>67</Paragraphs>
  <Slides>15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15</vt:i4>
      </vt:variant>
    </vt:vector>
  </HeadingPairs>
  <TitlesOfParts>
    <vt:vector size="20" baseType="lpstr">
      <vt:lpstr>Arial</vt:lpstr>
      <vt:lpstr>Comic Sans MS</vt:lpstr>
      <vt:lpstr>Times New Roman</vt:lpstr>
      <vt:lpstr>Wingdings</vt:lpstr>
      <vt:lpstr>Crayons</vt:lpstr>
      <vt:lpstr>Носители на информация</vt:lpstr>
      <vt:lpstr>1. Съхранение на информацията в компютъра</vt:lpstr>
      <vt:lpstr>1.1. Вътрешна памет</vt:lpstr>
      <vt:lpstr>Презентация на PowerPoint</vt:lpstr>
      <vt:lpstr>1.2. Външна памет</vt:lpstr>
      <vt:lpstr>2. Носители на информация</vt:lpstr>
      <vt:lpstr>Презентация на PowerPoint</vt:lpstr>
      <vt:lpstr>а) Магнитни носители 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Елена Г. Маврова-Ненкова</dc:creator>
  <cp:lastModifiedBy>Elena Nenkova</cp:lastModifiedBy>
  <cp:revision>36</cp:revision>
  <dcterms:created xsi:type="dcterms:W3CDTF">2007-06-29T13:39:56Z</dcterms:created>
  <dcterms:modified xsi:type="dcterms:W3CDTF">2026-07-22T05:49:51Z</dcterms:modified>
</cp:coreProperties>
</file>