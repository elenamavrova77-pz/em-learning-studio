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  <p:sldId id="266" r:id="rId12"/>
    <p:sldId id="267" r:id="rId13"/>
    <p:sldId id="269" r:id="rId14"/>
    <p:sldId id="268" r:id="rId15"/>
    <p:sldId id="270" r:id="rId16"/>
    <p:sldId id="273" r:id="rId17"/>
    <p:sldId id="275" r:id="rId18"/>
    <p:sldId id="274" r:id="rId19"/>
    <p:sldId id="277" r:id="rId20"/>
    <p:sldId id="271" r:id="rId21"/>
    <p:sldId id="278" r:id="rId22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070D1-6564-45DA-921A-1CC9EBAF4A49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90C53-1B03-4935-9D55-B795036A718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3940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290C53-1B03-4935-9D55-B795036A7182}" type="slidenum">
              <a:rPr lang="bg-BG" smtClean="0"/>
              <a:t>14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287633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1882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28228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1759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97250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6978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0544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61639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7933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80378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1857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58891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CE0FB-40C5-41B5-B147-97BD01304FF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DB8D3-8B40-43E3-80DC-03B80311DEC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912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2411760" y="6309320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027" name="Picture 102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4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1" y="24089"/>
            <a:ext cx="9112469" cy="6833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1259632" y="569508"/>
            <a:ext cx="70567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елементи на компютърната презентация</a:t>
            </a:r>
          </a:p>
        </p:txBody>
      </p:sp>
      <p:pic>
        <p:nvPicPr>
          <p:cNvPr id="2051" name="Picture 205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2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538" y="0"/>
            <a:ext cx="91785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Право съединение 2">
            <a:extLst>
              <a:ext uri="{FF2B5EF4-FFF2-40B4-BE49-F238E27FC236}">
                <a16:creationId xmlns:a16="http://schemas.microsoft.com/office/drawing/2014/main" id="{ED203FB3-4B65-4E5D-B15A-A526118BFD47}"/>
              </a:ext>
            </a:extLst>
          </p:cNvPr>
          <p:cNvCxnSpPr/>
          <p:nvPr/>
        </p:nvCxnSpPr>
        <p:spPr>
          <a:xfrm>
            <a:off x="6660232" y="1196752"/>
            <a:ext cx="115212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Право съединение 4">
            <a:extLst>
              <a:ext uri="{FF2B5EF4-FFF2-40B4-BE49-F238E27FC236}">
                <a16:creationId xmlns:a16="http://schemas.microsoft.com/office/drawing/2014/main" id="{43728575-29C8-4703-91CF-61BD987C605E}"/>
              </a:ext>
            </a:extLst>
          </p:cNvPr>
          <p:cNvCxnSpPr/>
          <p:nvPr/>
        </p:nvCxnSpPr>
        <p:spPr>
          <a:xfrm>
            <a:off x="3491880" y="3284984"/>
            <a:ext cx="108012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075" name="Picture 307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48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1" y="0"/>
            <a:ext cx="912222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Право съединение 2">
            <a:extLst>
              <a:ext uri="{FF2B5EF4-FFF2-40B4-BE49-F238E27FC236}">
                <a16:creationId xmlns:a16="http://schemas.microsoft.com/office/drawing/2014/main" id="{51200372-894A-45B6-942A-185626567877}"/>
              </a:ext>
            </a:extLst>
          </p:cNvPr>
          <p:cNvCxnSpPr/>
          <p:nvPr/>
        </p:nvCxnSpPr>
        <p:spPr>
          <a:xfrm>
            <a:off x="1619672" y="692696"/>
            <a:ext cx="25922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Право съединение 4">
            <a:extLst>
              <a:ext uri="{FF2B5EF4-FFF2-40B4-BE49-F238E27FC236}">
                <a16:creationId xmlns:a16="http://schemas.microsoft.com/office/drawing/2014/main" id="{5631D45B-9E69-49AC-9ABF-019D2B31D843}"/>
              </a:ext>
            </a:extLst>
          </p:cNvPr>
          <p:cNvCxnSpPr/>
          <p:nvPr/>
        </p:nvCxnSpPr>
        <p:spPr>
          <a:xfrm>
            <a:off x="3707904" y="1556792"/>
            <a:ext cx="86409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099" name="Picture 409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5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594"/>
            <a:ext cx="9143999" cy="6825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Право съединение 2">
            <a:extLst>
              <a:ext uri="{FF2B5EF4-FFF2-40B4-BE49-F238E27FC236}">
                <a16:creationId xmlns:a16="http://schemas.microsoft.com/office/drawing/2014/main" id="{E949F669-12A9-415B-AFE5-63953BF520EB}"/>
              </a:ext>
            </a:extLst>
          </p:cNvPr>
          <p:cNvCxnSpPr/>
          <p:nvPr/>
        </p:nvCxnSpPr>
        <p:spPr>
          <a:xfrm>
            <a:off x="1475656" y="1196752"/>
            <a:ext cx="25922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5123" name="Picture 512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055" y="0"/>
            <a:ext cx="917905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1026080" y="569507"/>
            <a:ext cx="70567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Софтуер за създаване на провеждане на компютърни презентации</a:t>
            </a:r>
          </a:p>
        </p:txBody>
      </p:sp>
      <p:sp>
        <p:nvSpPr>
          <p:cNvPr id="4" name="Правоъгълник 3"/>
          <p:cNvSpPr/>
          <p:nvPr/>
        </p:nvSpPr>
        <p:spPr>
          <a:xfrm>
            <a:off x="305713" y="2050657"/>
            <a:ext cx="512416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000" b="1" dirty="0">
                <a:ln>
                  <a:prstDash val="solid"/>
                </a:ln>
                <a:solidFill>
                  <a:srgbClr val="FF000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Point</a:t>
            </a:r>
            <a:endParaRPr lang="bg-BG" sz="4000" b="1" dirty="0">
              <a:ln>
                <a:prstDash val="solid"/>
              </a:ln>
              <a:solidFill>
                <a:srgbClr val="FF000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323528" y="3059668"/>
            <a:ext cx="720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Start/</a:t>
            </a:r>
            <a:r>
              <a:rPr lang="bg-BG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Старт 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</a:t>
            </a:r>
            <a:r>
              <a:rPr lang="bg-BG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Programs/</a:t>
            </a:r>
            <a:r>
              <a:rPr lang="bg-BG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Програми 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   </a:t>
            </a:r>
            <a:r>
              <a:rPr lang="bg-BG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MS Office </a:t>
            </a:r>
          </a:p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                 MS Power Point</a:t>
            </a:r>
            <a:endParaRPr lang="bg-BG" sz="2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787" y="1663967"/>
            <a:ext cx="2387857" cy="5162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Овал 5"/>
          <p:cNvSpPr/>
          <p:nvPr/>
        </p:nvSpPr>
        <p:spPr>
          <a:xfrm>
            <a:off x="5978787" y="6525344"/>
            <a:ext cx="393413" cy="300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Овал 8"/>
          <p:cNvSpPr/>
          <p:nvPr/>
        </p:nvSpPr>
        <p:spPr>
          <a:xfrm>
            <a:off x="6327893" y="2758543"/>
            <a:ext cx="2204547" cy="300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Овал 9"/>
          <p:cNvSpPr/>
          <p:nvPr/>
        </p:nvSpPr>
        <p:spPr>
          <a:xfrm>
            <a:off x="6396152" y="5157192"/>
            <a:ext cx="1970492" cy="300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9220" name="Picture 921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4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47049"/>
            <a:ext cx="8524442" cy="5038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2003928" y="447339"/>
            <a:ext cx="554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Прозорец на програмата</a:t>
            </a:r>
          </a:p>
        </p:txBody>
      </p:sp>
      <p:sp>
        <p:nvSpPr>
          <p:cNvPr id="3" name="Текстово поле 2"/>
          <p:cNvSpPr txBox="1"/>
          <p:nvPr/>
        </p:nvSpPr>
        <p:spPr>
          <a:xfrm>
            <a:off x="1862875" y="3512218"/>
            <a:ext cx="127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слайдове</a:t>
            </a:r>
          </a:p>
        </p:txBody>
      </p:sp>
      <p:cxnSp>
        <p:nvCxnSpPr>
          <p:cNvPr id="5" name="Съединител &quot;права стрелка&quot; 4"/>
          <p:cNvCxnSpPr/>
          <p:nvPr/>
        </p:nvCxnSpPr>
        <p:spPr>
          <a:xfrm flipH="1">
            <a:off x="1367645" y="3881550"/>
            <a:ext cx="612067" cy="1846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Текстово поле 7"/>
          <p:cNvSpPr txBox="1"/>
          <p:nvPr/>
        </p:nvSpPr>
        <p:spPr>
          <a:xfrm>
            <a:off x="6516216" y="2891718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заглавен</a:t>
            </a:r>
          </a:p>
          <a:p>
            <a:pPr algn="ctr"/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слайд</a:t>
            </a:r>
          </a:p>
        </p:txBody>
      </p:sp>
      <p:cxnSp>
        <p:nvCxnSpPr>
          <p:cNvPr id="12" name="Съединител &quot;права стрелка&quot; 11"/>
          <p:cNvCxnSpPr/>
          <p:nvPr/>
        </p:nvCxnSpPr>
        <p:spPr>
          <a:xfrm flipH="1">
            <a:off x="6444208" y="3315460"/>
            <a:ext cx="576064" cy="3814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Съединител &quot;права стрелка&quot; 14"/>
          <p:cNvCxnSpPr/>
          <p:nvPr/>
        </p:nvCxnSpPr>
        <p:spPr>
          <a:xfrm flipH="1" flipV="1">
            <a:off x="1250808" y="3379214"/>
            <a:ext cx="612068" cy="317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Съединител &quot;права стрелка&quot; 16"/>
          <p:cNvCxnSpPr/>
          <p:nvPr/>
        </p:nvCxnSpPr>
        <p:spPr>
          <a:xfrm flipH="1">
            <a:off x="1826078" y="4033950"/>
            <a:ext cx="306035" cy="6191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44" name="Picture 10243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8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о поле 2"/>
          <p:cNvSpPr txBox="1"/>
          <p:nvPr/>
        </p:nvSpPr>
        <p:spPr>
          <a:xfrm>
            <a:off x="755576" y="404664"/>
            <a:ext cx="8208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Режим на визуализация на компютърната презентация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46" y="3356992"/>
            <a:ext cx="7605298" cy="1927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743623" y="1916832"/>
            <a:ext cx="7370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Последователната смяна на слайдовете при представяне на информацията на цял екран се нарича 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СЛАЙДШОУ</a:t>
            </a:r>
            <a:r>
              <a:rPr lang="bg-BG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149" name="Picture 614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85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349"/>
            <a:ext cx="9144000" cy="6826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717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9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677592" y="476672"/>
            <a:ext cx="7788817" cy="393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bg-BG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помощта на лентата на състоянията и раздела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/Изглед </a:t>
            </a:r>
            <a:r>
              <a:rPr lang="bg-BG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слайдовете може да бъдат визуализирани в няколко режима:</a:t>
            </a:r>
          </a:p>
          <a:p>
            <a:pPr algn="ctr">
              <a:lnSpc>
                <a:spcPct val="130000"/>
              </a:lnSpc>
            </a:pPr>
            <a:endParaRPr lang="bg-BG" sz="2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Нормален изглед</a:t>
            </a:r>
            <a:endParaRPr lang="en-US" sz="24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Подреждане на слайдове</a:t>
            </a:r>
            <a:endParaRPr lang="en-US" sz="24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за бележки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Изглед за четене</a:t>
            </a:r>
            <a:endParaRPr lang="en-US" sz="24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67" y="4509119"/>
            <a:ext cx="8100391" cy="1276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Овал 5"/>
          <p:cNvSpPr/>
          <p:nvPr/>
        </p:nvSpPr>
        <p:spPr>
          <a:xfrm>
            <a:off x="4145079" y="4708167"/>
            <a:ext cx="642945" cy="300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Правоъгълник 1"/>
          <p:cNvSpPr/>
          <p:nvPr/>
        </p:nvSpPr>
        <p:spPr>
          <a:xfrm>
            <a:off x="649067" y="5009110"/>
            <a:ext cx="1546669" cy="7769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8197" name="Picture 8196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15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8"/>
            <a:ext cx="8339007" cy="508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2998808" y="260648"/>
            <a:ext cx="2311723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bg-BG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Нормален изглед</a:t>
            </a: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авоъгълник 4"/>
          <p:cNvSpPr/>
          <p:nvPr/>
        </p:nvSpPr>
        <p:spPr>
          <a:xfrm>
            <a:off x="395536" y="1268760"/>
            <a:ext cx="432048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" name="Текстово поле 2"/>
          <p:cNvSpPr txBox="1"/>
          <p:nvPr/>
        </p:nvSpPr>
        <p:spPr>
          <a:xfrm>
            <a:off x="1051670" y="6237312"/>
            <a:ext cx="761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 се за създаване и редактиране на слайдовете</a:t>
            </a:r>
          </a:p>
        </p:txBody>
      </p:sp>
      <p:pic>
        <p:nvPicPr>
          <p:cNvPr id="11269" name="Picture 11268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8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2915816" y="404664"/>
            <a:ext cx="3100913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bg-BG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Подреждане на слайдове</a:t>
            </a: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32" y="1124744"/>
            <a:ext cx="8640960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611560" y="1412776"/>
            <a:ext cx="57606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1051670" y="6237312"/>
            <a:ext cx="761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Всички слайдове се представят в умален вид за сортиране и организиране.</a:t>
            </a:r>
          </a:p>
        </p:txBody>
      </p:sp>
      <p:pic>
        <p:nvPicPr>
          <p:cNvPr id="12291" name="Picture 12290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6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3172484" y="332656"/>
            <a:ext cx="2773516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bg-BG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за бележки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8"/>
            <a:ext cx="828092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1041919" y="6015282"/>
            <a:ext cx="7618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Предоставя възможност за вмъкване на бележки под формата на  допълнителен текст към презентацията.</a:t>
            </a:r>
          </a:p>
        </p:txBody>
      </p:sp>
      <p:pic>
        <p:nvPicPr>
          <p:cNvPr id="14339" name="Picture 14338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92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3275856" y="260648"/>
            <a:ext cx="2250616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bg-BG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Изглед за четене</a:t>
            </a:r>
            <a:endParaRPr lang="en-US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40" y="1124744"/>
            <a:ext cx="8160643" cy="4618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1047856" y="6066794"/>
            <a:ext cx="7618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за по-добра читаемост.</a:t>
            </a:r>
          </a:p>
          <a:p>
            <a:pPr algn="ctr"/>
            <a:endParaRPr lang="bg-BG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6" name="Picture 13315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39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922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683569" y="404664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Редактиране на компютърната презентация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355645" y="1556792"/>
            <a:ext cx="84376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 създаването на презентацията може да настъпи необходимост от промяна в подредбата, броя, съдържанието или оформлението на слайдовете.</a:t>
            </a:r>
          </a:p>
          <a:p>
            <a:pPr algn="ctr"/>
            <a:r>
              <a:rPr lang="bg-BG" sz="2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Това действие се нарича</a:t>
            </a:r>
            <a:r>
              <a:rPr lang="bg-BG" sz="2600" b="1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bg-BG" sz="26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редактиране на презентацията.</a:t>
            </a:r>
          </a:p>
          <a:p>
            <a:pPr algn="ctr"/>
            <a:endParaRPr lang="bg-BG" sz="2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bg-BG" sz="2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Първата стъпка при редактирането е избор на слайд. </a:t>
            </a:r>
          </a:p>
          <a:p>
            <a:pPr algn="ctr"/>
            <a:r>
              <a:rPr lang="bg-BG" sz="2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Това действие се нарича </a:t>
            </a:r>
            <a:r>
              <a:rPr lang="bg-BG" sz="26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селектиране на слайд.</a:t>
            </a:r>
          </a:p>
          <a:p>
            <a:pPr algn="ctr"/>
            <a:r>
              <a:rPr lang="bg-BG" sz="2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Ако искаме да редактираме слайд първо трябва да го селектираме (изберем).</a:t>
            </a:r>
          </a:p>
        </p:txBody>
      </p:sp>
      <p:pic>
        <p:nvPicPr>
          <p:cNvPr id="6" name="Picture 5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07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922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641186" y="548680"/>
            <a:ext cx="421884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Промяна на последователността на слайдовете в презентацията можем да извършим в режим на визуализация </a:t>
            </a:r>
            <a:r>
              <a:rPr lang="bg-BG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Подреждане на слайдове </a:t>
            </a:r>
            <a:r>
              <a:rPr lang="bg-BG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като селектираме слайда и го влачим/преместваме до желаната позиция</a:t>
            </a:r>
            <a:r>
              <a:rPr lang="bg-BG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Изтриване на слайд става в изгледа на умалени слайдове с десен бутон върху желания слайд и</a:t>
            </a:r>
            <a:r>
              <a:rPr lang="bg-BG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Изтрий слайда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692696"/>
            <a:ext cx="4032448" cy="5146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08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922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641186" y="642067"/>
            <a:ext cx="486691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Всяко изображение в слайда може да бъде </a:t>
            </a:r>
            <a:r>
              <a:rPr lang="bg-BG" sz="2400" b="1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заменено</a:t>
            </a:r>
            <a:r>
              <a:rPr lang="bg-BG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друго. За целта маркираме изображението и с десен бутон върху него избираме командата </a:t>
            </a:r>
            <a:r>
              <a:rPr lang="bg-BG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Промяна на картина…</a:t>
            </a:r>
            <a:endParaRPr lang="bg-BG" sz="24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Размерът на изображението </a:t>
            </a:r>
            <a:r>
              <a:rPr lang="bg-BG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 да се промени с манипулаторите в ъглите на изображението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Преместването</a:t>
            </a:r>
            <a:r>
              <a:rPr lang="bg-BG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който и да е обект в слайда може да стане чрез селектирането му и провлачването му до желаното място.</a:t>
            </a:r>
            <a:endParaRPr lang="bg-BG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642067"/>
            <a:ext cx="2736304" cy="402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16386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922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440273" y="1043075"/>
            <a:ext cx="82634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Промяна на дизайна на презентацията може да направите от меню 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Проектиране </a:t>
            </a:r>
            <a:r>
              <a:rPr lang="bg-BG" sz="2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Теми</a:t>
            </a:r>
            <a:endParaRPr lang="bg-BG" sz="2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32" y="2506617"/>
            <a:ext cx="8684935" cy="1791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Овал 6"/>
          <p:cNvSpPr/>
          <p:nvPr/>
        </p:nvSpPr>
        <p:spPr>
          <a:xfrm>
            <a:off x="1763688" y="2562522"/>
            <a:ext cx="792088" cy="4473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Овал 7"/>
          <p:cNvSpPr/>
          <p:nvPr/>
        </p:nvSpPr>
        <p:spPr>
          <a:xfrm>
            <a:off x="4860032" y="3917762"/>
            <a:ext cx="792088" cy="4473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6388" name="Picture 1638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74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124" y="2922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Текстово поле 4"/>
          <p:cNvSpPr txBox="1"/>
          <p:nvPr/>
        </p:nvSpPr>
        <p:spPr>
          <a:xfrm>
            <a:off x="437342" y="1045626"/>
            <a:ext cx="54278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Съхраняването на презентацията става от меню 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bg-BG" sz="2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Запиши като…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bg-BG" sz="2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bg-BG" sz="2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След редактиране на вече създадена презентация съхраняваме промените в нея с 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Файл Запиши</a:t>
            </a:r>
            <a:endParaRPr lang="bg-BG" sz="28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764704"/>
            <a:ext cx="2576600" cy="5166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17410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7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9223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авоъгълник 2"/>
          <p:cNvSpPr/>
          <p:nvPr/>
        </p:nvSpPr>
        <p:spPr>
          <a:xfrm>
            <a:off x="3167522" y="332656"/>
            <a:ext cx="206761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4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</a:t>
            </a: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539552" y="1628800"/>
            <a:ext cx="83529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файла 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zodiac.pptx</a:t>
            </a:r>
            <a:r>
              <a:rPr lang="bg-BG" sz="2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 папката с ресурсните файлове към урока. Разгледайте лентата </a:t>
            </a: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bg-BG" sz="2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/Изглед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bg-BG" sz="2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Визуализирайте по различни начини. </a:t>
            </a:r>
          </a:p>
          <a:p>
            <a:pPr marL="457200" indent="-457200">
              <a:buAutoNum type="arabicPeriod"/>
            </a:pPr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Сменете дизайна /</a:t>
            </a: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като използвате готовите шаблони. Ако е необходимо преместете изображенията на подходящо място.</a:t>
            </a:r>
          </a:p>
          <a:p>
            <a:pPr marL="457200" indent="-457200">
              <a:buAutoNum type="arabicPeriod"/>
            </a:pPr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Подредете слайдовете по реда на зодиакалните знаци.</a:t>
            </a:r>
          </a:p>
          <a:p>
            <a:pPr marL="457200" indent="-457200">
              <a:buAutoNum type="arabicPeriod"/>
            </a:pPr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презентацията под името </a:t>
            </a:r>
            <a:r>
              <a:rPr lang="en-US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zodiac-</a:t>
            </a:r>
            <a:r>
              <a:rPr lang="bg-BG" sz="2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вашето име-клас</a:t>
            </a:r>
          </a:p>
          <a:p>
            <a:r>
              <a:rPr lang="bg-BG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5" name="Picture 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5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7"/>
            <a:ext cx="91805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4" descr="Тествайте емотикони за маркетинг кампания още днес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7" y="1268760"/>
            <a:ext cx="5925984" cy="298174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авоъгълник 1"/>
          <p:cNvSpPr/>
          <p:nvPr/>
        </p:nvSpPr>
        <p:spPr>
          <a:xfrm>
            <a:off x="1547664" y="3645024"/>
            <a:ext cx="634122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bg-BG" sz="6000" b="1" cap="all" spc="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</a:rPr>
              <a:t>Приятна работа!</a:t>
            </a:r>
          </a:p>
        </p:txBody>
      </p:sp>
      <p:sp>
        <p:nvSpPr>
          <p:cNvPr id="7" name="Текстово поле 6"/>
          <p:cNvSpPr txBox="1"/>
          <p:nvPr/>
        </p:nvSpPr>
        <p:spPr>
          <a:xfrm>
            <a:off x="2089983" y="6127767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8439" name="Picture 18438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2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437</Words>
  <Application>Microsoft Office PowerPoint</Application>
  <PresentationFormat>Презентация на цял екран (4:3)</PresentationFormat>
  <Paragraphs>56</Paragraphs>
  <Slides>21</Slides>
  <Notes>1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15</cp:revision>
  <dcterms:created xsi:type="dcterms:W3CDTF">2020-05-10T12:53:30Z</dcterms:created>
  <dcterms:modified xsi:type="dcterms:W3CDTF">2026-07-22T15:08:10Z</dcterms:modified>
</cp:coreProperties>
</file>