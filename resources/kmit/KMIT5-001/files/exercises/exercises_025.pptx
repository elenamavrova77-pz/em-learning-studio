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3" r:id="rId7"/>
    <p:sldId id="262" r:id="rId8"/>
    <p:sldId id="264" r:id="rId9"/>
    <p:sldId id="266" r:id="rId10"/>
    <p:sldId id="265" r:id="rId11"/>
    <p:sldId id="267" r:id="rId12"/>
    <p:sldId id="268" r:id="rId13"/>
    <p:sldId id="259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EFFFEF"/>
    <a:srgbClr val="CCFFCC"/>
    <a:srgbClr val="FFFFCC"/>
    <a:srgbClr val="FFFF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"/>
    </p:cViewPr>
  </p:sorterViewPr>
  <p:notesViewPr>
    <p:cSldViewPr>
      <p:cViewPr varScale="1">
        <p:scale>
          <a:sx n="55" d="100"/>
          <a:sy n="55" d="100"/>
        </p:scale>
        <p:origin x="-120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 noProof="0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altLang="bg-BG" noProof="0" smtClean="0"/>
              <a:t>Второ ниво</a:t>
            </a:r>
          </a:p>
          <a:p>
            <a:pPr lvl="2"/>
            <a:r>
              <a:rPr lang="bg-BG" altLang="bg-BG" noProof="0" smtClean="0"/>
              <a:t>Трето ниво</a:t>
            </a:r>
          </a:p>
          <a:p>
            <a:pPr lvl="3"/>
            <a:r>
              <a:rPr lang="bg-BG" altLang="bg-BG" noProof="0" smtClean="0"/>
              <a:t>Четвърто ниво</a:t>
            </a:r>
          </a:p>
          <a:p>
            <a:pPr lvl="4"/>
            <a:r>
              <a:rPr lang="bg-BG" altLang="bg-BG" noProof="0" smtClean="0"/>
              <a:t>Пето ниво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994BC57-ECBF-48F4-A84B-F67EFA388068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1932910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AA8FCB0-DDDD-421F-8C6C-BE476245D433}" type="slidenum">
              <a:rPr lang="bg-BG" altLang="bg-BG"/>
              <a:pPr eaLnBrk="1" hangingPunct="1"/>
              <a:t>1</a:t>
            </a:fld>
            <a:endParaRPr lang="bg-BG" altLang="bg-BG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altLang="bg-BG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4755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FF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CoverOverlay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8"/>
          <p:cNvSpPr txBox="1">
            <a:spLocks noChangeArrowheads="1"/>
          </p:cNvSpPr>
          <p:nvPr userDrawn="1"/>
        </p:nvSpPr>
        <p:spPr bwMode="auto">
          <a:xfrm>
            <a:off x="4146550" y="2865438"/>
            <a:ext cx="8778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bg-BG" sz="5400">
                <a:solidFill>
                  <a:srgbClr val="CC0099"/>
                </a:solidFill>
                <a:latin typeface="Wingdings" panose="05000000000000000000" pitchFamily="2" charset="2"/>
              </a:rPr>
              <a:t>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 rot="10800000">
            <a:off x="1173163" y="3409950"/>
            <a:ext cx="3119437" cy="1588"/>
          </a:xfrm>
          <a:prstGeom prst="line">
            <a:avLst/>
          </a:prstGeom>
          <a:ln w="28575">
            <a:solidFill>
              <a:srgbClr val="CC0099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rot="10800000">
            <a:off x="4832350" y="3406775"/>
            <a:ext cx="3119438" cy="1588"/>
          </a:xfrm>
          <a:prstGeom prst="line">
            <a:avLst/>
          </a:prstGeom>
          <a:ln w="28575">
            <a:solidFill>
              <a:srgbClr val="CC0099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bg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0D1FCC-476E-40C3-BEFF-6DC7906B1251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214684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EFF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1173163" y="1392238"/>
            <a:ext cx="6778625" cy="923925"/>
            <a:chOff x="1172584" y="1381459"/>
            <a:chExt cx="6779110" cy="923330"/>
          </a:xfrm>
        </p:grpSpPr>
        <p:sp>
          <p:nvSpPr>
            <p:cNvPr id="5" name="TextBox 8"/>
            <p:cNvSpPr txBox="1">
              <a:spLocks noChangeArrowheads="1"/>
            </p:cNvSpPr>
            <p:nvPr/>
          </p:nvSpPr>
          <p:spPr bwMode="auto">
            <a:xfrm>
              <a:off x="4147073" y="1381459"/>
              <a:ext cx="8771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bg-BG" sz="5400">
                  <a:solidFill>
                    <a:srgbClr val="CC0099"/>
                  </a:solidFill>
                  <a:latin typeface="Wingdings" panose="05000000000000000000" pitchFamily="2" charset="2"/>
                </a:rPr>
                <a:t></a:t>
              </a:r>
            </a:p>
          </p:txBody>
        </p:sp>
        <p:cxnSp>
          <p:nvCxnSpPr>
            <p:cNvPr id="6" name="Straight Connector 5"/>
            <p:cNvCxnSpPr/>
            <p:nvPr/>
          </p:nvCxnSpPr>
          <p:spPr>
            <a:xfrm rot="10800000">
              <a:off x="1172584" y="1925620"/>
              <a:ext cx="3119660" cy="1587"/>
            </a:xfrm>
            <a:prstGeom prst="line">
              <a:avLst/>
            </a:prstGeom>
            <a:ln>
              <a:solidFill>
                <a:srgbClr val="CC0099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rot="10800000">
              <a:off x="4832033" y="1922447"/>
              <a:ext cx="3119661" cy="1587"/>
            </a:xfrm>
            <a:prstGeom prst="line">
              <a:avLst/>
            </a:prstGeom>
            <a:ln>
              <a:solidFill>
                <a:srgbClr val="CC0099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B8AF3D-A328-4F4D-A5C5-3C5682EA4A6D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912832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CoverOverlay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1173163" y="2887663"/>
            <a:ext cx="6778625" cy="923925"/>
            <a:chOff x="1172584" y="1381459"/>
            <a:chExt cx="6779110" cy="923330"/>
          </a:xfrm>
        </p:grpSpPr>
        <p:sp>
          <p:nvSpPr>
            <p:cNvPr id="6" name="TextBox 9"/>
            <p:cNvSpPr txBox="1">
              <a:spLocks noChangeArrowheads="1"/>
            </p:cNvSpPr>
            <p:nvPr/>
          </p:nvSpPr>
          <p:spPr bwMode="auto">
            <a:xfrm>
              <a:off x="4147073" y="1381459"/>
              <a:ext cx="8771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bg-BG" sz="5400">
                  <a:solidFill>
                    <a:srgbClr val="DBA455"/>
                  </a:solidFill>
                  <a:latin typeface="Wingdings" panose="05000000000000000000" pitchFamily="2" charset="2"/>
                </a:rPr>
                <a:t>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 rot="10800000">
              <a:off x="1172584" y="1925620"/>
              <a:ext cx="3119660" cy="1587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rot="10800000">
              <a:off x="4832033" y="1927207"/>
              <a:ext cx="3119661" cy="1586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3B05C7-5ADB-4EB9-8388-93ACF7ABC334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262881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1173163" y="1392238"/>
            <a:ext cx="6778625" cy="923925"/>
            <a:chOff x="1172584" y="1381459"/>
            <a:chExt cx="6779110" cy="923330"/>
          </a:xfrm>
        </p:grpSpPr>
        <p:sp>
          <p:nvSpPr>
            <p:cNvPr id="6" name="TextBox 8"/>
            <p:cNvSpPr txBox="1">
              <a:spLocks noChangeArrowheads="1"/>
            </p:cNvSpPr>
            <p:nvPr/>
          </p:nvSpPr>
          <p:spPr bwMode="auto">
            <a:xfrm>
              <a:off x="4147073" y="1381459"/>
              <a:ext cx="8771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bg-BG" sz="5400">
                  <a:solidFill>
                    <a:srgbClr val="DBA455"/>
                  </a:solidFill>
                  <a:latin typeface="Wingdings" panose="05000000000000000000" pitchFamily="2" charset="2"/>
                </a:rPr>
                <a:t>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 rot="10800000">
              <a:off x="1172584" y="1925620"/>
              <a:ext cx="3119660" cy="1587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4832033" y="1922447"/>
              <a:ext cx="3119661" cy="1587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253FF648-0D10-4CCB-87F0-309C23DCF279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583339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1173163" y="1392238"/>
            <a:ext cx="6778625" cy="923925"/>
            <a:chOff x="1172584" y="1381459"/>
            <a:chExt cx="6779110" cy="923330"/>
          </a:xfrm>
        </p:grpSpPr>
        <p:sp>
          <p:nvSpPr>
            <p:cNvPr id="8" name="TextBox 8"/>
            <p:cNvSpPr txBox="1">
              <a:spLocks noChangeArrowheads="1"/>
            </p:cNvSpPr>
            <p:nvPr/>
          </p:nvSpPr>
          <p:spPr bwMode="auto">
            <a:xfrm>
              <a:off x="4147073" y="1381459"/>
              <a:ext cx="8771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bg-BG" sz="5400">
                  <a:solidFill>
                    <a:srgbClr val="DBA455"/>
                  </a:solidFill>
                  <a:latin typeface="Wingdings" panose="05000000000000000000" pitchFamily="2" charset="2"/>
                </a:rPr>
                <a:t>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 rot="10800000">
              <a:off x="1172584" y="1925620"/>
              <a:ext cx="3119660" cy="1587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10800000">
              <a:off x="4832033" y="1922447"/>
              <a:ext cx="3119661" cy="1587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3B7282-9CF3-4FA8-8EA2-3CF2C58D8291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657212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173163" y="1392238"/>
            <a:ext cx="6778625" cy="923925"/>
            <a:chOff x="1172584" y="1381459"/>
            <a:chExt cx="6779110" cy="923330"/>
          </a:xfrm>
        </p:grpSpPr>
        <p:sp>
          <p:nvSpPr>
            <p:cNvPr id="4" name="TextBox 8"/>
            <p:cNvSpPr txBox="1">
              <a:spLocks noChangeArrowheads="1"/>
            </p:cNvSpPr>
            <p:nvPr/>
          </p:nvSpPr>
          <p:spPr bwMode="auto">
            <a:xfrm>
              <a:off x="4147073" y="1381459"/>
              <a:ext cx="8771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bg-BG" sz="5400">
                  <a:solidFill>
                    <a:srgbClr val="DBA455"/>
                  </a:solidFill>
                  <a:latin typeface="Wingdings" panose="05000000000000000000" pitchFamily="2" charset="2"/>
                </a:rPr>
                <a:t>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 rot="10800000">
              <a:off x="1172584" y="1925620"/>
              <a:ext cx="3119660" cy="1587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rot="10800000">
              <a:off x="4832033" y="1922447"/>
              <a:ext cx="3119661" cy="1587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FD7DA3-F1C2-462A-9F39-0E6E35F41E88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826275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534078-639B-4288-9D5B-17419725E880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391174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844453-8747-4765-965C-5B73F088215A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4176377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D2AE23-EC1C-4A91-8497-C168B01C2280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002411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1173163" y="1392238"/>
            <a:ext cx="6778625" cy="923925"/>
            <a:chOff x="1172584" y="1381459"/>
            <a:chExt cx="6779110" cy="923330"/>
          </a:xfrm>
        </p:grpSpPr>
        <p:sp>
          <p:nvSpPr>
            <p:cNvPr id="5" name="TextBox 8"/>
            <p:cNvSpPr txBox="1">
              <a:spLocks noChangeArrowheads="1"/>
            </p:cNvSpPr>
            <p:nvPr/>
          </p:nvSpPr>
          <p:spPr bwMode="auto">
            <a:xfrm>
              <a:off x="4147073" y="1381459"/>
              <a:ext cx="8771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bg-BG" sz="5400">
                  <a:solidFill>
                    <a:srgbClr val="DBA455"/>
                  </a:solidFill>
                  <a:latin typeface="Wingdings" panose="05000000000000000000" pitchFamily="2" charset="2"/>
                </a:rPr>
                <a:t></a:t>
              </a:r>
            </a:p>
          </p:txBody>
        </p:sp>
        <p:cxnSp>
          <p:nvCxnSpPr>
            <p:cNvPr id="6" name="Straight Connector 5"/>
            <p:cNvCxnSpPr/>
            <p:nvPr/>
          </p:nvCxnSpPr>
          <p:spPr>
            <a:xfrm rot="10800000">
              <a:off x="1172584" y="1925620"/>
              <a:ext cx="3119660" cy="1587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rot="10800000">
              <a:off x="4832033" y="1922447"/>
              <a:ext cx="3119661" cy="1587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5151DE-B1EE-4DBD-984C-CBACB066F38A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757895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3908425" y="2881313"/>
            <a:ext cx="5481637" cy="922338"/>
            <a:chOff x="1815339" y="1381459"/>
            <a:chExt cx="5480154" cy="923330"/>
          </a:xfrm>
        </p:grpSpPr>
        <p:sp>
          <p:nvSpPr>
            <p:cNvPr id="5" name="TextBox 8"/>
            <p:cNvSpPr txBox="1">
              <a:spLocks noChangeArrowheads="1"/>
            </p:cNvSpPr>
            <p:nvPr/>
          </p:nvSpPr>
          <p:spPr bwMode="auto">
            <a:xfrm>
              <a:off x="4147073" y="1381459"/>
              <a:ext cx="8771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bg-BG" sz="5400">
                  <a:solidFill>
                    <a:srgbClr val="DBA455"/>
                  </a:solidFill>
                  <a:latin typeface="Wingdings" panose="05000000000000000000" pitchFamily="2" charset="2"/>
                </a:rPr>
                <a:t></a:t>
              </a:r>
            </a:p>
          </p:txBody>
        </p:sp>
        <p:cxnSp>
          <p:nvCxnSpPr>
            <p:cNvPr id="6" name="Straight Connector 5"/>
            <p:cNvCxnSpPr/>
            <p:nvPr/>
          </p:nvCxnSpPr>
          <p:spPr>
            <a:xfrm flipH="1" flipV="1">
              <a:off x="1815339" y="1924967"/>
              <a:ext cx="2469482" cy="159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rot="10800000">
              <a:off x="4826011" y="1928146"/>
              <a:ext cx="2469482" cy="159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998B26-3398-48F1-B71C-CA6871AA344C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669291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 bwMode="auto">
          <a:xfrm>
            <a:off x="688975" y="569913"/>
            <a:ext cx="7756525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bg-BG" smtClean="0"/>
              <a:t>Click to edit Master title style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98500" y="2247900"/>
            <a:ext cx="7747000" cy="387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bg-BG" smtClean="0"/>
              <a:t>Click to edit Master text styles</a:t>
            </a:r>
          </a:p>
          <a:p>
            <a:pPr lvl="1"/>
            <a:r>
              <a:rPr lang="en-US" altLang="bg-BG" smtClean="0"/>
              <a:t>Second level</a:t>
            </a:r>
          </a:p>
          <a:p>
            <a:pPr lvl="2"/>
            <a:r>
              <a:rPr lang="en-US" altLang="bg-BG" smtClean="0"/>
              <a:t>Third level</a:t>
            </a:r>
          </a:p>
          <a:p>
            <a:pPr lvl="3"/>
            <a:r>
              <a:rPr lang="en-US" altLang="bg-BG" smtClean="0"/>
              <a:t>Fourth level</a:t>
            </a:r>
          </a:p>
          <a:p>
            <a:pPr lvl="4"/>
            <a:r>
              <a:rPr lang="en-US" altLang="bg-BG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63" y="61610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08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8925" y="6161088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CF5AB10-72F4-48E7-A8D0-02F082C10113}" type="slidenum">
              <a:rPr lang="en-US" altLang="bg-BG"/>
              <a:pPr/>
              <a:t>‹#›</a:t>
            </a:fld>
            <a:endParaRPr lang="en-US" alt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52" r:id="rId7"/>
    <p:sldLayoutId id="2147483753" r:id="rId8"/>
    <p:sldLayoutId id="2147483754" r:id="rId9"/>
    <p:sldLayoutId id="2147483761" r:id="rId10"/>
    <p:sldLayoutId id="214748376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Book Antiqua" panose="0204060205030503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Book Antiqua" panose="0204060205030503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Book Antiqua" panose="0204060205030503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Book Antiqua" panose="02040602050305030304" pitchFamily="18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125" indent="-365125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"/>
        <a:defRPr sz="2400" kern="1200">
          <a:solidFill>
            <a:srgbClr val="262626"/>
          </a:solidFill>
          <a:latin typeface="+mn-lt"/>
          <a:ea typeface="+mn-ea"/>
          <a:cs typeface="+mn-cs"/>
        </a:defRPr>
      </a:lvl1pPr>
      <a:lvl2pPr marL="776288" indent="-365125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"/>
        <a:defRPr sz="2200" kern="1200">
          <a:solidFill>
            <a:srgbClr val="262626"/>
          </a:solidFill>
          <a:latin typeface="+mn-lt"/>
          <a:ea typeface="+mn-ea"/>
          <a:cs typeface="+mn-cs"/>
        </a:defRPr>
      </a:lvl2pPr>
      <a:lvl3pPr marL="1143000" indent="-365125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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508125" indent="-319088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"/>
        <a:defRPr kern="1200">
          <a:solidFill>
            <a:srgbClr val="262626"/>
          </a:solidFill>
          <a:latin typeface="+mn-lt"/>
          <a:ea typeface="+mn-ea"/>
          <a:cs typeface="+mn-cs"/>
        </a:defRPr>
      </a:lvl4pPr>
      <a:lvl5pPr marL="1828800" indent="-319088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"/>
        <a:defRPr sz="1600" kern="1200">
          <a:solidFill>
            <a:srgbClr val="262626"/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e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3" Type="http://schemas.openxmlformats.org/officeDocument/2006/relationships/image" Target="../media/image15.png"/><Relationship Id="rId4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eg"/><Relationship Id="rId3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3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eg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jpe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bg-BG" altLang="bg-BG" sz="9600" dirty="0"/>
              <a:t>зодии</a:t>
            </a:r>
            <a:endParaRPr lang="en-US" altLang="bg-BG" sz="48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1188" y="4005263"/>
            <a:ext cx="8281987" cy="17526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bg-BG" sz="4000">
                <a:sym typeface="Wingdings" pitchFamily="2" charset="2"/>
              </a:rPr>
              <a:t>           </a:t>
            </a:r>
          </a:p>
        </p:txBody>
      </p:sp>
      <p:pic>
        <p:nvPicPr>
          <p:cNvPr id="2052" name="Picture 2051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altLang="bg-BG" dirty="0" smtClean="0"/>
              <a:t>21.04. – 20.05.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smtClean="0"/>
              <a:t>ТЕЛЕЦ </a:t>
            </a:r>
          </a:p>
        </p:txBody>
      </p:sp>
      <p:pic>
        <p:nvPicPr>
          <p:cNvPr id="11268" name="Picture 5" descr="100x100_174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76250"/>
            <a:ext cx="12700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6" descr="Tauru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2924175"/>
            <a:ext cx="4357687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11269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bg-BG" altLang="bg-BG" dirty="0" smtClean="0"/>
              <a:t>21.05</a:t>
            </a:r>
            <a:r>
              <a:rPr lang="en-US" altLang="bg-BG" dirty="0" smtClean="0"/>
              <a:t>. </a:t>
            </a:r>
            <a:r>
              <a:rPr lang="en-US" altLang="bg-BG" dirty="0"/>
              <a:t>– </a:t>
            </a:r>
            <a:r>
              <a:rPr lang="bg-BG" altLang="bg-BG" dirty="0" smtClean="0"/>
              <a:t>21.06</a:t>
            </a:r>
            <a:r>
              <a:rPr lang="en-US" altLang="bg-BG" dirty="0" smtClean="0"/>
              <a:t>.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smtClean="0"/>
              <a:t>БЛИЗНАЦИ </a:t>
            </a:r>
            <a:endParaRPr lang="en-US" altLang="bg-BG" smtClean="0"/>
          </a:p>
        </p:txBody>
      </p:sp>
      <p:pic>
        <p:nvPicPr>
          <p:cNvPr id="12292" name="Picture 8" descr="twi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60350"/>
            <a:ext cx="12700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9" descr="Gemin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2852738"/>
            <a:ext cx="3771900" cy="243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12293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altLang="bg-BG" dirty="0" smtClean="0"/>
              <a:t>22.06. </a:t>
            </a:r>
            <a:r>
              <a:rPr lang="en-US" altLang="bg-BG" dirty="0"/>
              <a:t>– </a:t>
            </a:r>
            <a:r>
              <a:rPr lang="en-US" altLang="bg-BG" dirty="0" smtClean="0"/>
              <a:t>22.07.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smtClean="0"/>
              <a:t>РАК  </a:t>
            </a:r>
          </a:p>
        </p:txBody>
      </p:sp>
      <p:pic>
        <p:nvPicPr>
          <p:cNvPr id="13316" name="Picture 4" descr="Canc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2924175"/>
            <a:ext cx="4117975" cy="26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 descr="80x60_174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620713"/>
            <a:ext cx="1368425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13317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altLang="bg-BG" dirty="0" smtClean="0"/>
              <a:t>23.07. </a:t>
            </a:r>
            <a:r>
              <a:rPr lang="en-US" altLang="bg-BG" dirty="0"/>
              <a:t>– </a:t>
            </a:r>
            <a:r>
              <a:rPr lang="en-US" altLang="bg-BG" dirty="0" smtClean="0"/>
              <a:t>23.08.</a:t>
            </a: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smtClean="0"/>
              <a:t>ЛЪВ</a:t>
            </a:r>
          </a:p>
        </p:txBody>
      </p:sp>
      <p:pic>
        <p:nvPicPr>
          <p:cNvPr id="14340" name="Picture 4" descr="100x100_174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404813"/>
            <a:ext cx="12700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 descr="la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2817813"/>
            <a:ext cx="4260850" cy="264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14341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altLang="bg-BG" dirty="0" smtClean="0"/>
              <a:t>24.09. </a:t>
            </a:r>
            <a:r>
              <a:rPr lang="en-US" altLang="bg-BG" dirty="0"/>
              <a:t>– </a:t>
            </a:r>
            <a:r>
              <a:rPr lang="en-US" altLang="bg-BG" dirty="0" smtClean="0"/>
              <a:t>23.10.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smtClean="0"/>
              <a:t>ВЕЗНИ </a:t>
            </a:r>
          </a:p>
        </p:txBody>
      </p:sp>
      <p:pic>
        <p:nvPicPr>
          <p:cNvPr id="15364" name="Picture 4" descr="80x60_174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620713"/>
            <a:ext cx="1266825" cy="95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 descr="Lib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2636838"/>
            <a:ext cx="4841875" cy="282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15365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altLang="bg-BG" dirty="0" smtClean="0"/>
              <a:t>24.08. </a:t>
            </a:r>
            <a:r>
              <a:rPr lang="en-US" altLang="bg-BG" dirty="0"/>
              <a:t>– </a:t>
            </a:r>
            <a:r>
              <a:rPr lang="en-US" altLang="bg-BG" dirty="0" smtClean="0"/>
              <a:t>23.09.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smtClean="0"/>
              <a:t>ДЕВА</a:t>
            </a:r>
          </a:p>
        </p:txBody>
      </p:sp>
      <p:pic>
        <p:nvPicPr>
          <p:cNvPr id="16388" name="Picture 4" descr="80x60_174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620713"/>
            <a:ext cx="1081088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 descr="Vir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2852738"/>
            <a:ext cx="4649788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16389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altLang="bg-BG" dirty="0" smtClean="0"/>
              <a:t>24.10. </a:t>
            </a:r>
            <a:r>
              <a:rPr lang="en-US" altLang="bg-BG" dirty="0"/>
              <a:t>– </a:t>
            </a:r>
            <a:r>
              <a:rPr lang="en-US" altLang="bg-BG" dirty="0" smtClean="0"/>
              <a:t>22.11.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smtClean="0"/>
              <a:t>СКОРПИОН </a:t>
            </a:r>
          </a:p>
        </p:txBody>
      </p:sp>
      <p:pic>
        <p:nvPicPr>
          <p:cNvPr id="17412" name="Picture 4" descr="80x60_174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692150"/>
            <a:ext cx="1152525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5" descr="Scorpi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2924175"/>
            <a:ext cx="4721225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17413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altLang="bg-BG" dirty="0" smtClean="0"/>
              <a:t>22.12. </a:t>
            </a:r>
            <a:r>
              <a:rPr lang="en-US" altLang="bg-BG" dirty="0"/>
              <a:t>– </a:t>
            </a:r>
            <a:r>
              <a:rPr lang="en-US" altLang="bg-BG" dirty="0" smtClean="0"/>
              <a:t>20.01.</a:t>
            </a: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smtClean="0"/>
              <a:t>КОЗИРОГ</a:t>
            </a:r>
          </a:p>
        </p:txBody>
      </p:sp>
      <p:pic>
        <p:nvPicPr>
          <p:cNvPr id="18436" name="Picture 4" descr="80x60_174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620713"/>
            <a:ext cx="1338263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5" descr="Caprico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708275"/>
            <a:ext cx="5095875" cy="317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18437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altLang="bg-BG" dirty="0" smtClean="0"/>
              <a:t>23.11. </a:t>
            </a:r>
            <a:r>
              <a:rPr lang="en-US" altLang="bg-BG" dirty="0"/>
              <a:t>– </a:t>
            </a:r>
            <a:r>
              <a:rPr lang="en-US" altLang="bg-BG" dirty="0" smtClean="0"/>
              <a:t>21.12.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smtClean="0"/>
              <a:t>СТРЕЛЕЦ </a:t>
            </a:r>
          </a:p>
        </p:txBody>
      </p:sp>
      <p:pic>
        <p:nvPicPr>
          <p:cNvPr id="19460" name="Picture 4" descr="80x60_174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620713"/>
            <a:ext cx="11938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5" descr="Sagittariu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708275"/>
            <a:ext cx="4673600" cy="296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19461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altLang="bg-BG" dirty="0" smtClean="0"/>
              <a:t>21.01. </a:t>
            </a:r>
            <a:r>
              <a:rPr lang="en-US" altLang="bg-BG" dirty="0"/>
              <a:t>– </a:t>
            </a:r>
            <a:r>
              <a:rPr lang="en-US" altLang="bg-BG" dirty="0" smtClean="0"/>
              <a:t>19.02.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smtClean="0"/>
              <a:t>ВОДОЛЕЙ </a:t>
            </a:r>
          </a:p>
        </p:txBody>
      </p:sp>
      <p:pic>
        <p:nvPicPr>
          <p:cNvPr id="20484" name="Picture 4" descr="80x60_174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549275"/>
            <a:ext cx="11938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 descr="Aquariu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2781300"/>
            <a:ext cx="4414837" cy="258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20485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altLang="bg-BG" dirty="0" smtClean="0"/>
              <a:t>20.02. </a:t>
            </a:r>
            <a:r>
              <a:rPr lang="en-US" altLang="bg-BG" dirty="0"/>
              <a:t>– </a:t>
            </a:r>
            <a:r>
              <a:rPr lang="en-US" altLang="bg-BG" dirty="0" smtClean="0"/>
              <a:t>20.03.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smtClean="0"/>
              <a:t>РИБИ </a:t>
            </a:r>
          </a:p>
        </p:txBody>
      </p:sp>
      <p:pic>
        <p:nvPicPr>
          <p:cNvPr id="21508" name="Picture 4" descr="80x60_174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692150"/>
            <a:ext cx="1296988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5" descr="Pis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852738"/>
            <a:ext cx="374332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21509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altLang="bg-BG" dirty="0" smtClean="0"/>
              <a:t>21.03. </a:t>
            </a:r>
            <a:r>
              <a:rPr lang="en-US" altLang="bg-BG"/>
              <a:t>– </a:t>
            </a:r>
            <a:r>
              <a:rPr lang="en-US" altLang="bg-BG" smtClean="0"/>
              <a:t>20.04.</a:t>
            </a:r>
            <a:endParaRPr lang="en-US" altLang="bg-BG" dirty="0" smtClean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smtClean="0"/>
              <a:t>ОВЕН  </a:t>
            </a:r>
          </a:p>
        </p:txBody>
      </p:sp>
      <p:pic>
        <p:nvPicPr>
          <p:cNvPr id="23556" name="Picture 4" descr="Ar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2781300"/>
            <a:ext cx="4362450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 descr="ov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76250"/>
            <a:ext cx="12700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23557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Hardcover">
    <a:dk1>
      <a:sysClr val="windowText" lastClr="000000"/>
    </a:dk1>
    <a:lt1>
      <a:sysClr val="window" lastClr="FFFFFF"/>
    </a:lt1>
    <a:dk2>
      <a:srgbClr val="895D1D"/>
    </a:dk2>
    <a:lt2>
      <a:srgbClr val="ECE9C6"/>
    </a:lt2>
    <a:accent1>
      <a:srgbClr val="873624"/>
    </a:accent1>
    <a:accent2>
      <a:srgbClr val="D6862D"/>
    </a:accent2>
    <a:accent3>
      <a:srgbClr val="D0BE40"/>
    </a:accent3>
    <a:accent4>
      <a:srgbClr val="877F6C"/>
    </a:accent4>
    <a:accent5>
      <a:srgbClr val="972109"/>
    </a:accent5>
    <a:accent6>
      <a:srgbClr val="AEB795"/>
    </a:accent6>
    <a:hlink>
      <a:srgbClr val="CC9900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163</TotalTime>
  <Words>86</Words>
  <Application>Microsoft Office PowerPoint</Application>
  <PresentationFormat>Презентация на цял екран (4:3)</PresentationFormat>
  <Paragraphs>27</Paragraphs>
  <Slides>13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13</vt:i4>
      </vt:variant>
    </vt:vector>
  </HeadingPairs>
  <TitlesOfParts>
    <vt:vector size="14" baseType="lpstr">
      <vt:lpstr>Hardcover</vt:lpstr>
      <vt:lpstr>зодии</vt:lpstr>
      <vt:lpstr>ТЕЛЕЦ </vt:lpstr>
      <vt:lpstr>БЛИЗНАЦИ </vt:lpstr>
      <vt:lpstr>РАК  </vt:lpstr>
      <vt:lpstr>ЛЪВ</vt:lpstr>
      <vt:lpstr>ВЕЗНИ </vt:lpstr>
      <vt:lpstr>ДЕВА</vt:lpstr>
      <vt:lpstr>СКОРПИОН </vt:lpstr>
      <vt:lpstr>КОЗИРОГ</vt:lpstr>
      <vt:lpstr>СТРЕЛЕЦ </vt:lpstr>
      <vt:lpstr>ВОДОЛЕЙ </vt:lpstr>
      <vt:lpstr>РИБИ </vt:lpstr>
      <vt:lpstr>ОВЕН  </vt:lpstr>
    </vt:vector>
  </TitlesOfParts>
  <Company>swu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зодии</dc:title>
  <dc:creator>cs</dc:creator>
  <cp:lastModifiedBy>Потребител на Windows</cp:lastModifiedBy>
  <cp:revision>19</cp:revision>
  <dcterms:created xsi:type="dcterms:W3CDTF">2006-07-16T09:43:16Z</dcterms:created>
  <dcterms:modified xsi:type="dcterms:W3CDTF">2020-05-10T14:29:40Z</dcterms:modified>
</cp:coreProperties>
</file>