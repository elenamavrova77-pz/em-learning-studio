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723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7922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499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710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3669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019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7129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41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004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4572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316739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954D1-2472-466C-9FAD-6C92BE6E1091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CB37A-6B36-4079-93ED-A903E6DA753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253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emf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6" y="24341"/>
            <a:ext cx="9149206" cy="683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>
            <a:spLocks noChangeArrowheads="1"/>
          </p:cNvSpPr>
          <p:nvPr/>
        </p:nvSpPr>
        <p:spPr bwMode="auto">
          <a:xfrm>
            <a:off x="2367395" y="6453336"/>
            <a:ext cx="48244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9pPr>
          </a:lstStyle>
          <a:p>
            <a:pPr algn="ctr" eaLnBrk="1" hangingPunct="1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 клас, Маврова</a:t>
            </a:r>
          </a:p>
        </p:txBody>
      </p:sp>
      <p:pic>
        <p:nvPicPr>
          <p:cNvPr id="1027" name="Picture 102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0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346"/>
            <a:ext cx="9144000" cy="683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205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2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25" y="2138"/>
            <a:ext cx="9145825" cy="685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25690"/>
            <a:ext cx="4014646" cy="16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Овал 1"/>
          <p:cNvSpPr/>
          <p:nvPr/>
        </p:nvSpPr>
        <p:spPr>
          <a:xfrm>
            <a:off x="2195736" y="2625690"/>
            <a:ext cx="1008112" cy="371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Овал 4"/>
          <p:cNvSpPr/>
          <p:nvPr/>
        </p:nvSpPr>
        <p:spPr>
          <a:xfrm>
            <a:off x="2555776" y="3073073"/>
            <a:ext cx="1008112" cy="11613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964" y="3789040"/>
            <a:ext cx="3240360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Съединител &quot;права стрелка&quot; 3"/>
          <p:cNvCxnSpPr/>
          <p:nvPr/>
        </p:nvCxnSpPr>
        <p:spPr>
          <a:xfrm flipV="1">
            <a:off x="6641324" y="4437112"/>
            <a:ext cx="666980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Текстово поле 5"/>
          <p:cNvSpPr txBox="1"/>
          <p:nvPr/>
        </p:nvSpPr>
        <p:spPr>
          <a:xfrm>
            <a:off x="7393834" y="4110125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на слайда</a:t>
            </a:r>
          </a:p>
        </p:txBody>
      </p:sp>
      <p:pic>
        <p:nvPicPr>
          <p:cNvPr id="3077" name="Picture 3076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6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67"/>
            <a:ext cx="9144000" cy="684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409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" y="0"/>
            <a:ext cx="9122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645024"/>
            <a:ext cx="7200800" cy="260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вал 4"/>
          <p:cNvSpPr/>
          <p:nvPr/>
        </p:nvSpPr>
        <p:spPr>
          <a:xfrm>
            <a:off x="3851920" y="3789040"/>
            <a:ext cx="1861571" cy="5545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5126" name="Picture 512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5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614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1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62"/>
            <a:ext cx="9144000" cy="68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69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3" y="0"/>
            <a:ext cx="9111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819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7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авоъгълник 2"/>
          <p:cNvSpPr/>
          <p:nvPr/>
        </p:nvSpPr>
        <p:spPr>
          <a:xfrm>
            <a:off x="3520349" y="116632"/>
            <a:ext cx="227280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48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576111" y="1242022"/>
            <a:ext cx="84238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Създайте презентация, съдържаща седмичната ви програма за втори учебен срок.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Изберете дизайн на презентацията по ваш избор.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първия слайд въведете заглавие на презентацията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„Седмична програма“, </a:t>
            </a: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полето за  подзаглавие въведете 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„Представена от“, </a:t>
            </a: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последвано от вашето име и класа.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Вмъкнете нов слайд. Изберете схема на слайда, съдържаща поле, в което да въведете заглавие на слайда, поле за текст и поле за изображение /Схема - Две съдържания/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587263"/>
            <a:ext cx="144016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921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1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1" y="0"/>
            <a:ext cx="91263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683568" y="831595"/>
            <a:ext cx="82809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Като заглавие на слайда въведете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Понеделник</a:t>
            </a: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а в полето за текст въведете учебните предмети от   </a:t>
            </a:r>
          </a:p>
          <a:p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програмата за този ден. Вмъкнете изображение по </a:t>
            </a:r>
          </a:p>
          <a:p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ваш избор от Графичната колекция.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Оформете следващите слайдове по същия начин, но за другите дни от седмицата.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последния слайд добавете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„Благодаря за вниманието!“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презентацията с името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Седмична </a:t>
            </a:r>
            <a:r>
              <a:rPr 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програма_Вашето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име_Клас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pptx</a:t>
            </a:r>
            <a:endParaRPr lang="bg-BG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7AFE0655-F380-40A7-BA79-8DDFC7B9A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395" y="6453336"/>
            <a:ext cx="482441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9pPr>
          </a:lstStyle>
          <a:p>
            <a:pPr algn="ctr" eaLnBrk="1" hangingPunct="1"/>
            <a:r>
              <a:rPr lang="bg-BG" altLang="bg-BG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Информационни технологии, 5  клас, Маврова</a:t>
            </a:r>
          </a:p>
        </p:txBody>
      </p:sp>
      <p:pic>
        <p:nvPicPr>
          <p:cNvPr id="10243" name="Picture 1024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7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525"/>
            <a:ext cx="9144000" cy="684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0728"/>
            <a:ext cx="4032448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1799868" y="3475055"/>
            <a:ext cx="626434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6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Приятна работа!</a:t>
            </a:r>
            <a:endParaRPr lang="bg-BG" sz="6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63A6F3B-21D9-2DE2-D129-052952D51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6355375"/>
            <a:ext cx="48244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itchFamily="34" charset="0"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defRPr>
            </a:lvl9pPr>
          </a:lstStyle>
          <a:p>
            <a:pPr algn="ctr" eaLnBrk="1" hangingPunct="1"/>
            <a:r>
              <a:rPr lang="bg-BG" alt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 клас, Маврова</a:t>
            </a:r>
          </a:p>
        </p:txBody>
      </p:sp>
      <p:pic>
        <p:nvPicPr>
          <p:cNvPr id="11268" name="Picture 1126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00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179</Words>
  <Application>Microsoft Office PowerPoint</Application>
  <PresentationFormat>Презентация на цял екран (4:3)</PresentationFormat>
  <Paragraphs>17</Paragraphs>
  <Slides>11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9</cp:revision>
  <dcterms:created xsi:type="dcterms:W3CDTF">2020-05-17T11:40:15Z</dcterms:created>
  <dcterms:modified xsi:type="dcterms:W3CDTF">2026-07-22T15:11:00Z</dcterms:modified>
</cp:coreProperties>
</file>