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ен стил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Среден стил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02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56161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1755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2417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34050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4945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148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4061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09660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20216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018557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899E8-EE70-4B99-844C-F5A846FFBCFF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88B29-5CF3-4AFB-B579-DD5D5C16BA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5686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emf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2094"/>
            <a:ext cx="9144000" cy="6825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Текстово поле 3"/>
          <p:cNvSpPr txBox="1"/>
          <p:nvPr/>
        </p:nvSpPr>
        <p:spPr>
          <a:xfrm>
            <a:off x="2067775" y="623531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1027" name="Picture 1026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2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5B0201E4-E3F5-14B8-EC09-3129CD1135B4}"/>
              </a:ext>
            </a:extLst>
          </p:cNvPr>
          <p:cNvSpPr txBox="1"/>
          <p:nvPr/>
        </p:nvSpPr>
        <p:spPr>
          <a:xfrm>
            <a:off x="2067775" y="623531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2051" name="Picture 205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25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70046"/>
            <a:ext cx="91439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1AAF7AF9-A3B9-E8F2-7C7C-FFBB468C9CDF}"/>
              </a:ext>
            </a:extLst>
          </p:cNvPr>
          <p:cNvSpPr txBox="1"/>
          <p:nvPr/>
        </p:nvSpPr>
        <p:spPr>
          <a:xfrm>
            <a:off x="2267744" y="6462832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3075" name="Picture 3074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56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4AFE96CB-4C6E-0B80-73C3-BF980FF50B6C}"/>
              </a:ext>
            </a:extLst>
          </p:cNvPr>
          <p:cNvSpPr txBox="1"/>
          <p:nvPr/>
        </p:nvSpPr>
        <p:spPr>
          <a:xfrm>
            <a:off x="2067775" y="623531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4099" name="Picture 4098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5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553" y="0"/>
            <a:ext cx="917355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FE42730-9273-DD95-B248-79DEF2157B0D}"/>
              </a:ext>
            </a:extLst>
          </p:cNvPr>
          <p:cNvSpPr txBox="1"/>
          <p:nvPr/>
        </p:nvSpPr>
        <p:spPr>
          <a:xfrm>
            <a:off x="2067775" y="623531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5123" name="Picture 5122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55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10"/>
            <a:ext cx="9143999" cy="6844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15614109-4956-EDDC-1AC7-62CB5B3756E0}"/>
              </a:ext>
            </a:extLst>
          </p:cNvPr>
          <p:cNvSpPr txBox="1"/>
          <p:nvPr/>
        </p:nvSpPr>
        <p:spPr>
          <a:xfrm>
            <a:off x="2067775" y="623531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6147" name="Picture 6146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15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85"/>
            <a:ext cx="9144000" cy="6823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717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7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099" y="0"/>
            <a:ext cx="91780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6BEED0E9-2C9D-8624-8477-11E4DFBFB604}"/>
              </a:ext>
            </a:extLst>
          </p:cNvPr>
          <p:cNvSpPr txBox="1"/>
          <p:nvPr/>
        </p:nvSpPr>
        <p:spPr>
          <a:xfrm>
            <a:off x="2067775" y="623531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8195" name="Picture 8194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0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587" y="-27384"/>
            <a:ext cx="9228187" cy="6885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EE9F8481-E10D-4A8B-8544-3BE667CF2D78}"/>
              </a:ext>
            </a:extLst>
          </p:cNvPr>
          <p:cNvSpPr txBox="1"/>
          <p:nvPr/>
        </p:nvSpPr>
        <p:spPr>
          <a:xfrm>
            <a:off x="2067775" y="623531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9219" name="Picture 9218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80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709" y="0"/>
            <a:ext cx="917170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18879"/>
              </p:ext>
            </p:extLst>
          </p:nvPr>
        </p:nvGraphicFramePr>
        <p:xfrm>
          <a:off x="251520" y="1556793"/>
          <a:ext cx="8676964" cy="431810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38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8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071">
                <a:tc>
                  <a:txBody>
                    <a:bodyPr/>
                    <a:lstStyle/>
                    <a:p>
                      <a:pPr algn="ctr"/>
                      <a:r>
                        <a:rPr lang="bg-BG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</a:t>
                      </a:r>
                      <a:r>
                        <a:rPr lang="bg-BG" sz="24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диаграма</a:t>
                      </a:r>
                      <a:endParaRPr lang="bg-BG" sz="24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 какво се използва</a:t>
                      </a:r>
                      <a:endParaRPr lang="bg-BG" sz="24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70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r>
                        <a:rPr lang="bg-BG" sz="24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bg-BG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(колонна, стлъбчеста, правоъгълна)</a:t>
                      </a:r>
                      <a:endParaRPr lang="bg-BG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70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bg-B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(линейна)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Изменения на количества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70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Pie</a:t>
                      </a:r>
                      <a:r>
                        <a:rPr lang="bg-B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(кръгова)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 от цялото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704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</a:t>
                      </a: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bg-BG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(хоризонтална)</a:t>
                      </a:r>
                      <a:endParaRPr lang="bg-BG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Подобна</a:t>
                      </a:r>
                      <a:r>
                        <a:rPr lang="bg-BG" sz="24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 колонната, но при по-дълги надписи)</a:t>
                      </a:r>
                      <a:endParaRPr lang="bg-BG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704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Scatter</a:t>
                      </a:r>
                      <a:r>
                        <a:rPr lang="en-US" sz="2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(XY</a:t>
                      </a:r>
                      <a:r>
                        <a:rPr lang="bg-BG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-точкова)</a:t>
                      </a:r>
                      <a:endParaRPr lang="bg-BG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Свързани по двойки стойности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Текстово поле 3"/>
          <p:cNvSpPr txBox="1"/>
          <p:nvPr/>
        </p:nvSpPr>
        <p:spPr>
          <a:xfrm>
            <a:off x="1115616" y="476672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Да обобщим видовете диаграми</a:t>
            </a: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42AB7021-D751-545B-A579-5835426BFFA2}"/>
              </a:ext>
            </a:extLst>
          </p:cNvPr>
          <p:cNvSpPr txBox="1"/>
          <p:nvPr/>
        </p:nvSpPr>
        <p:spPr>
          <a:xfrm>
            <a:off x="2067775" y="623531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10243" name="Picture 10242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08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2987824" y="0"/>
            <a:ext cx="2952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Упражнение</a:t>
            </a:r>
          </a:p>
        </p:txBody>
      </p:sp>
      <p:sp>
        <p:nvSpPr>
          <p:cNvPr id="3" name="Текстово поле 2"/>
          <p:cNvSpPr txBox="1"/>
          <p:nvPr/>
        </p:nvSpPr>
        <p:spPr>
          <a:xfrm>
            <a:off x="410768" y="1124744"/>
            <a:ext cx="832246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Отворете файла 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diagrams.xlsx</a:t>
            </a:r>
            <a:r>
              <a:rPr lang="bg-BG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папката с ресурсните файлове към урока.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В листа </a:t>
            </a:r>
            <a:r>
              <a:rPr lang="bg-BG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Брой ученици 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въведете в клетката В2 броя на момчетата от вашия клас, а в клетката В3 – броя на момичетата и вижте как ще се промени съотношението в диаграмата.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bg-BG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Превключете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към листа </a:t>
            </a:r>
            <a:r>
              <a:rPr lang="bg-BG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 на температурата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Въведете актуални данни за температурата през различните месеци на годината и вижте как ще се промени диаграмата.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bg-BG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Превключете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към листа </a:t>
            </a:r>
            <a:r>
              <a:rPr lang="bg-BG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диаграма на валежите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Въведете актуални данни за валежите през различните месеци на годината и вижте как ще се промени диаграмата.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bg-BG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Превключете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към листа </a:t>
            </a:r>
            <a:r>
              <a:rPr lang="bg-BG" sz="2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климатограма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попълнете данните в таблицата, за да се изобрази актуална </a:t>
            </a:r>
            <a:r>
              <a:rPr lang="bg-BG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климатограма</a:t>
            </a:r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bg-BG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Запазете файла под името </a:t>
            </a:r>
            <a:r>
              <a:rPr 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diagrams-</a:t>
            </a:r>
            <a:r>
              <a:rPr lang="bg-BG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Вашето име-клас.</a:t>
            </a:r>
            <a:r>
              <a:rPr lang="en-US" sz="22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xlsx</a:t>
            </a:r>
            <a:endParaRPr lang="bg-BG" sz="2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1229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44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93" y="0"/>
            <a:ext cx="914889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4" descr="Кой е бащата на емотикона? - Flashnew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57288"/>
            <a:ext cx="4514849" cy="294766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авоъгълник 2"/>
          <p:cNvSpPr/>
          <p:nvPr/>
        </p:nvSpPr>
        <p:spPr>
          <a:xfrm>
            <a:off x="1633168" y="3419516"/>
            <a:ext cx="6264344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bg-BG" sz="6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Приятна работа!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2DFA8C30-4889-D1DB-89C3-EA5BDBAC3D09}"/>
              </a:ext>
            </a:extLst>
          </p:cNvPr>
          <p:cNvSpPr txBox="1"/>
          <p:nvPr/>
        </p:nvSpPr>
        <p:spPr>
          <a:xfrm>
            <a:off x="2067775" y="623531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13318" name="Picture 13317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13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251</Words>
  <Application>Microsoft Office PowerPoint</Application>
  <PresentationFormat>Презентация на цял екран (4:3)</PresentationFormat>
  <Paragraphs>32</Paragraphs>
  <Slides>12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тема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Маврова</dc:creator>
  <cp:lastModifiedBy>Elena Nenkova</cp:lastModifiedBy>
  <cp:revision>9</cp:revision>
  <dcterms:created xsi:type="dcterms:W3CDTF">2020-04-28T07:37:52Z</dcterms:created>
  <dcterms:modified xsi:type="dcterms:W3CDTF">2026-07-22T14:51:35Z</dcterms:modified>
</cp:coreProperties>
</file>