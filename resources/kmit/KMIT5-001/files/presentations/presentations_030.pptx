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9" r:id="rId3"/>
    <p:sldId id="270" r:id="rId4"/>
    <p:sldId id="266" r:id="rId5"/>
    <p:sldId id="267" r:id="rId6"/>
    <p:sldId id="268" r:id="rId7"/>
    <p:sldId id="271" r:id="rId8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 за редакция стил подзагл. обр.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fld id="{E7BB6140-1DDD-4AD9-8502-1605E01D0A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E82FE9CD-1606-40A9-9FB2-9609462CCAFB}" type="slidenum">
              <a:rPr lang="bg-BG" smtClean="0"/>
              <a:t>‹#›</a:t>
            </a:fld>
            <a:endParaRPr lang="bg-BG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bg-B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6140-1DDD-4AD9-8502-1605E01D0A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2FE9CD-1606-40A9-9FB2-9609462CCAFB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bg-B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fld id="{E7BB6140-1DDD-4AD9-8502-1605E01D0A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E82FE9CD-1606-40A9-9FB2-9609462CCAFB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bg-BG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6140-1DDD-4AD9-8502-1605E01D0A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2FE9CD-1606-40A9-9FB2-9609462CCAFB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6140-1DDD-4AD9-8502-1605E01D0A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2FE9CD-1606-40A9-9FB2-9609462CCAFB}" type="slidenum">
              <a:rPr lang="bg-BG" smtClean="0"/>
              <a:t>‹#›</a:t>
            </a:fld>
            <a:endParaRPr lang="bg-BG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bg-B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6140-1DDD-4AD9-8502-1605E01D0A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2FE9CD-1606-40A9-9FB2-9609462CCAFB}" type="slidenum">
              <a:rPr lang="bg-BG" smtClean="0"/>
              <a:t>‹#›</a:t>
            </a:fld>
            <a:endParaRPr lang="bg-BG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bg-B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6140-1DDD-4AD9-8502-1605E01D0A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2FE9CD-1606-40A9-9FB2-9609462CCAFB}" type="slidenum">
              <a:rPr lang="bg-BG" smtClean="0"/>
              <a:t>‹#›</a:t>
            </a:fld>
            <a:endParaRPr lang="bg-BG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bg-B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6140-1DDD-4AD9-8502-1605E01D0A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2FE9CD-1606-40A9-9FB2-9609462CCAFB}" type="slidenum">
              <a:rPr lang="bg-BG" smtClean="0"/>
              <a:t>‹#›</a:t>
            </a:fld>
            <a:endParaRPr lang="bg-BG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bg-B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6140-1DDD-4AD9-8502-1605E01D0A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2FE9CD-1606-40A9-9FB2-9609462CCAFB}" type="slidenum">
              <a:rPr lang="bg-BG" smtClean="0"/>
              <a:t>‹#›</a:t>
            </a:fld>
            <a:endParaRPr lang="bg-BG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bg-BG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6140-1DDD-4AD9-8502-1605E01D0A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2FE9CD-1606-40A9-9FB2-9609462CCAFB}" type="slidenum">
              <a:rPr lang="bg-BG" smtClean="0"/>
              <a:t>‹#›</a:t>
            </a:fld>
            <a:endParaRPr lang="bg-BG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B6140-1DDD-4AD9-8502-1605E01D0A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2FE9CD-1606-40A9-9FB2-9609462CCAFB}" type="slidenum">
              <a:rPr lang="bg-BG" smtClean="0"/>
              <a:t>‹#›</a:t>
            </a:fld>
            <a:endParaRPr lang="bg-BG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bg-BG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82FE9CD-1606-40A9-9FB2-9609462CCAFB}" type="slidenum">
              <a:rPr lang="bg-BG" smtClean="0"/>
              <a:t>‹#›</a:t>
            </a:fld>
            <a:endParaRPr lang="bg-BG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7BB6140-1DDD-4AD9-8502-1605E01D0A96}" type="datetimeFigureOut">
              <a:rPr lang="bg-BG" smtClean="0"/>
              <a:t>22.7.2026 г.</a:t>
            </a:fld>
            <a:endParaRPr lang="bg-BG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04" y="298432"/>
            <a:ext cx="2979589" cy="20647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>
          <a:xfrm>
            <a:off x="2707910" y="6185583"/>
            <a:ext cx="3962400" cy="341784"/>
          </a:xfrm>
        </p:spPr>
        <p:txBody>
          <a:bodyPr/>
          <a:lstStyle/>
          <a:p>
            <a:r>
              <a:rPr lang="bg-BG" dirty="0">
                <a:solidFill>
                  <a:schemeClr val="tx1"/>
                </a:solidFill>
              </a:rPr>
              <a:t>КМИТ, 5 клас, Маврова</a:t>
            </a:r>
          </a:p>
        </p:txBody>
      </p:sp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611560" y="3072192"/>
            <a:ext cx="6192688" cy="2845296"/>
          </a:xfrm>
        </p:spPr>
        <p:txBody>
          <a:bodyPr>
            <a:noAutofit/>
          </a:bodyPr>
          <a:lstStyle/>
          <a:p>
            <a:r>
              <a:rPr lang="bg-BG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ВЪВЕЖДАНЕ И РЕДАКТИРАНЕ НА ТЕКСТ НА БЪЛГАРСКИ И НА ЧУЖД ЕЗИК.</a:t>
            </a:r>
          </a:p>
        </p:txBody>
      </p:sp>
      <p:sp>
        <p:nvSpPr>
          <p:cNvPr id="4" name="AutoShape 2" descr="Курс по Microsoft Word | e-obuchenie.b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1324830"/>
            <a:ext cx="2886075" cy="15811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028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9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авоъгълник 1"/>
          <p:cNvSpPr/>
          <p:nvPr/>
        </p:nvSpPr>
        <p:spPr>
          <a:xfrm>
            <a:off x="1259632" y="153506"/>
            <a:ext cx="700634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bg-BG" sz="36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Съхраняване на текстов документ</a:t>
            </a:r>
            <a:endParaRPr lang="bg-BG" sz="3600" b="1" cap="none" spc="0" dirty="0">
              <a:ln w="1905"/>
              <a:solidFill>
                <a:srgbClr val="0070C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47" y="1451272"/>
            <a:ext cx="2009775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276872"/>
            <a:ext cx="5475337" cy="3788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авоъгълник 3"/>
          <p:cNvSpPr/>
          <p:nvPr/>
        </p:nvSpPr>
        <p:spPr>
          <a:xfrm>
            <a:off x="631453" y="1700808"/>
            <a:ext cx="798909" cy="3600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Правоъгълник 6"/>
          <p:cNvSpPr/>
          <p:nvPr/>
        </p:nvSpPr>
        <p:spPr>
          <a:xfrm>
            <a:off x="745530" y="2276872"/>
            <a:ext cx="1872208" cy="43204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Правоъгълник 7"/>
          <p:cNvSpPr/>
          <p:nvPr/>
        </p:nvSpPr>
        <p:spPr>
          <a:xfrm>
            <a:off x="3472730" y="3284984"/>
            <a:ext cx="1027261" cy="2880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Правоъгълник 8"/>
          <p:cNvSpPr/>
          <p:nvPr/>
        </p:nvSpPr>
        <p:spPr>
          <a:xfrm>
            <a:off x="4283968" y="4581128"/>
            <a:ext cx="2699093" cy="2880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Текстово поле 4"/>
          <p:cNvSpPr txBox="1"/>
          <p:nvPr/>
        </p:nvSpPr>
        <p:spPr>
          <a:xfrm>
            <a:off x="2483768" y="804972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b="1" dirty="0">
                <a:solidFill>
                  <a:srgbClr val="0070C0"/>
                </a:solidFill>
              </a:rPr>
              <a:t>когато задаваме ново име на файла</a:t>
            </a:r>
          </a:p>
        </p:txBody>
      </p:sp>
      <p:pic>
        <p:nvPicPr>
          <p:cNvPr id="1028" name="Picture 1027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63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авоъгълник 1"/>
          <p:cNvSpPr/>
          <p:nvPr/>
        </p:nvSpPr>
        <p:spPr>
          <a:xfrm>
            <a:off x="1259632" y="153506"/>
            <a:ext cx="700634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bg-BG" sz="3600" b="1" dirty="0">
                <a:ln w="1905"/>
                <a:solidFill>
                  <a:srgbClr val="0070C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Съхраняване на текстов документ</a:t>
            </a:r>
            <a:endParaRPr lang="bg-BG" sz="3600" b="1" cap="none" spc="0" dirty="0">
              <a:ln w="1905"/>
              <a:solidFill>
                <a:srgbClr val="0070C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Текстово поле 2"/>
          <p:cNvSpPr txBox="1"/>
          <p:nvPr/>
        </p:nvSpPr>
        <p:spPr>
          <a:xfrm>
            <a:off x="971600" y="804972"/>
            <a:ext cx="7488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b="1" dirty="0">
                <a:solidFill>
                  <a:srgbClr val="0070C0"/>
                </a:solidFill>
              </a:rPr>
              <a:t>когато съхраняваме нови промени във вече именуван файл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28800"/>
            <a:ext cx="1981200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авоъгълник 4"/>
          <p:cNvSpPr/>
          <p:nvPr/>
        </p:nvSpPr>
        <p:spPr>
          <a:xfrm>
            <a:off x="860177" y="1628800"/>
            <a:ext cx="798909" cy="3600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Правоъгълник 5"/>
          <p:cNvSpPr/>
          <p:nvPr/>
        </p:nvSpPr>
        <p:spPr>
          <a:xfrm>
            <a:off x="1187624" y="1988840"/>
            <a:ext cx="1368152" cy="3600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556792"/>
            <a:ext cx="20193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Текстово поле 3"/>
          <p:cNvSpPr txBox="1"/>
          <p:nvPr/>
        </p:nvSpPr>
        <p:spPr>
          <a:xfrm>
            <a:off x="3419872" y="234888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или</a:t>
            </a:r>
          </a:p>
        </p:txBody>
      </p:sp>
      <p:sp>
        <p:nvSpPr>
          <p:cNvPr id="10" name="Правоъгълник 9"/>
          <p:cNvSpPr/>
          <p:nvPr/>
        </p:nvSpPr>
        <p:spPr>
          <a:xfrm>
            <a:off x="4860032" y="1448780"/>
            <a:ext cx="360040" cy="36004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2053" name="Picture 2052" descr="_e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656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авоъгълник 1"/>
          <p:cNvSpPr/>
          <p:nvPr/>
        </p:nvSpPr>
        <p:spPr>
          <a:xfrm>
            <a:off x="2483768" y="476672"/>
            <a:ext cx="39663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Упражнение</a:t>
            </a:r>
            <a:endParaRPr lang="bg-BG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равоъгълник 2"/>
          <p:cNvSpPr/>
          <p:nvPr/>
        </p:nvSpPr>
        <p:spPr>
          <a:xfrm>
            <a:off x="323528" y="1700808"/>
            <a:ext cx="81369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зад.4/стр.81 /от учебника/</a:t>
            </a:r>
          </a:p>
          <a:p>
            <a:endParaRPr lang="bg-BG" sz="2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Изтеглете файла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CitiesBG.docx</a:t>
            </a:r>
            <a:r>
              <a:rPr lang="bg-BG" sz="2400" b="1" dirty="0"/>
              <a:t> и го съхранете на Вашия компютър</a:t>
            </a:r>
            <a:r>
              <a:rPr lang="en-US" sz="2400" b="1" dirty="0"/>
              <a:t>.</a:t>
            </a:r>
            <a:endParaRPr lang="bg-BG" sz="24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В него са написани имена на градове в България. При писането обаче са въведени буквите с различен регистър с малки и главни букви.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Редактирайте текста така, че всички градове да са изписани само с малки букви и първа главна</a:t>
            </a:r>
            <a:r>
              <a:rPr lang="en-US" sz="2400" b="1" dirty="0"/>
              <a:t>.</a:t>
            </a:r>
            <a:endParaRPr lang="bg-BG" sz="24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Съхранете файла като към името на файла добавите Вашето име и класа и го споделете с учителя си.</a:t>
            </a:r>
          </a:p>
          <a:p>
            <a:r>
              <a:rPr lang="en-US" sz="2400" b="1" dirty="0"/>
              <a:t>     </a:t>
            </a:r>
            <a:r>
              <a:rPr lang="bg-BG" sz="2400" b="1" dirty="0"/>
              <a:t>Пример: </a:t>
            </a:r>
            <a:r>
              <a:rPr lang="en-US" sz="2400" b="1" dirty="0"/>
              <a:t>CitiesBG-Ivan-5a</a:t>
            </a:r>
            <a:endParaRPr lang="bg-BG" sz="2400" dirty="0"/>
          </a:p>
        </p:txBody>
      </p:sp>
      <p:pic>
        <p:nvPicPr>
          <p:cNvPr id="4" name="Picture 3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96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авоъгълник 1"/>
          <p:cNvSpPr/>
          <p:nvPr/>
        </p:nvSpPr>
        <p:spPr>
          <a:xfrm>
            <a:off x="2483768" y="476672"/>
            <a:ext cx="39663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Упражнение</a:t>
            </a:r>
            <a:endParaRPr lang="bg-BG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равоъгълник 2"/>
          <p:cNvSpPr/>
          <p:nvPr/>
        </p:nvSpPr>
        <p:spPr>
          <a:xfrm>
            <a:off x="323528" y="1700808"/>
            <a:ext cx="81369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зад.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/стр.81 /от учебника/</a:t>
            </a:r>
          </a:p>
          <a:p>
            <a:endParaRPr lang="bg-BG" sz="2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Изтеглете файла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song.docx</a:t>
            </a:r>
            <a:r>
              <a:rPr lang="bg-BG" sz="2400" b="1" dirty="0"/>
              <a:t> и го съхранете на Вашия компютър</a:t>
            </a:r>
            <a:r>
              <a:rPr lang="en-US" sz="2400" b="1" dirty="0"/>
              <a:t>.</a:t>
            </a:r>
            <a:endParaRPr lang="bg-BG" sz="24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В него има текст на песен, в който редакторът е допуснал грешка и е разменил текстове.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Поправете текста.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Въведете припева, който е пропуснат и го копирайте на всички необходими места.</a:t>
            </a:r>
            <a:endParaRPr lang="bg-BG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Съхранете файла като към името на файла добавите Вашето име и класа и го споделете с учителя си.</a:t>
            </a:r>
          </a:p>
          <a:p>
            <a:r>
              <a:rPr lang="en-US" sz="2400" b="1" dirty="0"/>
              <a:t>     </a:t>
            </a:r>
            <a:r>
              <a:rPr lang="bg-BG" sz="2400" b="1" dirty="0"/>
              <a:t>Пример: </a:t>
            </a:r>
            <a:r>
              <a:rPr lang="en-US" sz="2400" b="1" dirty="0"/>
              <a:t>song-Ivan-5a</a:t>
            </a:r>
            <a:endParaRPr lang="bg-BG" sz="2400" dirty="0"/>
          </a:p>
        </p:txBody>
      </p:sp>
      <p:pic>
        <p:nvPicPr>
          <p:cNvPr id="4" name="Picture 3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78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авоъгълник 1"/>
          <p:cNvSpPr/>
          <p:nvPr/>
        </p:nvSpPr>
        <p:spPr>
          <a:xfrm>
            <a:off x="2483768" y="476672"/>
            <a:ext cx="39663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Упражнение</a:t>
            </a:r>
            <a:endParaRPr lang="bg-BG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равоъгълник 2"/>
          <p:cNvSpPr/>
          <p:nvPr/>
        </p:nvSpPr>
        <p:spPr>
          <a:xfrm>
            <a:off x="323528" y="1700808"/>
            <a:ext cx="813690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зад.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/стр.8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bg-BG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/от учебника/</a:t>
            </a:r>
          </a:p>
          <a:p>
            <a:endParaRPr lang="bg-BG" sz="2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Изтеглете файла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riddle.docx</a:t>
            </a:r>
            <a:r>
              <a:rPr lang="bg-BG" sz="2400" b="1" dirty="0"/>
              <a:t> и го съхранете на Вашия компютър</a:t>
            </a:r>
            <a:r>
              <a:rPr lang="en-US" sz="2400" b="1" dirty="0"/>
              <a:t>.</a:t>
            </a:r>
            <a:endParaRPr lang="bg-BG" sz="24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Редактирайте го.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На следващия ред на всяка гатанка напишете как би звучала на книжовен български език.</a:t>
            </a:r>
            <a:endParaRPr lang="bg-BG" sz="24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Съхранете файла като към името на файла добавите Вашето име и класа и го споделете с учителя си.</a:t>
            </a:r>
          </a:p>
          <a:p>
            <a:r>
              <a:rPr lang="en-US" sz="2400" b="1" dirty="0"/>
              <a:t>     </a:t>
            </a:r>
            <a:r>
              <a:rPr lang="bg-BG" sz="2400" b="1" dirty="0"/>
              <a:t>Пример: </a:t>
            </a:r>
            <a:r>
              <a:rPr lang="en-US" sz="2400" b="1" dirty="0"/>
              <a:t>riddle-Ivan-5a</a:t>
            </a:r>
            <a:endParaRPr lang="bg-BG" sz="2400" dirty="0"/>
          </a:p>
        </p:txBody>
      </p:sp>
      <p:pic>
        <p:nvPicPr>
          <p:cNvPr id="4" name="Picture 3" descr="_e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78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1EB44-4347-2AE3-889C-08FD799C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авоъгълник 1">
            <a:extLst>
              <a:ext uri="{FF2B5EF4-FFF2-40B4-BE49-F238E27FC236}">
                <a16:creationId xmlns:a16="http://schemas.microsoft.com/office/drawing/2014/main" id="{7097F1E4-C6B1-6833-C8F6-35677149DFD5}"/>
              </a:ext>
            </a:extLst>
          </p:cNvPr>
          <p:cNvSpPr/>
          <p:nvPr/>
        </p:nvSpPr>
        <p:spPr>
          <a:xfrm>
            <a:off x="2483768" y="26428"/>
            <a:ext cx="39663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bg-BG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Упражнение</a:t>
            </a:r>
            <a:endParaRPr lang="bg-BG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равоъгълник 2">
            <a:extLst>
              <a:ext uri="{FF2B5EF4-FFF2-40B4-BE49-F238E27FC236}">
                <a16:creationId xmlns:a16="http://schemas.microsoft.com/office/drawing/2014/main" id="{29E5B020-AD3C-FF9A-49BD-B6B533B859F8}"/>
              </a:ext>
            </a:extLst>
          </p:cNvPr>
          <p:cNvSpPr/>
          <p:nvPr/>
        </p:nvSpPr>
        <p:spPr>
          <a:xfrm>
            <a:off x="328710" y="1052736"/>
            <a:ext cx="81369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Въведете текста.</a:t>
            </a:r>
            <a:r>
              <a:rPr lang="en-US" sz="2400" b="1" dirty="0"/>
              <a:t> </a:t>
            </a:r>
            <a:endParaRPr lang="bg-BG" sz="2400" b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bg-BG" sz="2400" b="1" dirty="0"/>
              <a:t>Съхранете файла като към името на файла добавите Вашето име и класа и го споделете с учителя си.</a:t>
            </a:r>
          </a:p>
          <a:p>
            <a:r>
              <a:rPr lang="en-US" sz="2400" b="1" dirty="0"/>
              <a:t>     </a:t>
            </a:r>
            <a:r>
              <a:rPr lang="bg-BG" sz="2400" b="1" dirty="0"/>
              <a:t>Пример: </a:t>
            </a:r>
            <a:r>
              <a:rPr lang="en-US" sz="2400" b="1" dirty="0"/>
              <a:t>history-Ivan-5a</a:t>
            </a:r>
            <a:endParaRPr lang="bg-BG" sz="2400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1DE248E1-2BB5-6343-B07E-DBD699688E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75" t="33201" r="42913" b="19201"/>
          <a:stretch>
            <a:fillRect/>
          </a:stretch>
        </p:blipFill>
        <p:spPr>
          <a:xfrm>
            <a:off x="1318064" y="2622396"/>
            <a:ext cx="6297749" cy="3893154"/>
          </a:xfrm>
          <a:prstGeom prst="rect">
            <a:avLst/>
          </a:prstGeom>
        </p:spPr>
      </p:pic>
      <p:pic>
        <p:nvPicPr>
          <p:cNvPr id="6" name="Picture 5" descr="_e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5943600"/>
            <a:ext cx="868680" cy="90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22820"/>
      </p:ext>
    </p:extLst>
  </p:cSld>
  <p:clrMapOvr>
    <a:masterClrMapping/>
  </p:clrMapOvr>
</p:sld>
</file>

<file path=ppt/theme/theme1.xml><?xml version="1.0" encoding="utf-8"?>
<a:theme xmlns:a="http://schemas.openxmlformats.org/drawingml/2006/main" name="Композитни">
  <a:themeElements>
    <a:clrScheme name="Композитни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Композитни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мпозитни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39</TotalTime>
  <Words>306</Words>
  <Application>Microsoft Office PowerPoint</Application>
  <PresentationFormat>Презентация на цял екран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10" baseType="lpstr">
      <vt:lpstr>Calibri</vt:lpstr>
      <vt:lpstr>Wingdings</vt:lpstr>
      <vt:lpstr>Композитни</vt:lpstr>
      <vt:lpstr>ВЪВЕЖДАНЕ И РЕДАКТИРАНЕ НА ТЕКСТ НА БЪЛГАРСКИ И НА ЧУЖД ЕЗИК.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ПРАВИЛА ПРИ ВЪВЕЖДАНЕ НА ТЕКСТ. РЕДАКТИРАНЕ НА ТЕКСТ</dc:title>
  <dc:creator>Елена Маврова-Ненкова</dc:creator>
  <cp:lastModifiedBy>Elena Nenkova</cp:lastModifiedBy>
  <cp:revision>6</cp:revision>
  <dcterms:created xsi:type="dcterms:W3CDTF">2021-03-08T10:52:27Z</dcterms:created>
  <dcterms:modified xsi:type="dcterms:W3CDTF">2026-07-22T14:37:50Z</dcterms:modified>
</cp:coreProperties>
</file>