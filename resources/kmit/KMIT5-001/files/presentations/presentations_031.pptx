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62" r:id="rId3"/>
    <p:sldId id="263" r:id="rId4"/>
    <p:sldId id="264" r:id="rId5"/>
    <p:sldId id="257" r:id="rId6"/>
    <p:sldId id="258" r:id="rId7"/>
    <p:sldId id="259" r:id="rId8"/>
    <p:sldId id="265" r:id="rId9"/>
    <p:sldId id="260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82453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4913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000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614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29155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181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703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5842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20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4776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34365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62113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EE1FE-92CB-47D5-86A2-DDF1CDD628A3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83702-A457-47EE-9382-BC67B045EC6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8973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microsoft.com/office/2007/relationships/hdphoto" Target="../media/hdphoto1.wdp"/><Relationship Id="rId6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3" Type="http://schemas.openxmlformats.org/officeDocument/2006/relationships/image" Target="../media/image19.emf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ово поле 1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25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https://scontent-sof1-1.xx.fbcdn.net/v/t34.0-12/16837720_1451516538201355_32577786_n.jpg?oh=ad4ba7c520348d4ddea193f87f7c3b49&amp;oe=58AD1ED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6" name="Picture 5" descr="16837720_1451516538201355_32577786_n.jpg"/>
          <p:cNvPicPr>
            <a:picLocks noChangeAspect="1"/>
          </p:cNvPicPr>
          <p:nvPr/>
        </p:nvPicPr>
        <p:blipFill>
          <a:blip r:embed="rId2">
            <a:lum contrast="40000"/>
          </a:blip>
          <a:srcRect l="29859" t="5114" r="44118"/>
          <a:stretch>
            <a:fillRect/>
          </a:stretch>
        </p:blipFill>
        <p:spPr>
          <a:xfrm rot="16200000">
            <a:off x="4713488" y="2358818"/>
            <a:ext cx="2714644" cy="55693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16901450_1451516584868017_215041447_n.jpg"/>
          <p:cNvPicPr>
            <a:picLocks noChangeAspect="1"/>
          </p:cNvPicPr>
          <p:nvPr/>
        </p:nvPicPr>
        <p:blipFill>
          <a:blip r:embed="rId3">
            <a:lum contrast="40000"/>
          </a:blip>
          <a:srcRect l="30946" r="43159" b="2841"/>
          <a:stretch>
            <a:fillRect/>
          </a:stretch>
        </p:blipFill>
        <p:spPr>
          <a:xfrm rot="16200000">
            <a:off x="1485140" y="-342155"/>
            <a:ext cx="2673291" cy="56435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490641" y="389053"/>
            <a:ext cx="8246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Какво е общото и различното между двата текста?</a:t>
            </a:r>
          </a:p>
        </p:txBody>
      </p:sp>
      <p:sp>
        <p:nvSpPr>
          <p:cNvPr id="2" name="Текстово поле 1"/>
          <p:cNvSpPr txBox="1"/>
          <p:nvPr/>
        </p:nvSpPr>
        <p:spPr>
          <a:xfrm>
            <a:off x="6444208" y="1892631"/>
            <a:ext cx="2232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Неформатиран текст</a:t>
            </a:r>
          </a:p>
        </p:txBody>
      </p:sp>
      <p:cxnSp>
        <p:nvCxnSpPr>
          <p:cNvPr id="4" name="Съединител &quot;права стрелка&quot; 3"/>
          <p:cNvCxnSpPr/>
          <p:nvPr/>
        </p:nvCxnSpPr>
        <p:spPr>
          <a:xfrm flipH="1">
            <a:off x="5643571" y="2215796"/>
            <a:ext cx="72758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ово поле 9"/>
          <p:cNvSpPr txBox="1"/>
          <p:nvPr/>
        </p:nvSpPr>
        <p:spPr>
          <a:xfrm>
            <a:off x="317606" y="4324402"/>
            <a:ext cx="2012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Форматиран текст</a:t>
            </a:r>
          </a:p>
        </p:txBody>
      </p:sp>
      <p:cxnSp>
        <p:nvCxnSpPr>
          <p:cNvPr id="11" name="Съединител &quot;права стрелка&quot; 10"/>
          <p:cNvCxnSpPr/>
          <p:nvPr/>
        </p:nvCxnSpPr>
        <p:spPr>
          <a:xfrm>
            <a:off x="2285509" y="4773300"/>
            <a:ext cx="1000606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1026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1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" y="56563"/>
            <a:ext cx="9147511" cy="682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12"/>
          <p:cNvSpPr>
            <a:spLocks noGrp="1"/>
          </p:cNvSpPr>
          <p:nvPr>
            <p:ph idx="10"/>
          </p:nvPr>
        </p:nvSpPr>
        <p:spPr>
          <a:xfrm>
            <a:off x="323528" y="1052736"/>
            <a:ext cx="8229600" cy="4896544"/>
          </a:xfrm>
        </p:spPr>
        <p:txBody>
          <a:bodyPr>
            <a:normAutofit fontScale="92500" lnSpcReduction="20000"/>
          </a:bodyPr>
          <a:lstStyle/>
          <a:p>
            <a:endParaRPr lang="bg-BG" altLang="bg-BG" sz="2400" dirty="0"/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bg-BG" sz="3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Форматиране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bg-BG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наричаме промяната 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характеристиките на текста –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цвят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размер на символите, 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взаимно </a:t>
            </a:r>
            <a:r>
              <a:rPr lang="ru-RU" sz="3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разположение</a:t>
            </a:r>
            <a:r>
              <a:rPr lang="ru-RU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редовете и абзаците,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bg-BG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на страницата.</a:t>
            </a:r>
          </a:p>
          <a:p>
            <a:pPr algn="ctr"/>
            <a:endParaRPr lang="bg-BG" sz="3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bg-BG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Символите, които ще форматираме,</a:t>
            </a:r>
          </a:p>
          <a:p>
            <a:pPr algn="ctr"/>
            <a:r>
              <a:rPr lang="bg-BG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трябва да са маркирани!!!</a:t>
            </a:r>
          </a:p>
          <a:p>
            <a:pPr algn="ctr"/>
            <a:endParaRPr lang="bg-BG" altLang="bg-BG" sz="3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sz="19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Текстово поле 3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5123" name="Picture 5122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72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786"/>
            <a:ext cx="9144000" cy="683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00" y="2204864"/>
            <a:ext cx="8500033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Текстово поле 5"/>
          <p:cNvSpPr txBox="1"/>
          <p:nvPr/>
        </p:nvSpPr>
        <p:spPr>
          <a:xfrm>
            <a:off x="1187624" y="1052736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Шрифт</a:t>
            </a:r>
          </a:p>
        </p:txBody>
      </p:sp>
      <p:cxnSp>
        <p:nvCxnSpPr>
          <p:cNvPr id="8" name="Съединител &quot;права стрелка&quot; 7"/>
          <p:cNvCxnSpPr/>
          <p:nvPr/>
        </p:nvCxnSpPr>
        <p:spPr>
          <a:xfrm flipH="1">
            <a:off x="1403648" y="1514401"/>
            <a:ext cx="288032" cy="11225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ово поле 11"/>
          <p:cNvSpPr txBox="1"/>
          <p:nvPr/>
        </p:nvSpPr>
        <p:spPr>
          <a:xfrm>
            <a:off x="2204120" y="1770699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Размер</a:t>
            </a:r>
          </a:p>
        </p:txBody>
      </p:sp>
      <p:cxnSp>
        <p:nvCxnSpPr>
          <p:cNvPr id="13" name="Съединител &quot;права стрелка&quot; 12"/>
          <p:cNvCxnSpPr/>
          <p:nvPr/>
        </p:nvCxnSpPr>
        <p:spPr>
          <a:xfrm flipH="1">
            <a:off x="2483768" y="2159795"/>
            <a:ext cx="144016" cy="561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Текстово поле 14"/>
          <p:cNvSpPr txBox="1"/>
          <p:nvPr/>
        </p:nvSpPr>
        <p:spPr>
          <a:xfrm>
            <a:off x="899592" y="5229200"/>
            <a:ext cx="1728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Стил</a:t>
            </a:r>
          </a:p>
        </p:txBody>
      </p:sp>
      <p:cxnSp>
        <p:nvCxnSpPr>
          <p:cNvPr id="16" name="Съединител &quot;права стрелка&quot; 15"/>
          <p:cNvCxnSpPr/>
          <p:nvPr/>
        </p:nvCxnSpPr>
        <p:spPr>
          <a:xfrm flipH="1" flipV="1">
            <a:off x="1187624" y="4149081"/>
            <a:ext cx="216024" cy="10914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Текстово поле 19"/>
          <p:cNvSpPr txBox="1"/>
          <p:nvPr/>
        </p:nvSpPr>
        <p:spPr>
          <a:xfrm>
            <a:off x="4560968" y="5047886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Цвят на буквите</a:t>
            </a:r>
          </a:p>
        </p:txBody>
      </p:sp>
      <p:cxnSp>
        <p:nvCxnSpPr>
          <p:cNvPr id="21" name="Съединител &quot;права стрелка&quot; 20"/>
          <p:cNvCxnSpPr/>
          <p:nvPr/>
        </p:nvCxnSpPr>
        <p:spPr>
          <a:xfrm flipH="1" flipV="1">
            <a:off x="4519404" y="4135070"/>
            <a:ext cx="278326" cy="928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ово поле 22"/>
          <p:cNvSpPr txBox="1"/>
          <p:nvPr/>
        </p:nvSpPr>
        <p:spPr>
          <a:xfrm>
            <a:off x="2559402" y="5063219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Фон на буквите</a:t>
            </a:r>
          </a:p>
        </p:txBody>
      </p:sp>
      <p:cxnSp>
        <p:nvCxnSpPr>
          <p:cNvPr id="26" name="Съединител &quot;права стрелка&quot; 25"/>
          <p:cNvCxnSpPr>
            <a:stCxn id="23" idx="0"/>
          </p:cNvCxnSpPr>
          <p:nvPr/>
        </p:nvCxnSpPr>
        <p:spPr>
          <a:xfrm flipV="1">
            <a:off x="3423498" y="4005065"/>
            <a:ext cx="568289" cy="10581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Текстово поле 27"/>
          <p:cNvSpPr txBox="1"/>
          <p:nvPr/>
        </p:nvSpPr>
        <p:spPr>
          <a:xfrm>
            <a:off x="6460172" y="5081905"/>
            <a:ext cx="2216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Подравняване на текста</a:t>
            </a:r>
          </a:p>
        </p:txBody>
      </p:sp>
      <p:cxnSp>
        <p:nvCxnSpPr>
          <p:cNvPr id="29" name="Съединител &quot;права стрелка&quot; 28"/>
          <p:cNvCxnSpPr/>
          <p:nvPr/>
        </p:nvCxnSpPr>
        <p:spPr>
          <a:xfrm flipH="1" flipV="1">
            <a:off x="5868144" y="4149081"/>
            <a:ext cx="1008113" cy="9141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ово поле 18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6149" name="Picture 614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3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2051" name="Picture 2050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5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548" y="0"/>
            <a:ext cx="916754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387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38"/>
            <a:ext cx="9144000" cy="683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Текстово поле 2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4099" name="Picture 4098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3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8284473" cy="151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Овал 3"/>
          <p:cNvSpPr/>
          <p:nvPr/>
        </p:nvSpPr>
        <p:spPr>
          <a:xfrm>
            <a:off x="8172400" y="2132856"/>
            <a:ext cx="363593" cy="3661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Правоъгълник 4"/>
          <p:cNvSpPr/>
          <p:nvPr/>
        </p:nvSpPr>
        <p:spPr>
          <a:xfrm>
            <a:off x="4572000" y="980728"/>
            <a:ext cx="3963993" cy="1518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7" name="Съединител &quot;права стрелка&quot; 6"/>
          <p:cNvCxnSpPr/>
          <p:nvPr/>
        </p:nvCxnSpPr>
        <p:spPr>
          <a:xfrm flipH="1">
            <a:off x="4572000" y="2315927"/>
            <a:ext cx="3782196" cy="89704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95350"/>
            <a:ext cx="4320480" cy="577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Текстово поле 9"/>
          <p:cNvSpPr txBox="1"/>
          <p:nvPr/>
        </p:nvSpPr>
        <p:spPr>
          <a:xfrm>
            <a:off x="142082" y="230832"/>
            <a:ext cx="8859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Задаване на отстъпи, междуредие и редова разредка</a:t>
            </a:r>
          </a:p>
        </p:txBody>
      </p:sp>
      <p:cxnSp>
        <p:nvCxnSpPr>
          <p:cNvPr id="14" name="Съединител &quot;права стрелка&quot; 13"/>
          <p:cNvCxnSpPr/>
          <p:nvPr/>
        </p:nvCxnSpPr>
        <p:spPr>
          <a:xfrm flipH="1">
            <a:off x="4211960" y="2468327"/>
            <a:ext cx="4294636" cy="16807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ово поле 12"/>
          <p:cNvSpPr txBox="1"/>
          <p:nvPr/>
        </p:nvSpPr>
        <p:spPr>
          <a:xfrm>
            <a:off x="4606227" y="2579785"/>
            <a:ext cx="3747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Отстъп на първи ред</a:t>
            </a:r>
          </a:p>
        </p:txBody>
      </p:sp>
      <p:sp>
        <p:nvSpPr>
          <p:cNvPr id="18" name="Текстово поле 17"/>
          <p:cNvSpPr txBox="1"/>
          <p:nvPr/>
        </p:nvSpPr>
        <p:spPr>
          <a:xfrm>
            <a:off x="4932040" y="3763992"/>
            <a:ext cx="374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Редова разредка /разстояние между редовете/</a:t>
            </a:r>
          </a:p>
        </p:txBody>
      </p:sp>
      <p:pic>
        <p:nvPicPr>
          <p:cNvPr id="8197" name="Picture 8196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79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1311952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kotarak.docx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ресурсните файлове към урока. </a:t>
            </a:r>
          </a:p>
          <a:p>
            <a:pPr marL="0" indent="0" algn="ctr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Форматирайте текста от приказката, като изпълните следните указания:</a:t>
            </a:r>
          </a:p>
          <a:p>
            <a:pPr marL="0" indent="0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bg-BG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името на приказката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е с шрифт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размер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центрирано;</a:t>
            </a:r>
          </a:p>
          <a:p>
            <a:pPr marL="0" indent="0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</a:t>
            </a:r>
            <a:r>
              <a:rPr lang="bg-BG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основният текст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е с шрифт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размер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стил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Курсив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двустранно подравнен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отстъп на първия ред 1,2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</a:t>
            </a:r>
            <a:r>
              <a:rPr lang="bg-BG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името на автора на приказката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 е с шрифт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размер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дясно подравнено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съхранете документа с името „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kotarak</a:t>
            </a:r>
            <a:r>
              <a:rPr lang="bg-BG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_Вашето </a:t>
            </a:r>
            <a:r>
              <a:rPr lang="bg-BG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име_клас</a:t>
            </a:r>
            <a:r>
              <a:rPr lang="bg-BG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0" indent="0">
              <a:buNone/>
            </a:pPr>
            <a:endParaRPr lang="bg-BG" dirty="0"/>
          </a:p>
        </p:txBody>
      </p:sp>
      <p:pic>
        <p:nvPicPr>
          <p:cNvPr id="4" name="Picture 8" descr="Microsoft Word Logo 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19257" y="5517232"/>
            <a:ext cx="1124743" cy="1124744"/>
          </a:xfrm>
          <a:prstGeom prst="rect">
            <a:avLst/>
          </a:prstGeom>
          <a:noFill/>
        </p:spPr>
      </p:pic>
      <p:sp>
        <p:nvSpPr>
          <p:cNvPr id="6" name="Текстово поле 5"/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2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F2C6-57FE-EBC9-A19F-691B8AA2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322945A-3531-2690-CEBD-1C6F1906C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62E6830-2DB7-0DD4-4C03-A6412B8E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pic>
        <p:nvPicPr>
          <p:cNvPr id="4" name="Picture 8" descr="Microsoft Word Logo Png">
            <a:extLst>
              <a:ext uri="{FF2B5EF4-FFF2-40B4-BE49-F238E27FC236}">
                <a16:creationId xmlns:a16="http://schemas.microsoft.com/office/drawing/2014/main" id="{A7E52F09-80E7-9B96-AC39-9C04BF34F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19257" y="5517232"/>
            <a:ext cx="1124743" cy="1124744"/>
          </a:xfrm>
          <a:prstGeom prst="rect">
            <a:avLst/>
          </a:prstGeom>
          <a:noFill/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5C41C8AC-755C-0A8F-49E4-DD41941DC74C}"/>
              </a:ext>
            </a:extLst>
          </p:cNvPr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A05FB632-206D-91BD-3E89-D87CC4ABCCB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4012" t="42817" r="17714" b="19201"/>
          <a:stretch>
            <a:fillRect/>
          </a:stretch>
        </p:blipFill>
        <p:spPr>
          <a:xfrm>
            <a:off x="452875" y="1890345"/>
            <a:ext cx="8128753" cy="3960440"/>
          </a:xfrm>
          <a:prstGeom prst="rect">
            <a:avLst/>
          </a:prstGeom>
        </p:spPr>
      </p:pic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734D2C30-6D8A-11CA-9E62-5E6A2519F791}"/>
              </a:ext>
            </a:extLst>
          </p:cNvPr>
          <p:cNvSpPr txBox="1"/>
          <p:nvPr/>
        </p:nvSpPr>
        <p:spPr>
          <a:xfrm>
            <a:off x="652298" y="1182459"/>
            <a:ext cx="79743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geography.docx</a:t>
            </a:r>
            <a:r>
              <a:rPr lang="bg-BG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ресурсните файлове към урока и го форматирайте по следния начин:</a:t>
            </a:r>
          </a:p>
        </p:txBody>
      </p:sp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9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E1B6-6BFC-3281-9255-43676142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F2E3A73-B5CA-E228-F729-D96BA667F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968C394-C478-7678-3DCD-28440308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pic>
        <p:nvPicPr>
          <p:cNvPr id="4" name="Picture 8" descr="Microsoft Word Logo Png">
            <a:extLst>
              <a:ext uri="{FF2B5EF4-FFF2-40B4-BE49-F238E27FC236}">
                <a16:creationId xmlns:a16="http://schemas.microsoft.com/office/drawing/2014/main" id="{4EBAF45F-6322-7542-475F-3167584EF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19257" y="5517232"/>
            <a:ext cx="1124743" cy="1124744"/>
          </a:xfrm>
          <a:prstGeom prst="rect">
            <a:avLst/>
          </a:prstGeom>
          <a:noFill/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FF3D624E-8CEC-BE98-13E2-E68C4950DE60}"/>
              </a:ext>
            </a:extLst>
          </p:cNvPr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B46EA133-1351-9C5E-84A2-7BC8834C3F49}"/>
              </a:ext>
            </a:extLst>
          </p:cNvPr>
          <p:cNvSpPr txBox="1"/>
          <p:nvPr/>
        </p:nvSpPr>
        <p:spPr>
          <a:xfrm>
            <a:off x="652299" y="1182459"/>
            <a:ext cx="76641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Отворете файла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luna.docx</a:t>
            </a:r>
            <a:r>
              <a:rPr lang="bg-BG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ресурсните файлове към урока и го форматирайте по начин, подобен на показания на фиг.1, съхранете го с името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luna_format.docx</a:t>
            </a:r>
            <a:endParaRPr lang="bg-BG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2083203-7792-E161-4BE8-EB41F73AB4C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151" t="50000" r="27156" b="12615"/>
          <a:stretch>
            <a:fillRect/>
          </a:stretch>
        </p:blipFill>
        <p:spPr>
          <a:xfrm>
            <a:off x="652298" y="2284051"/>
            <a:ext cx="7592110" cy="3654052"/>
          </a:xfrm>
          <a:prstGeom prst="rect">
            <a:avLst/>
          </a:prstGeom>
        </p:spPr>
      </p:pic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87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60AB-0F7C-FCF9-84EB-738B7574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518B08D3-CC27-4585-895A-A3B6CF7C0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F109F51-4CE1-0F83-9F8B-6EC9A836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pic>
        <p:nvPicPr>
          <p:cNvPr id="4" name="Picture 8" descr="Microsoft Word Logo Png">
            <a:extLst>
              <a:ext uri="{FF2B5EF4-FFF2-40B4-BE49-F238E27FC236}">
                <a16:creationId xmlns:a16="http://schemas.microsoft.com/office/drawing/2014/main" id="{4D5A1F1D-61B6-A264-3FA9-2F8F9B7D7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19257" y="5517232"/>
            <a:ext cx="1124743" cy="1124744"/>
          </a:xfrm>
          <a:prstGeom prst="rect">
            <a:avLst/>
          </a:prstGeom>
          <a:noFill/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51278BA4-69AD-AD1B-2C65-22644A523031}"/>
              </a:ext>
            </a:extLst>
          </p:cNvPr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id="{6681D514-526A-634F-FD15-A3F3638834E5}"/>
              </a:ext>
            </a:extLst>
          </p:cNvPr>
          <p:cNvSpPr txBox="1"/>
          <p:nvPr/>
        </p:nvSpPr>
        <p:spPr>
          <a:xfrm>
            <a:off x="652299" y="1182459"/>
            <a:ext cx="76641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Въведете текста и го форматирайте по указания начин. </a:t>
            </a:r>
          </a:p>
          <a:p>
            <a:pPr algn="ctr"/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го с името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prikazka.docx</a:t>
            </a:r>
            <a:endParaRPr lang="bg-BG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2653F25B-6718-6A24-475A-16F39527847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0862" t="52799" r="21651" b="13601"/>
          <a:stretch>
            <a:fillRect/>
          </a:stretch>
        </p:blipFill>
        <p:spPr>
          <a:xfrm>
            <a:off x="617690" y="2247242"/>
            <a:ext cx="8057238" cy="3398669"/>
          </a:xfrm>
          <a:prstGeom prst="rect">
            <a:avLst/>
          </a:prstGeom>
        </p:spPr>
      </p:pic>
      <p:pic>
        <p:nvPicPr>
          <p:cNvPr id="7171" name="Picture 7170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3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" y="29848"/>
            <a:ext cx="9147511" cy="682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Контейнер за съдържание 1"/>
          <p:cNvSpPr>
            <a:spLocks noGrp="1"/>
          </p:cNvSpPr>
          <p:nvPr>
            <p:ph idx="10"/>
          </p:nvPr>
        </p:nvSpPr>
        <p:spPr>
          <a:xfrm>
            <a:off x="336001" y="1315764"/>
            <a:ext cx="8479784" cy="473760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bg-BG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Създайте текстов файл по указания модел като замените с Ваши данни.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bg-BG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Форматирайте текста, като изпълните следните указания: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bg-BG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Заглавието /Лексикон/ - </a:t>
            </a: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 главни букви</a:t>
            </a:r>
            <a:r>
              <a:rPr lang="bg-BG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шрифт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размер </a:t>
            </a:r>
            <a:r>
              <a:rPr lang="bg-BG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bg-BG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bg-BG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Основен текст - 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</a:t>
            </a: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размер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bg-BG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Спазвайте цветовете на символите в модела, както и използваните стилове /Получер, Наклонен и Подчертан/ 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Направете подравняване на текста по модела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bg-BG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Съхранете документа с името 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leksikon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Вашето име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  <a:endParaRPr lang="bg-BG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bg-BG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bg-BG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88639"/>
            <a:ext cx="1344541" cy="11271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4182EB7-21E2-616B-7615-E0890691AC6B}"/>
              </a:ext>
            </a:extLst>
          </p:cNvPr>
          <p:cNvSpPr txBox="1"/>
          <p:nvPr/>
        </p:nvSpPr>
        <p:spPr>
          <a:xfrm>
            <a:off x="2051720" y="6333549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КМИТ, 5 клас, Маврова</a:t>
            </a:r>
          </a:p>
        </p:txBody>
      </p:sp>
      <p:pic>
        <p:nvPicPr>
          <p:cNvPr id="5123" name="Picture 5122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9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" y="0"/>
            <a:ext cx="914751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39"/>
          <a:stretch/>
        </p:blipFill>
        <p:spPr bwMode="auto">
          <a:xfrm>
            <a:off x="755576" y="261937"/>
            <a:ext cx="7621042" cy="633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-16799"/>
            <a:ext cx="1848597" cy="154967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074" descr="_e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47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412</Words>
  <Application>Microsoft Office PowerPoint</Application>
  <PresentationFormat>Презентация на цял екран (4:3)</PresentationFormat>
  <Paragraphs>55</Paragraphs>
  <Slides>14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тема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ЗАДАЧА:</vt:lpstr>
      <vt:lpstr>ЗАДАЧА:</vt:lpstr>
      <vt:lpstr>ЗАДАЧА:</vt:lpstr>
      <vt:lpstr>ЗАДАЧА:</vt:lpstr>
      <vt:lpstr>ЗАДАЧА: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Елена Маврова</dc:creator>
  <cp:lastModifiedBy>Elena Nenkova</cp:lastModifiedBy>
  <cp:revision>10</cp:revision>
  <dcterms:created xsi:type="dcterms:W3CDTF">2020-03-22T16:10:23Z</dcterms:created>
  <dcterms:modified xsi:type="dcterms:W3CDTF">2026-07-22T14:31:40Z</dcterms:modified>
</cp:coreProperties>
</file>